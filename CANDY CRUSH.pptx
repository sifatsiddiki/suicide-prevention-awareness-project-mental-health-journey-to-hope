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9"/>
  </p:notesMasterIdLst>
  <p:sldIdLst>
    <p:sldId id="256" r:id="rId2"/>
    <p:sldId id="270" r:id="rId3"/>
    <p:sldId id="259" r:id="rId4"/>
    <p:sldId id="258" r:id="rId5"/>
    <p:sldId id="265" r:id="rId6"/>
    <p:sldId id="264" r:id="rId7"/>
    <p:sldId id="313" r:id="rId8"/>
    <p:sldId id="260" r:id="rId9"/>
    <p:sldId id="317" r:id="rId10"/>
    <p:sldId id="288" r:id="rId11"/>
    <p:sldId id="266" r:id="rId12"/>
    <p:sldId id="284" r:id="rId13"/>
    <p:sldId id="318" r:id="rId14"/>
    <p:sldId id="315" r:id="rId15"/>
    <p:sldId id="314" r:id="rId16"/>
    <p:sldId id="316" r:id="rId17"/>
    <p:sldId id="290" r:id="rId18"/>
  </p:sldIdLst>
  <p:sldSz cx="9144000" cy="5143500" type="screen16x9"/>
  <p:notesSz cx="6858000" cy="9144000"/>
  <p:embeddedFontLst>
    <p:embeddedFont>
      <p:font typeface="Anaheim" panose="02000503000000000000" pitchFamily="2" charset="77"/>
      <p:regular r:id="rId20"/>
    </p:embeddedFont>
    <p:embeddedFont>
      <p:font typeface="Asap" pitchFamily="2" charset="77"/>
      <p:regular r:id="rId21"/>
      <p:bold r:id="rId22"/>
      <p:italic r:id="rId23"/>
      <p:boldItalic r:id="rId24"/>
    </p:embeddedFont>
    <p:embeddedFont>
      <p:font typeface="Calibri" panose="020F0502020204030204" pitchFamily="34" charset="0"/>
      <p:regular r:id="rId25"/>
      <p:bold r:id="rId26"/>
      <p:italic r:id="rId27"/>
      <p:boldItalic r:id="rId28"/>
    </p:embeddedFont>
    <p:embeddedFont>
      <p:font typeface="Passion One" panose="02000506080000020004" pitchFamily="2" charset="77"/>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5B8F0C-E8E3-480A-B283-92F8A39212D4}">
  <a:tblStyle styleId="{0C5B8F0C-E8E3-480A-B283-92F8A39212D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484C0A3-B571-4290-852F-0440D858BDD0}"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512"/>
    <p:restoredTop sz="94646"/>
  </p:normalViewPr>
  <p:slideViewPr>
    <p:cSldViewPr snapToGrid="0">
      <p:cViewPr varScale="1">
        <p:scale>
          <a:sx n="106" d="100"/>
          <a:sy n="106" d="100"/>
        </p:scale>
        <p:origin x="200" y="3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2"/>
        <p:cNvGrpSpPr/>
        <p:nvPr/>
      </p:nvGrpSpPr>
      <p:grpSpPr>
        <a:xfrm>
          <a:off x="0" y="0"/>
          <a:ext cx="0" cy="0"/>
          <a:chOff x="0" y="0"/>
          <a:chExt cx="0" cy="0"/>
        </a:xfrm>
      </p:grpSpPr>
      <p:sp>
        <p:nvSpPr>
          <p:cNvPr id="2073" name="Google Shape;2073;g25faf983a2e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4" name="Google Shape;2074;g25faf983a2e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0"/>
        <p:cNvGrpSpPr/>
        <p:nvPr/>
      </p:nvGrpSpPr>
      <p:grpSpPr>
        <a:xfrm>
          <a:off x="0" y="0"/>
          <a:ext cx="0" cy="0"/>
          <a:chOff x="0" y="0"/>
          <a:chExt cx="0" cy="0"/>
        </a:xfrm>
      </p:grpSpPr>
      <p:sp>
        <p:nvSpPr>
          <p:cNvPr id="2371" name="Google Shape;2371;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2" name="Google Shape;2372;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1"/>
        <p:cNvGrpSpPr/>
        <p:nvPr/>
      </p:nvGrpSpPr>
      <p:grpSpPr>
        <a:xfrm>
          <a:off x="0" y="0"/>
          <a:ext cx="0" cy="0"/>
          <a:chOff x="0" y="0"/>
          <a:chExt cx="0" cy="0"/>
        </a:xfrm>
      </p:grpSpPr>
      <p:sp>
        <p:nvSpPr>
          <p:cNvPr id="2112" name="Google Shape;2112;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3" name="Google Shape;211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8"/>
        <p:cNvGrpSpPr/>
        <p:nvPr/>
      </p:nvGrpSpPr>
      <p:grpSpPr>
        <a:xfrm>
          <a:off x="0" y="0"/>
          <a:ext cx="0" cy="0"/>
          <a:chOff x="0" y="0"/>
          <a:chExt cx="0" cy="0"/>
        </a:xfrm>
      </p:grpSpPr>
      <p:sp>
        <p:nvSpPr>
          <p:cNvPr id="2089" name="Google Shape;20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0" name="Google Shape;20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2"/>
        <p:cNvGrpSpPr/>
        <p:nvPr/>
      </p:nvGrpSpPr>
      <p:grpSpPr>
        <a:xfrm>
          <a:off x="0" y="0"/>
          <a:ext cx="0" cy="0"/>
          <a:chOff x="0" y="0"/>
          <a:chExt cx="0" cy="0"/>
        </a:xfrm>
      </p:grpSpPr>
      <p:sp>
        <p:nvSpPr>
          <p:cNvPr id="2253" name="Google Shape;225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4" name="Google Shape;225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0"/>
        <p:cNvGrpSpPr/>
        <p:nvPr/>
      </p:nvGrpSpPr>
      <p:grpSpPr>
        <a:xfrm>
          <a:off x="0" y="0"/>
          <a:ext cx="0" cy="0"/>
          <a:chOff x="0" y="0"/>
          <a:chExt cx="0" cy="0"/>
        </a:xfrm>
      </p:grpSpPr>
      <p:sp>
        <p:nvSpPr>
          <p:cNvPr id="2191" name="Google Shape;2191;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2" name="Google Shape;2192;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2"/>
        <p:cNvGrpSpPr/>
        <p:nvPr/>
      </p:nvGrpSpPr>
      <p:grpSpPr>
        <a:xfrm>
          <a:off x="0" y="0"/>
          <a:ext cx="0" cy="0"/>
          <a:chOff x="0" y="0"/>
          <a:chExt cx="0" cy="0"/>
        </a:xfrm>
      </p:grpSpPr>
      <p:sp>
        <p:nvSpPr>
          <p:cNvPr id="2253" name="Google Shape;2253;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4" name="Google Shape;2254;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8014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283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8"/>
        <p:cNvGrpSpPr/>
        <p:nvPr/>
      </p:nvGrpSpPr>
      <p:grpSpPr>
        <a:xfrm>
          <a:off x="0" y="0"/>
          <a:ext cx="0" cy="0"/>
          <a:chOff x="0" y="0"/>
          <a:chExt cx="0" cy="0"/>
        </a:xfrm>
      </p:grpSpPr>
      <p:sp>
        <p:nvSpPr>
          <p:cNvPr id="2819" name="Google Shape;2819;g1e54cc70b26_1_47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0" name="Google Shape;2820;g1e54cc70b26_1_4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6"/>
        <p:cNvGrpSpPr/>
        <p:nvPr/>
      </p:nvGrpSpPr>
      <p:grpSpPr>
        <a:xfrm>
          <a:off x="0" y="0"/>
          <a:ext cx="0" cy="0"/>
          <a:chOff x="0" y="0"/>
          <a:chExt cx="0" cy="0"/>
        </a:xfrm>
      </p:grpSpPr>
      <p:sp>
        <p:nvSpPr>
          <p:cNvPr id="2337" name="Google Shape;2337;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8" name="Google Shape;2338;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9"/>
        <p:cNvGrpSpPr/>
        <p:nvPr/>
      </p:nvGrpSpPr>
      <p:grpSpPr>
        <a:xfrm>
          <a:off x="0" y="0"/>
          <a:ext cx="0" cy="0"/>
          <a:chOff x="0" y="0"/>
          <a:chExt cx="0" cy="0"/>
        </a:xfrm>
      </p:grpSpPr>
      <p:sp>
        <p:nvSpPr>
          <p:cNvPr id="2670" name="Google Shape;2670;g1e54cc70b26_1_4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1" name="Google Shape;2671;g1e54cc70b26_1_4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5825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0"/>
        <p:cNvGrpSpPr/>
        <p:nvPr/>
      </p:nvGrpSpPr>
      <p:grpSpPr>
        <a:xfrm>
          <a:off x="0" y="0"/>
          <a:ext cx="0" cy="0"/>
          <a:chOff x="0" y="0"/>
          <a:chExt cx="0" cy="0"/>
        </a:xfrm>
      </p:grpSpPr>
      <p:sp>
        <p:nvSpPr>
          <p:cNvPr id="2191" name="Google Shape;2191;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2" name="Google Shape;2192;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49762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1"/>
        <p:cNvGrpSpPr/>
        <p:nvPr/>
      </p:nvGrpSpPr>
      <p:grpSpPr>
        <a:xfrm>
          <a:off x="0" y="0"/>
          <a:ext cx="0" cy="0"/>
          <a:chOff x="0" y="0"/>
          <a:chExt cx="0" cy="0"/>
        </a:xfrm>
      </p:grpSpPr>
      <p:sp>
        <p:nvSpPr>
          <p:cNvPr id="2112" name="Google Shape;2112;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3" name="Google Shape;2113;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4805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0"/>
        <p:cNvGrpSpPr/>
        <p:nvPr/>
      </p:nvGrpSpPr>
      <p:grpSpPr>
        <a:xfrm>
          <a:off x="0" y="0"/>
          <a:ext cx="0" cy="0"/>
          <a:chOff x="0" y="0"/>
          <a:chExt cx="0" cy="0"/>
        </a:xfrm>
      </p:grpSpPr>
      <p:sp>
        <p:nvSpPr>
          <p:cNvPr id="2371" name="Google Shape;2371;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2" name="Google Shape;2372;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4581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6"/>
        <p:cNvGrpSpPr/>
        <p:nvPr/>
      </p:nvGrpSpPr>
      <p:grpSpPr>
        <a:xfrm>
          <a:off x="0" y="0"/>
          <a:ext cx="0" cy="0"/>
          <a:chOff x="0" y="0"/>
          <a:chExt cx="0" cy="0"/>
        </a:xfrm>
      </p:grpSpPr>
      <p:sp>
        <p:nvSpPr>
          <p:cNvPr id="2847" name="Google Shape;2847;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8" name="Google Shape;2848;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8695" y="-168611"/>
            <a:ext cx="8686931" cy="5467412"/>
            <a:chOff x="-8695" y="-168611"/>
            <a:chExt cx="8686931" cy="5467412"/>
          </a:xfrm>
        </p:grpSpPr>
        <p:sp>
          <p:nvSpPr>
            <p:cNvPr id="10" name="Google Shape;10;p2"/>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478157" y="303126"/>
            <a:ext cx="8261725" cy="4562550"/>
          </a:xfrm>
          <a:custGeom>
            <a:avLst/>
            <a:gdLst/>
            <a:ahLst/>
            <a:cxnLst/>
            <a:rect l="l" t="t" r="r" b="b"/>
            <a:pathLst>
              <a:path w="330469" h="182502" extrusionOk="0">
                <a:moveTo>
                  <a:pt x="6020" y="152848"/>
                </a:moveTo>
                <a:cubicBezTo>
                  <a:pt x="386" y="138870"/>
                  <a:pt x="-159" y="112857"/>
                  <a:pt x="31" y="89933"/>
                </a:cubicBezTo>
                <a:cubicBezTo>
                  <a:pt x="222" y="67010"/>
                  <a:pt x="-185" y="29840"/>
                  <a:pt x="7163" y="15307"/>
                </a:cubicBezTo>
                <a:cubicBezTo>
                  <a:pt x="14511" y="774"/>
                  <a:pt x="17446" y="5215"/>
                  <a:pt x="44120" y="2734"/>
                </a:cubicBezTo>
                <a:cubicBezTo>
                  <a:pt x="70794" y="253"/>
                  <a:pt x="123902" y="-596"/>
                  <a:pt x="167209" y="420"/>
                </a:cubicBezTo>
                <a:cubicBezTo>
                  <a:pt x="210516" y="1436"/>
                  <a:pt x="277106" y="1713"/>
                  <a:pt x="303962" y="8830"/>
                </a:cubicBezTo>
                <a:cubicBezTo>
                  <a:pt x="330818" y="15947"/>
                  <a:pt x="324282" y="27309"/>
                  <a:pt x="328346" y="43120"/>
                </a:cubicBezTo>
                <a:cubicBezTo>
                  <a:pt x="332410" y="58932"/>
                  <a:pt x="329616" y="83379"/>
                  <a:pt x="328346" y="103699"/>
                </a:cubicBezTo>
                <a:cubicBezTo>
                  <a:pt x="327076" y="124019"/>
                  <a:pt x="329299" y="152277"/>
                  <a:pt x="320726" y="165040"/>
                </a:cubicBezTo>
                <a:cubicBezTo>
                  <a:pt x="312154" y="177804"/>
                  <a:pt x="309134" y="177495"/>
                  <a:pt x="276911" y="180280"/>
                </a:cubicBezTo>
                <a:cubicBezTo>
                  <a:pt x="244688" y="183065"/>
                  <a:pt x="167903" y="182830"/>
                  <a:pt x="127390" y="181750"/>
                </a:cubicBezTo>
                <a:cubicBezTo>
                  <a:pt x="86877" y="180671"/>
                  <a:pt x="54061" y="178620"/>
                  <a:pt x="33833" y="173803"/>
                </a:cubicBezTo>
                <a:cubicBezTo>
                  <a:pt x="13605" y="168986"/>
                  <a:pt x="11654" y="166826"/>
                  <a:pt x="6020" y="152848"/>
                </a:cubicBezTo>
                <a:close/>
              </a:path>
            </a:pathLst>
          </a:custGeom>
          <a:solidFill>
            <a:schemeClr val="dk2"/>
          </a:solidFill>
          <a:ln>
            <a:noFill/>
          </a:ln>
        </p:spPr>
      </p:sp>
      <p:sp>
        <p:nvSpPr>
          <p:cNvPr id="26" name="Google Shape;26;p2"/>
          <p:cNvSpPr txBox="1">
            <a:spLocks noGrp="1"/>
          </p:cNvSpPr>
          <p:nvPr>
            <p:ph type="ctrTitle"/>
          </p:nvPr>
        </p:nvSpPr>
        <p:spPr>
          <a:xfrm>
            <a:off x="1555050" y="1377250"/>
            <a:ext cx="6033900" cy="2352000"/>
          </a:xfrm>
          <a:prstGeom prst="rect">
            <a:avLst/>
          </a:prstGeom>
        </p:spPr>
        <p:txBody>
          <a:bodyPr spcFirstLastPara="1" wrap="square" lIns="91425" tIns="91425" rIns="91425" bIns="91425" anchor="b" anchorCtr="0">
            <a:noAutofit/>
          </a:bodyPr>
          <a:lstStyle>
            <a:lvl1pPr lvl="0" algn="ctr">
              <a:lnSpc>
                <a:spcPct val="80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7" name="Google Shape;27;p2"/>
          <p:cNvSpPr txBox="1">
            <a:spLocks noGrp="1"/>
          </p:cNvSpPr>
          <p:nvPr>
            <p:ph type="subTitle" idx="1"/>
          </p:nvPr>
        </p:nvSpPr>
        <p:spPr>
          <a:xfrm>
            <a:off x="2307600" y="3716106"/>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8" name="Google Shape;28;p2"/>
          <p:cNvGrpSpPr/>
          <p:nvPr/>
        </p:nvGrpSpPr>
        <p:grpSpPr>
          <a:xfrm>
            <a:off x="1320113" y="249020"/>
            <a:ext cx="7571064" cy="4728954"/>
            <a:chOff x="1320113" y="249020"/>
            <a:chExt cx="7571064" cy="4728954"/>
          </a:xfrm>
        </p:grpSpPr>
        <p:grpSp>
          <p:nvGrpSpPr>
            <p:cNvPr id="29" name="Google Shape;29;p2"/>
            <p:cNvGrpSpPr/>
            <p:nvPr/>
          </p:nvGrpSpPr>
          <p:grpSpPr>
            <a:xfrm>
              <a:off x="1320113" y="249020"/>
              <a:ext cx="1813611" cy="4728954"/>
              <a:chOff x="1320113" y="249020"/>
              <a:chExt cx="1813611" cy="4728954"/>
            </a:xfrm>
          </p:grpSpPr>
          <p:sp>
            <p:nvSpPr>
              <p:cNvPr id="30" name="Google Shape;30;p2"/>
              <p:cNvSpPr/>
              <p:nvPr/>
            </p:nvSpPr>
            <p:spPr>
              <a:xfrm>
                <a:off x="1878725" y="429375"/>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912925" y="4695295"/>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320113" y="445767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217600" y="24902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2"/>
            <p:cNvGrpSpPr/>
            <p:nvPr/>
          </p:nvGrpSpPr>
          <p:grpSpPr>
            <a:xfrm>
              <a:off x="8430775" y="1313920"/>
              <a:ext cx="460401" cy="2429594"/>
              <a:chOff x="8430775" y="1313920"/>
              <a:chExt cx="460401" cy="2429594"/>
            </a:xfrm>
          </p:grpSpPr>
          <p:sp>
            <p:nvSpPr>
              <p:cNvPr id="35" name="Google Shape;35;p2"/>
              <p:cNvSpPr/>
              <p:nvPr/>
            </p:nvSpPr>
            <p:spPr>
              <a:xfrm>
                <a:off x="8627925" y="131392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8818025" y="1657325"/>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8430775" y="34003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627925" y="3653900"/>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 name="Google Shape;39;p2"/>
          <p:cNvGrpSpPr/>
          <p:nvPr/>
        </p:nvGrpSpPr>
        <p:grpSpPr>
          <a:xfrm>
            <a:off x="82169" y="132859"/>
            <a:ext cx="8775120" cy="4878545"/>
            <a:chOff x="82169" y="132859"/>
            <a:chExt cx="8775120" cy="4878545"/>
          </a:xfrm>
        </p:grpSpPr>
        <p:grpSp>
          <p:nvGrpSpPr>
            <p:cNvPr id="40" name="Google Shape;40;p2"/>
            <p:cNvGrpSpPr/>
            <p:nvPr/>
          </p:nvGrpSpPr>
          <p:grpSpPr>
            <a:xfrm>
              <a:off x="82169" y="193399"/>
              <a:ext cx="8775120" cy="4818005"/>
              <a:chOff x="82169" y="193399"/>
              <a:chExt cx="8775120" cy="4818005"/>
            </a:xfrm>
          </p:grpSpPr>
          <p:grpSp>
            <p:nvGrpSpPr>
              <p:cNvPr id="41" name="Google Shape;41;p2"/>
              <p:cNvGrpSpPr/>
              <p:nvPr/>
            </p:nvGrpSpPr>
            <p:grpSpPr>
              <a:xfrm>
                <a:off x="360349" y="1634802"/>
                <a:ext cx="250640" cy="222131"/>
                <a:chOff x="3121200" y="2543625"/>
                <a:chExt cx="73850" cy="65450"/>
              </a:xfrm>
            </p:grpSpPr>
            <p:sp>
              <p:nvSpPr>
                <p:cNvPr id="42" name="Google Shape;42;p2"/>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44;p2"/>
              <p:cNvGrpSpPr/>
              <p:nvPr/>
            </p:nvGrpSpPr>
            <p:grpSpPr>
              <a:xfrm>
                <a:off x="492763" y="1182015"/>
                <a:ext cx="190193" cy="179538"/>
                <a:chOff x="3459075" y="2396200"/>
                <a:chExt cx="59350" cy="56025"/>
              </a:xfrm>
            </p:grpSpPr>
            <p:sp>
              <p:nvSpPr>
                <p:cNvPr id="45" name="Google Shape;45;p2"/>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2"/>
              <p:cNvGrpSpPr/>
              <p:nvPr/>
            </p:nvGrpSpPr>
            <p:grpSpPr>
              <a:xfrm>
                <a:off x="682955" y="1537395"/>
                <a:ext cx="209581" cy="169844"/>
                <a:chOff x="3145425" y="2401425"/>
                <a:chExt cx="65400" cy="53000"/>
              </a:xfrm>
            </p:grpSpPr>
            <p:sp>
              <p:nvSpPr>
                <p:cNvPr id="48" name="Google Shape;48;p2"/>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82169" y="193399"/>
                <a:ext cx="8775120" cy="4818005"/>
                <a:chOff x="82169" y="193399"/>
                <a:chExt cx="8775120" cy="4818005"/>
              </a:xfrm>
            </p:grpSpPr>
            <p:grpSp>
              <p:nvGrpSpPr>
                <p:cNvPr id="51" name="Google Shape;51;p2"/>
                <p:cNvGrpSpPr/>
                <p:nvPr/>
              </p:nvGrpSpPr>
              <p:grpSpPr>
                <a:xfrm rot="2376835">
                  <a:off x="209965" y="4158698"/>
                  <a:ext cx="755483" cy="672965"/>
                  <a:chOff x="2373125" y="2325900"/>
                  <a:chExt cx="128164" cy="114184"/>
                </a:xfrm>
              </p:grpSpPr>
              <p:sp>
                <p:nvSpPr>
                  <p:cNvPr id="52" name="Google Shape;52;p2"/>
                  <p:cNvSpPr/>
                  <p:nvPr/>
                </p:nvSpPr>
                <p:spPr>
                  <a:xfrm>
                    <a:off x="2396389" y="2340334"/>
                    <a:ext cx="104900" cy="99750"/>
                  </a:xfrm>
                  <a:custGeom>
                    <a:avLst/>
                    <a:gdLst/>
                    <a:ahLst/>
                    <a:cxnLst/>
                    <a:rect l="l" t="t" r="r" b="b"/>
                    <a:pathLst>
                      <a:path w="4196" h="3990" extrusionOk="0">
                        <a:moveTo>
                          <a:pt x="1447" y="1"/>
                        </a:moveTo>
                        <a:cubicBezTo>
                          <a:pt x="1443" y="1"/>
                          <a:pt x="1440" y="1"/>
                          <a:pt x="1438" y="3"/>
                        </a:cubicBezTo>
                        <a:cubicBezTo>
                          <a:pt x="1347" y="9"/>
                          <a:pt x="970" y="432"/>
                          <a:pt x="970" y="432"/>
                        </a:cubicBezTo>
                        <a:lnTo>
                          <a:pt x="658" y="308"/>
                        </a:lnTo>
                        <a:lnTo>
                          <a:pt x="1" y="1316"/>
                        </a:lnTo>
                        <a:lnTo>
                          <a:pt x="235" y="1550"/>
                        </a:lnTo>
                        <a:cubicBezTo>
                          <a:pt x="235" y="1550"/>
                          <a:pt x="7" y="2064"/>
                          <a:pt x="33" y="2155"/>
                        </a:cubicBezTo>
                        <a:cubicBezTo>
                          <a:pt x="66" y="2233"/>
                          <a:pt x="2461" y="3990"/>
                          <a:pt x="2593" y="3990"/>
                        </a:cubicBezTo>
                        <a:cubicBezTo>
                          <a:pt x="2594" y="3990"/>
                          <a:pt x="2595" y="3990"/>
                          <a:pt x="2596" y="3989"/>
                        </a:cubicBezTo>
                        <a:cubicBezTo>
                          <a:pt x="2921" y="3892"/>
                          <a:pt x="4196" y="1954"/>
                          <a:pt x="4163" y="1596"/>
                        </a:cubicBezTo>
                        <a:cubicBezTo>
                          <a:pt x="4163" y="1576"/>
                          <a:pt x="4066" y="1505"/>
                          <a:pt x="3903" y="1407"/>
                        </a:cubicBezTo>
                        <a:cubicBezTo>
                          <a:pt x="3409" y="1089"/>
                          <a:pt x="2336" y="464"/>
                          <a:pt x="1783" y="165"/>
                        </a:cubicBezTo>
                        <a:cubicBezTo>
                          <a:pt x="1604" y="64"/>
                          <a:pt x="1486" y="1"/>
                          <a:pt x="144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373125" y="2325900"/>
                    <a:ext cx="47325" cy="60275"/>
                  </a:xfrm>
                  <a:custGeom>
                    <a:avLst/>
                    <a:gdLst/>
                    <a:ahLst/>
                    <a:cxnLst/>
                    <a:rect l="l" t="t" r="r" b="b"/>
                    <a:pathLst>
                      <a:path w="1893" h="2411" extrusionOk="0">
                        <a:moveTo>
                          <a:pt x="1283" y="1"/>
                        </a:moveTo>
                        <a:cubicBezTo>
                          <a:pt x="1273" y="1"/>
                          <a:pt x="1264" y="2"/>
                          <a:pt x="1256" y="4"/>
                        </a:cubicBezTo>
                        <a:cubicBezTo>
                          <a:pt x="1191" y="17"/>
                          <a:pt x="0" y="1896"/>
                          <a:pt x="7" y="1942"/>
                        </a:cubicBezTo>
                        <a:cubicBezTo>
                          <a:pt x="26" y="2039"/>
                          <a:pt x="482" y="2397"/>
                          <a:pt x="527" y="2410"/>
                        </a:cubicBezTo>
                        <a:cubicBezTo>
                          <a:pt x="527" y="2410"/>
                          <a:pt x="527" y="2410"/>
                          <a:pt x="527" y="2410"/>
                        </a:cubicBezTo>
                        <a:cubicBezTo>
                          <a:pt x="590" y="2410"/>
                          <a:pt x="1893" y="316"/>
                          <a:pt x="1847" y="270"/>
                        </a:cubicBezTo>
                        <a:cubicBezTo>
                          <a:pt x="1811" y="222"/>
                          <a:pt x="1436" y="1"/>
                          <a:pt x="1283"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2375225" y="2332250"/>
                    <a:ext cx="24425" cy="34125"/>
                  </a:xfrm>
                  <a:custGeom>
                    <a:avLst/>
                    <a:gdLst/>
                    <a:ahLst/>
                    <a:cxnLst/>
                    <a:rect l="l" t="t" r="r" b="b"/>
                    <a:pathLst>
                      <a:path w="977" h="1365" extrusionOk="0">
                        <a:moveTo>
                          <a:pt x="892" y="0"/>
                        </a:moveTo>
                        <a:cubicBezTo>
                          <a:pt x="865" y="0"/>
                          <a:pt x="838" y="4"/>
                          <a:pt x="820" y="16"/>
                        </a:cubicBezTo>
                        <a:cubicBezTo>
                          <a:pt x="768" y="55"/>
                          <a:pt x="1" y="1220"/>
                          <a:pt x="7" y="1259"/>
                        </a:cubicBezTo>
                        <a:cubicBezTo>
                          <a:pt x="19" y="1295"/>
                          <a:pt x="98" y="1364"/>
                          <a:pt x="110" y="1364"/>
                        </a:cubicBezTo>
                        <a:cubicBezTo>
                          <a:pt x="111" y="1364"/>
                          <a:pt x="112" y="1364"/>
                          <a:pt x="112" y="1363"/>
                        </a:cubicBezTo>
                        <a:lnTo>
                          <a:pt x="977" y="10"/>
                        </a:lnTo>
                        <a:cubicBezTo>
                          <a:pt x="977" y="10"/>
                          <a:pt x="935" y="0"/>
                          <a:pt x="8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2384075" y="2331250"/>
                    <a:ext cx="37400" cy="56475"/>
                  </a:xfrm>
                  <a:custGeom>
                    <a:avLst/>
                    <a:gdLst/>
                    <a:ahLst/>
                    <a:cxnLst/>
                    <a:rect l="l" t="t" r="r" b="b"/>
                    <a:pathLst>
                      <a:path w="1496" h="2259" extrusionOk="0">
                        <a:moveTo>
                          <a:pt x="1399" y="1"/>
                        </a:moveTo>
                        <a:cubicBezTo>
                          <a:pt x="1380" y="1"/>
                          <a:pt x="1362" y="9"/>
                          <a:pt x="1351" y="30"/>
                        </a:cubicBezTo>
                        <a:cubicBezTo>
                          <a:pt x="1260" y="193"/>
                          <a:pt x="1175" y="356"/>
                          <a:pt x="1084" y="512"/>
                        </a:cubicBezTo>
                        <a:cubicBezTo>
                          <a:pt x="759" y="1071"/>
                          <a:pt x="408" y="1624"/>
                          <a:pt x="37" y="2151"/>
                        </a:cubicBezTo>
                        <a:cubicBezTo>
                          <a:pt x="0" y="2206"/>
                          <a:pt x="49" y="2258"/>
                          <a:pt x="96" y="2258"/>
                        </a:cubicBezTo>
                        <a:cubicBezTo>
                          <a:pt x="115" y="2258"/>
                          <a:pt x="135" y="2249"/>
                          <a:pt x="148" y="2229"/>
                        </a:cubicBezTo>
                        <a:cubicBezTo>
                          <a:pt x="252" y="2073"/>
                          <a:pt x="362" y="1923"/>
                          <a:pt x="460" y="1773"/>
                        </a:cubicBezTo>
                        <a:cubicBezTo>
                          <a:pt x="824" y="1227"/>
                          <a:pt x="1156" y="674"/>
                          <a:pt x="1468" y="102"/>
                        </a:cubicBezTo>
                        <a:cubicBezTo>
                          <a:pt x="1496" y="51"/>
                          <a:pt x="1445" y="1"/>
                          <a:pt x="139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2402875" y="2330525"/>
                    <a:ext cx="12375" cy="7675"/>
                  </a:xfrm>
                  <a:custGeom>
                    <a:avLst/>
                    <a:gdLst/>
                    <a:ahLst/>
                    <a:cxnLst/>
                    <a:rect l="l" t="t" r="r" b="b"/>
                    <a:pathLst>
                      <a:path w="495" h="307" extrusionOk="0">
                        <a:moveTo>
                          <a:pt x="40" y="1"/>
                        </a:moveTo>
                        <a:lnTo>
                          <a:pt x="1" y="79"/>
                        </a:lnTo>
                        <a:lnTo>
                          <a:pt x="443" y="307"/>
                        </a:lnTo>
                        <a:lnTo>
                          <a:pt x="495" y="222"/>
                        </a:lnTo>
                        <a:lnTo>
                          <a:pt x="40"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398475" y="2337050"/>
                    <a:ext cx="12550" cy="7650"/>
                  </a:xfrm>
                  <a:custGeom>
                    <a:avLst/>
                    <a:gdLst/>
                    <a:ahLst/>
                    <a:cxnLst/>
                    <a:rect l="l" t="t" r="r" b="b"/>
                    <a:pathLst>
                      <a:path w="502" h="306" extrusionOk="0">
                        <a:moveTo>
                          <a:pt x="47" y="0"/>
                        </a:moveTo>
                        <a:lnTo>
                          <a:pt x="1" y="78"/>
                        </a:lnTo>
                        <a:lnTo>
                          <a:pt x="450" y="306"/>
                        </a:lnTo>
                        <a:lnTo>
                          <a:pt x="502" y="221"/>
                        </a:lnTo>
                        <a:lnTo>
                          <a:pt x="47" y="0"/>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2394250" y="2343875"/>
                    <a:ext cx="12400" cy="7500"/>
                  </a:xfrm>
                  <a:custGeom>
                    <a:avLst/>
                    <a:gdLst/>
                    <a:ahLst/>
                    <a:cxnLst/>
                    <a:rect l="l" t="t" r="r" b="b"/>
                    <a:pathLst>
                      <a:path w="496" h="300" extrusionOk="0">
                        <a:moveTo>
                          <a:pt x="40" y="0"/>
                        </a:moveTo>
                        <a:lnTo>
                          <a:pt x="1" y="65"/>
                        </a:lnTo>
                        <a:lnTo>
                          <a:pt x="450" y="299"/>
                        </a:lnTo>
                        <a:lnTo>
                          <a:pt x="495" y="215"/>
                        </a:lnTo>
                        <a:lnTo>
                          <a:pt x="40" y="0"/>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2390025" y="2350375"/>
                    <a:ext cx="12400" cy="7500"/>
                  </a:xfrm>
                  <a:custGeom>
                    <a:avLst/>
                    <a:gdLst/>
                    <a:ahLst/>
                    <a:cxnLst/>
                    <a:rect l="l" t="t" r="r" b="b"/>
                    <a:pathLst>
                      <a:path w="496" h="300" extrusionOk="0">
                        <a:moveTo>
                          <a:pt x="40" y="0"/>
                        </a:moveTo>
                        <a:lnTo>
                          <a:pt x="1" y="65"/>
                        </a:lnTo>
                        <a:lnTo>
                          <a:pt x="450" y="300"/>
                        </a:lnTo>
                        <a:lnTo>
                          <a:pt x="495" y="215"/>
                        </a:lnTo>
                        <a:lnTo>
                          <a:pt x="40" y="0"/>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2385800" y="2356875"/>
                    <a:ext cx="12375" cy="7500"/>
                  </a:xfrm>
                  <a:custGeom>
                    <a:avLst/>
                    <a:gdLst/>
                    <a:ahLst/>
                    <a:cxnLst/>
                    <a:rect l="l" t="t" r="r" b="b"/>
                    <a:pathLst>
                      <a:path w="495" h="300" extrusionOk="0">
                        <a:moveTo>
                          <a:pt x="40" y="1"/>
                        </a:moveTo>
                        <a:lnTo>
                          <a:pt x="1" y="72"/>
                        </a:lnTo>
                        <a:lnTo>
                          <a:pt x="443" y="300"/>
                        </a:lnTo>
                        <a:lnTo>
                          <a:pt x="495" y="215"/>
                        </a:lnTo>
                        <a:lnTo>
                          <a:pt x="40"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2381425" y="2363375"/>
                    <a:ext cx="12525" cy="7500"/>
                  </a:xfrm>
                  <a:custGeom>
                    <a:avLst/>
                    <a:gdLst/>
                    <a:ahLst/>
                    <a:cxnLst/>
                    <a:rect l="l" t="t" r="r" b="b"/>
                    <a:pathLst>
                      <a:path w="501" h="300" extrusionOk="0">
                        <a:moveTo>
                          <a:pt x="46" y="1"/>
                        </a:moveTo>
                        <a:lnTo>
                          <a:pt x="0" y="72"/>
                        </a:lnTo>
                        <a:lnTo>
                          <a:pt x="449" y="300"/>
                        </a:lnTo>
                        <a:lnTo>
                          <a:pt x="501" y="215"/>
                        </a:lnTo>
                        <a:lnTo>
                          <a:pt x="46"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377200" y="2370050"/>
                    <a:ext cx="12200" cy="7500"/>
                  </a:xfrm>
                  <a:custGeom>
                    <a:avLst/>
                    <a:gdLst/>
                    <a:ahLst/>
                    <a:cxnLst/>
                    <a:rect l="l" t="t" r="r" b="b"/>
                    <a:pathLst>
                      <a:path w="488" h="300" extrusionOk="0">
                        <a:moveTo>
                          <a:pt x="39" y="0"/>
                        </a:moveTo>
                        <a:lnTo>
                          <a:pt x="0" y="65"/>
                        </a:lnTo>
                        <a:lnTo>
                          <a:pt x="449" y="299"/>
                        </a:lnTo>
                        <a:lnTo>
                          <a:pt x="488" y="221"/>
                        </a:lnTo>
                        <a:lnTo>
                          <a:pt x="39" y="0"/>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421439" y="2344134"/>
                    <a:ext cx="72700" cy="66525"/>
                  </a:xfrm>
                  <a:custGeom>
                    <a:avLst/>
                    <a:gdLst/>
                    <a:ahLst/>
                    <a:cxnLst/>
                    <a:rect l="l" t="t" r="r" b="b"/>
                    <a:pathLst>
                      <a:path w="2908" h="2661" extrusionOk="0">
                        <a:moveTo>
                          <a:pt x="787" y="0"/>
                        </a:moveTo>
                        <a:cubicBezTo>
                          <a:pt x="573" y="468"/>
                          <a:pt x="319" y="904"/>
                          <a:pt x="0" y="1301"/>
                        </a:cubicBezTo>
                        <a:cubicBezTo>
                          <a:pt x="612" y="1821"/>
                          <a:pt x="1269" y="2276"/>
                          <a:pt x="1977" y="2660"/>
                        </a:cubicBezTo>
                        <a:cubicBezTo>
                          <a:pt x="2355" y="2237"/>
                          <a:pt x="2647" y="1750"/>
                          <a:pt x="2907" y="1249"/>
                        </a:cubicBezTo>
                        <a:cubicBezTo>
                          <a:pt x="2413" y="930"/>
                          <a:pt x="1340" y="306"/>
                          <a:pt x="7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2422039" y="2354184"/>
                    <a:ext cx="53350" cy="27425"/>
                  </a:xfrm>
                  <a:custGeom>
                    <a:avLst/>
                    <a:gdLst/>
                    <a:ahLst/>
                    <a:cxnLst/>
                    <a:rect l="l" t="t" r="r" b="b"/>
                    <a:pathLst>
                      <a:path w="2134" h="1097" extrusionOk="0">
                        <a:moveTo>
                          <a:pt x="449" y="0"/>
                        </a:moveTo>
                        <a:cubicBezTo>
                          <a:pt x="370" y="0"/>
                          <a:pt x="310" y="15"/>
                          <a:pt x="276" y="47"/>
                        </a:cubicBezTo>
                        <a:cubicBezTo>
                          <a:pt x="1" y="311"/>
                          <a:pt x="1020" y="1097"/>
                          <a:pt x="1570" y="1097"/>
                        </a:cubicBezTo>
                        <a:cubicBezTo>
                          <a:pt x="1684" y="1097"/>
                          <a:pt x="1778" y="1063"/>
                          <a:pt x="1836" y="983"/>
                        </a:cubicBezTo>
                        <a:cubicBezTo>
                          <a:pt x="2134" y="574"/>
                          <a:pt x="941" y="0"/>
                          <a:pt x="449"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2"/>
                <p:cNvGrpSpPr/>
                <p:nvPr/>
              </p:nvGrpSpPr>
              <p:grpSpPr>
                <a:xfrm>
                  <a:off x="218510" y="193399"/>
                  <a:ext cx="1063485" cy="1220903"/>
                  <a:chOff x="2024050" y="2282075"/>
                  <a:chExt cx="234475" cy="269200"/>
                </a:xfrm>
              </p:grpSpPr>
              <p:sp>
                <p:nvSpPr>
                  <p:cNvPr id="66" name="Google Shape;66;p2"/>
                  <p:cNvSpPr/>
                  <p:nvPr/>
                </p:nvSpPr>
                <p:spPr>
                  <a:xfrm>
                    <a:off x="2055900" y="2282075"/>
                    <a:ext cx="202625" cy="204400"/>
                  </a:xfrm>
                  <a:custGeom>
                    <a:avLst/>
                    <a:gdLst/>
                    <a:ahLst/>
                    <a:cxnLst/>
                    <a:rect l="l" t="t" r="r" b="b"/>
                    <a:pathLst>
                      <a:path w="8105" h="8176" extrusionOk="0">
                        <a:moveTo>
                          <a:pt x="3557" y="1"/>
                        </a:moveTo>
                        <a:cubicBezTo>
                          <a:pt x="3357" y="1"/>
                          <a:pt x="157" y="4248"/>
                          <a:pt x="144" y="4443"/>
                        </a:cubicBezTo>
                        <a:cubicBezTo>
                          <a:pt x="137" y="4638"/>
                          <a:pt x="320" y="5308"/>
                          <a:pt x="320" y="5308"/>
                        </a:cubicBezTo>
                        <a:lnTo>
                          <a:pt x="1" y="5900"/>
                        </a:lnTo>
                        <a:lnTo>
                          <a:pt x="1367" y="7057"/>
                        </a:lnTo>
                        <a:lnTo>
                          <a:pt x="2700" y="8176"/>
                        </a:lnTo>
                        <a:lnTo>
                          <a:pt x="3227" y="7760"/>
                        </a:lnTo>
                        <a:cubicBezTo>
                          <a:pt x="3227" y="7760"/>
                          <a:pt x="3737" y="7827"/>
                          <a:pt x="4012" y="7827"/>
                        </a:cubicBezTo>
                        <a:cubicBezTo>
                          <a:pt x="4068" y="7827"/>
                          <a:pt x="4113" y="7825"/>
                          <a:pt x="4144" y="7818"/>
                        </a:cubicBezTo>
                        <a:cubicBezTo>
                          <a:pt x="4332" y="7779"/>
                          <a:pt x="8104" y="3942"/>
                          <a:pt x="8026" y="3773"/>
                        </a:cubicBezTo>
                        <a:cubicBezTo>
                          <a:pt x="7604" y="2895"/>
                          <a:pt x="4202" y="111"/>
                          <a:pt x="3558" y="1"/>
                        </a:cubicBezTo>
                        <a:cubicBezTo>
                          <a:pt x="3558" y="1"/>
                          <a:pt x="3557" y="1"/>
                          <a:pt x="35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2090225" y="2332325"/>
                    <a:ext cx="119350" cy="112050"/>
                  </a:xfrm>
                  <a:custGeom>
                    <a:avLst/>
                    <a:gdLst/>
                    <a:ahLst/>
                    <a:cxnLst/>
                    <a:rect l="l" t="t" r="r" b="b"/>
                    <a:pathLst>
                      <a:path w="4774" h="4482" extrusionOk="0">
                        <a:moveTo>
                          <a:pt x="1515" y="0"/>
                        </a:moveTo>
                        <a:lnTo>
                          <a:pt x="0" y="2010"/>
                        </a:lnTo>
                        <a:cubicBezTo>
                          <a:pt x="702" y="2394"/>
                          <a:pt x="2491" y="3831"/>
                          <a:pt x="3031" y="4481"/>
                        </a:cubicBezTo>
                        <a:lnTo>
                          <a:pt x="4774" y="2576"/>
                        </a:lnTo>
                        <a:cubicBezTo>
                          <a:pt x="4592" y="2348"/>
                          <a:pt x="2595" y="384"/>
                          <a:pt x="15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2054300" y="2429275"/>
                    <a:ext cx="74975" cy="57225"/>
                  </a:xfrm>
                  <a:custGeom>
                    <a:avLst/>
                    <a:gdLst/>
                    <a:ahLst/>
                    <a:cxnLst/>
                    <a:rect l="l" t="t" r="r" b="b"/>
                    <a:pathLst>
                      <a:path w="2999" h="2289" extrusionOk="0">
                        <a:moveTo>
                          <a:pt x="75" y="1"/>
                        </a:moveTo>
                        <a:cubicBezTo>
                          <a:pt x="70" y="1"/>
                          <a:pt x="66" y="2"/>
                          <a:pt x="65" y="5"/>
                        </a:cubicBezTo>
                        <a:cubicBezTo>
                          <a:pt x="1" y="127"/>
                          <a:pt x="2535" y="2289"/>
                          <a:pt x="2757" y="2289"/>
                        </a:cubicBezTo>
                        <a:cubicBezTo>
                          <a:pt x="2760" y="2289"/>
                          <a:pt x="2762" y="2288"/>
                          <a:pt x="2764" y="2288"/>
                        </a:cubicBezTo>
                        <a:cubicBezTo>
                          <a:pt x="2999" y="2224"/>
                          <a:pt x="269" y="1"/>
                          <a:pt x="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2026975" y="2422475"/>
                    <a:ext cx="46675" cy="128800"/>
                  </a:xfrm>
                  <a:custGeom>
                    <a:avLst/>
                    <a:gdLst/>
                    <a:ahLst/>
                    <a:cxnLst/>
                    <a:rect l="l" t="t" r="r" b="b"/>
                    <a:pathLst>
                      <a:path w="1867" h="5152" extrusionOk="0">
                        <a:moveTo>
                          <a:pt x="776" y="1"/>
                        </a:moveTo>
                        <a:cubicBezTo>
                          <a:pt x="576" y="1"/>
                          <a:pt x="0" y="206"/>
                          <a:pt x="0" y="206"/>
                        </a:cubicBezTo>
                        <a:lnTo>
                          <a:pt x="865" y="5135"/>
                        </a:lnTo>
                        <a:cubicBezTo>
                          <a:pt x="865" y="5135"/>
                          <a:pt x="1046" y="5152"/>
                          <a:pt x="1234" y="5152"/>
                        </a:cubicBezTo>
                        <a:cubicBezTo>
                          <a:pt x="1423" y="5152"/>
                          <a:pt x="1620" y="5135"/>
                          <a:pt x="1652" y="5070"/>
                        </a:cubicBezTo>
                        <a:cubicBezTo>
                          <a:pt x="1867" y="4635"/>
                          <a:pt x="1054" y="284"/>
                          <a:pt x="839" y="17"/>
                        </a:cubicBezTo>
                        <a:cubicBezTo>
                          <a:pt x="830" y="6"/>
                          <a:pt x="807" y="1"/>
                          <a:pt x="7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2024050" y="2427575"/>
                    <a:ext cx="30350" cy="123350"/>
                  </a:xfrm>
                  <a:custGeom>
                    <a:avLst/>
                    <a:gdLst/>
                    <a:ahLst/>
                    <a:cxnLst/>
                    <a:rect l="l" t="t" r="r" b="b"/>
                    <a:pathLst>
                      <a:path w="1214" h="4934" extrusionOk="0">
                        <a:moveTo>
                          <a:pt x="120" y="1"/>
                        </a:moveTo>
                        <a:cubicBezTo>
                          <a:pt x="119" y="1"/>
                          <a:pt x="118" y="1"/>
                          <a:pt x="117" y="2"/>
                        </a:cubicBezTo>
                        <a:cubicBezTo>
                          <a:pt x="0" y="54"/>
                          <a:pt x="683" y="4814"/>
                          <a:pt x="982" y="4931"/>
                        </a:cubicBezTo>
                        <a:cubicBezTo>
                          <a:pt x="985" y="4933"/>
                          <a:pt x="987" y="4933"/>
                          <a:pt x="990" y="4933"/>
                        </a:cubicBezTo>
                        <a:cubicBezTo>
                          <a:pt x="1213" y="4933"/>
                          <a:pt x="252" y="1"/>
                          <a:pt x="1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2103400" y="2381050"/>
                    <a:ext cx="127150" cy="80125"/>
                  </a:xfrm>
                  <a:custGeom>
                    <a:avLst/>
                    <a:gdLst/>
                    <a:ahLst/>
                    <a:cxnLst/>
                    <a:rect l="l" t="t" r="r" b="b"/>
                    <a:pathLst>
                      <a:path w="5086" h="3205" extrusionOk="0">
                        <a:moveTo>
                          <a:pt x="4274" y="0"/>
                        </a:moveTo>
                        <a:cubicBezTo>
                          <a:pt x="3202" y="0"/>
                          <a:pt x="1" y="2298"/>
                          <a:pt x="1619" y="3163"/>
                        </a:cubicBezTo>
                        <a:cubicBezTo>
                          <a:pt x="1672" y="3192"/>
                          <a:pt x="1733" y="3205"/>
                          <a:pt x="1802" y="3205"/>
                        </a:cubicBezTo>
                        <a:cubicBezTo>
                          <a:pt x="2756" y="3205"/>
                          <a:pt x="5085" y="627"/>
                          <a:pt x="4533" y="81"/>
                        </a:cubicBezTo>
                        <a:cubicBezTo>
                          <a:pt x="4475" y="26"/>
                          <a:pt x="4386" y="0"/>
                          <a:pt x="4274"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72;p2"/>
                <p:cNvGrpSpPr/>
                <p:nvPr/>
              </p:nvGrpSpPr>
              <p:grpSpPr>
                <a:xfrm>
                  <a:off x="7789265" y="4295073"/>
                  <a:ext cx="1068024" cy="618053"/>
                  <a:chOff x="1888600" y="2027375"/>
                  <a:chExt cx="152850" cy="88450"/>
                </a:xfrm>
              </p:grpSpPr>
              <p:sp>
                <p:nvSpPr>
                  <p:cNvPr id="73" name="Google Shape;73;p2"/>
                  <p:cNvSpPr/>
                  <p:nvPr/>
                </p:nvSpPr>
                <p:spPr>
                  <a:xfrm>
                    <a:off x="1888600" y="2027375"/>
                    <a:ext cx="152850" cy="88450"/>
                  </a:xfrm>
                  <a:custGeom>
                    <a:avLst/>
                    <a:gdLst/>
                    <a:ahLst/>
                    <a:cxnLst/>
                    <a:rect l="l" t="t" r="r" b="b"/>
                    <a:pathLst>
                      <a:path w="6114" h="3538" extrusionOk="0">
                        <a:moveTo>
                          <a:pt x="3958" y="0"/>
                        </a:moveTo>
                        <a:cubicBezTo>
                          <a:pt x="3933" y="0"/>
                          <a:pt x="3908" y="8"/>
                          <a:pt x="3890" y="24"/>
                        </a:cubicBezTo>
                        <a:cubicBezTo>
                          <a:pt x="3191" y="574"/>
                          <a:pt x="2152" y="706"/>
                          <a:pt x="1325" y="706"/>
                        </a:cubicBezTo>
                        <a:cubicBezTo>
                          <a:pt x="782" y="706"/>
                          <a:pt x="330" y="649"/>
                          <a:pt x="124" y="616"/>
                        </a:cubicBezTo>
                        <a:cubicBezTo>
                          <a:pt x="120" y="615"/>
                          <a:pt x="117" y="615"/>
                          <a:pt x="113" y="615"/>
                        </a:cubicBezTo>
                        <a:cubicBezTo>
                          <a:pt x="53" y="615"/>
                          <a:pt x="1" y="665"/>
                          <a:pt x="1" y="726"/>
                        </a:cubicBezTo>
                        <a:cubicBezTo>
                          <a:pt x="1" y="1708"/>
                          <a:pt x="430" y="2846"/>
                          <a:pt x="514" y="3061"/>
                        </a:cubicBezTo>
                        <a:cubicBezTo>
                          <a:pt x="521" y="3087"/>
                          <a:pt x="540" y="3106"/>
                          <a:pt x="560" y="3119"/>
                        </a:cubicBezTo>
                        <a:cubicBezTo>
                          <a:pt x="1084" y="3420"/>
                          <a:pt x="1683" y="3538"/>
                          <a:pt x="2291" y="3538"/>
                        </a:cubicBezTo>
                        <a:cubicBezTo>
                          <a:pt x="3893" y="3538"/>
                          <a:pt x="5555" y="2722"/>
                          <a:pt x="6068" y="2293"/>
                        </a:cubicBezTo>
                        <a:cubicBezTo>
                          <a:pt x="6114" y="2241"/>
                          <a:pt x="6114" y="2170"/>
                          <a:pt x="6068" y="2131"/>
                        </a:cubicBezTo>
                        <a:lnTo>
                          <a:pt x="4033" y="30"/>
                        </a:lnTo>
                        <a:cubicBezTo>
                          <a:pt x="4012" y="10"/>
                          <a:pt x="3985" y="0"/>
                          <a:pt x="39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1891850" y="2031325"/>
                    <a:ext cx="145225" cy="81125"/>
                  </a:xfrm>
                  <a:custGeom>
                    <a:avLst/>
                    <a:gdLst/>
                    <a:ahLst/>
                    <a:cxnLst/>
                    <a:rect l="l" t="t" r="r" b="b"/>
                    <a:pathLst>
                      <a:path w="5809" h="3245" extrusionOk="0">
                        <a:moveTo>
                          <a:pt x="3822" y="1"/>
                        </a:moveTo>
                        <a:cubicBezTo>
                          <a:pt x="3813" y="1"/>
                          <a:pt x="3805" y="6"/>
                          <a:pt x="3799" y="15"/>
                        </a:cubicBezTo>
                        <a:cubicBezTo>
                          <a:pt x="3069" y="558"/>
                          <a:pt x="2028" y="689"/>
                          <a:pt x="1191" y="689"/>
                        </a:cubicBezTo>
                        <a:cubicBezTo>
                          <a:pt x="714" y="689"/>
                          <a:pt x="303" y="647"/>
                          <a:pt x="53" y="614"/>
                        </a:cubicBezTo>
                        <a:cubicBezTo>
                          <a:pt x="27" y="614"/>
                          <a:pt x="1" y="633"/>
                          <a:pt x="1" y="653"/>
                        </a:cubicBezTo>
                        <a:cubicBezTo>
                          <a:pt x="20" y="1563"/>
                          <a:pt x="397" y="2584"/>
                          <a:pt x="495" y="2831"/>
                        </a:cubicBezTo>
                        <a:cubicBezTo>
                          <a:pt x="495" y="2844"/>
                          <a:pt x="508" y="2851"/>
                          <a:pt x="514" y="2857"/>
                        </a:cubicBezTo>
                        <a:cubicBezTo>
                          <a:pt x="1011" y="3135"/>
                          <a:pt x="1581" y="3245"/>
                          <a:pt x="2162" y="3245"/>
                        </a:cubicBezTo>
                        <a:cubicBezTo>
                          <a:pt x="3635" y="3245"/>
                          <a:pt x="5179" y="2539"/>
                          <a:pt x="5776" y="2077"/>
                        </a:cubicBezTo>
                        <a:cubicBezTo>
                          <a:pt x="5795" y="2057"/>
                          <a:pt x="5808" y="2031"/>
                          <a:pt x="5782" y="2012"/>
                        </a:cubicBezTo>
                        <a:lnTo>
                          <a:pt x="3844" y="15"/>
                        </a:lnTo>
                        <a:cubicBezTo>
                          <a:pt x="3838" y="6"/>
                          <a:pt x="3830" y="1"/>
                          <a:pt x="38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1907950" y="2054875"/>
                    <a:ext cx="96125" cy="23100"/>
                  </a:xfrm>
                  <a:custGeom>
                    <a:avLst/>
                    <a:gdLst/>
                    <a:ahLst/>
                    <a:cxnLst/>
                    <a:rect l="l" t="t" r="r" b="b"/>
                    <a:pathLst>
                      <a:path w="3845" h="924" extrusionOk="0">
                        <a:moveTo>
                          <a:pt x="3800" y="1"/>
                        </a:moveTo>
                        <a:cubicBezTo>
                          <a:pt x="3795" y="1"/>
                          <a:pt x="3791" y="2"/>
                          <a:pt x="3786" y="3"/>
                        </a:cubicBezTo>
                        <a:cubicBezTo>
                          <a:pt x="3083" y="380"/>
                          <a:pt x="2517" y="608"/>
                          <a:pt x="1971" y="732"/>
                        </a:cubicBezTo>
                        <a:cubicBezTo>
                          <a:pt x="1627" y="810"/>
                          <a:pt x="1272" y="847"/>
                          <a:pt x="917" y="847"/>
                        </a:cubicBezTo>
                        <a:cubicBezTo>
                          <a:pt x="622" y="847"/>
                          <a:pt x="327" y="821"/>
                          <a:pt x="40" y="771"/>
                        </a:cubicBezTo>
                        <a:cubicBezTo>
                          <a:pt x="36" y="770"/>
                          <a:pt x="33" y="769"/>
                          <a:pt x="29" y="769"/>
                        </a:cubicBezTo>
                        <a:cubicBezTo>
                          <a:pt x="14" y="769"/>
                          <a:pt x="1" y="781"/>
                          <a:pt x="1" y="797"/>
                        </a:cubicBezTo>
                        <a:cubicBezTo>
                          <a:pt x="1" y="803"/>
                          <a:pt x="7" y="816"/>
                          <a:pt x="14" y="829"/>
                        </a:cubicBezTo>
                        <a:lnTo>
                          <a:pt x="33" y="842"/>
                        </a:lnTo>
                        <a:cubicBezTo>
                          <a:pt x="317" y="897"/>
                          <a:pt x="608" y="924"/>
                          <a:pt x="901" y="924"/>
                        </a:cubicBezTo>
                        <a:cubicBezTo>
                          <a:pt x="1266" y="924"/>
                          <a:pt x="1634" y="883"/>
                          <a:pt x="1991" y="803"/>
                        </a:cubicBezTo>
                        <a:cubicBezTo>
                          <a:pt x="2543" y="680"/>
                          <a:pt x="3103" y="452"/>
                          <a:pt x="3818" y="68"/>
                        </a:cubicBezTo>
                        <a:cubicBezTo>
                          <a:pt x="3838" y="62"/>
                          <a:pt x="3844" y="36"/>
                          <a:pt x="3838" y="23"/>
                        </a:cubicBezTo>
                        <a:cubicBezTo>
                          <a:pt x="3828" y="8"/>
                          <a:pt x="3814" y="1"/>
                          <a:pt x="380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1916250" y="2084200"/>
                    <a:ext cx="16450" cy="16450"/>
                  </a:xfrm>
                  <a:custGeom>
                    <a:avLst/>
                    <a:gdLst/>
                    <a:ahLst/>
                    <a:cxnLst/>
                    <a:rect l="l" t="t" r="r" b="b"/>
                    <a:pathLst>
                      <a:path w="658" h="658" extrusionOk="0">
                        <a:moveTo>
                          <a:pt x="269" y="0"/>
                        </a:moveTo>
                        <a:cubicBezTo>
                          <a:pt x="232" y="0"/>
                          <a:pt x="196" y="9"/>
                          <a:pt x="163" y="27"/>
                        </a:cubicBezTo>
                        <a:cubicBezTo>
                          <a:pt x="26" y="98"/>
                          <a:pt x="0" y="287"/>
                          <a:pt x="91" y="456"/>
                        </a:cubicBezTo>
                        <a:cubicBezTo>
                          <a:pt x="165" y="579"/>
                          <a:pt x="283" y="657"/>
                          <a:pt x="393" y="657"/>
                        </a:cubicBezTo>
                        <a:cubicBezTo>
                          <a:pt x="428" y="657"/>
                          <a:pt x="463" y="649"/>
                          <a:pt x="494" y="632"/>
                        </a:cubicBezTo>
                        <a:cubicBezTo>
                          <a:pt x="625" y="554"/>
                          <a:pt x="657" y="359"/>
                          <a:pt x="573" y="196"/>
                        </a:cubicBezTo>
                        <a:cubicBezTo>
                          <a:pt x="500" y="75"/>
                          <a:pt x="380" y="0"/>
                          <a:pt x="2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941775" y="2083000"/>
                    <a:ext cx="16600" cy="16375"/>
                  </a:xfrm>
                  <a:custGeom>
                    <a:avLst/>
                    <a:gdLst/>
                    <a:ahLst/>
                    <a:cxnLst/>
                    <a:rect l="l" t="t" r="r" b="b"/>
                    <a:pathLst>
                      <a:path w="664" h="655" extrusionOk="0">
                        <a:moveTo>
                          <a:pt x="271" y="0"/>
                        </a:moveTo>
                        <a:cubicBezTo>
                          <a:pt x="233" y="0"/>
                          <a:pt x="196" y="9"/>
                          <a:pt x="163" y="29"/>
                        </a:cubicBezTo>
                        <a:cubicBezTo>
                          <a:pt x="26" y="101"/>
                          <a:pt x="0" y="290"/>
                          <a:pt x="91" y="459"/>
                        </a:cubicBezTo>
                        <a:cubicBezTo>
                          <a:pt x="164" y="580"/>
                          <a:pt x="284" y="654"/>
                          <a:pt x="395" y="654"/>
                        </a:cubicBezTo>
                        <a:cubicBezTo>
                          <a:pt x="432" y="654"/>
                          <a:pt x="468" y="646"/>
                          <a:pt x="501" y="628"/>
                        </a:cubicBezTo>
                        <a:cubicBezTo>
                          <a:pt x="631" y="556"/>
                          <a:pt x="664" y="361"/>
                          <a:pt x="573" y="199"/>
                        </a:cubicBezTo>
                        <a:cubicBezTo>
                          <a:pt x="500" y="78"/>
                          <a:pt x="381" y="0"/>
                          <a:pt x="2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1967300" y="2078100"/>
                    <a:ext cx="16450" cy="16400"/>
                  </a:xfrm>
                  <a:custGeom>
                    <a:avLst/>
                    <a:gdLst/>
                    <a:ahLst/>
                    <a:cxnLst/>
                    <a:rect l="l" t="t" r="r" b="b"/>
                    <a:pathLst>
                      <a:path w="658" h="656" extrusionOk="0">
                        <a:moveTo>
                          <a:pt x="270" y="1"/>
                        </a:moveTo>
                        <a:cubicBezTo>
                          <a:pt x="233" y="1"/>
                          <a:pt x="196" y="10"/>
                          <a:pt x="163" y="30"/>
                        </a:cubicBezTo>
                        <a:cubicBezTo>
                          <a:pt x="26" y="102"/>
                          <a:pt x="0" y="290"/>
                          <a:pt x="85" y="460"/>
                        </a:cubicBezTo>
                        <a:cubicBezTo>
                          <a:pt x="163" y="581"/>
                          <a:pt x="280" y="655"/>
                          <a:pt x="389" y="655"/>
                        </a:cubicBezTo>
                        <a:cubicBezTo>
                          <a:pt x="426" y="655"/>
                          <a:pt x="462" y="647"/>
                          <a:pt x="495" y="629"/>
                        </a:cubicBezTo>
                        <a:cubicBezTo>
                          <a:pt x="631" y="557"/>
                          <a:pt x="657" y="369"/>
                          <a:pt x="566" y="199"/>
                        </a:cubicBezTo>
                        <a:cubicBezTo>
                          <a:pt x="494" y="79"/>
                          <a:pt x="378" y="1"/>
                          <a:pt x="2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993950" y="2069175"/>
                    <a:ext cx="16450" cy="16375"/>
                  </a:xfrm>
                  <a:custGeom>
                    <a:avLst/>
                    <a:gdLst/>
                    <a:ahLst/>
                    <a:cxnLst/>
                    <a:rect l="l" t="t" r="r" b="b"/>
                    <a:pathLst>
                      <a:path w="658" h="655" extrusionOk="0">
                        <a:moveTo>
                          <a:pt x="271" y="0"/>
                        </a:moveTo>
                        <a:cubicBezTo>
                          <a:pt x="233" y="0"/>
                          <a:pt x="197" y="10"/>
                          <a:pt x="164" y="30"/>
                        </a:cubicBezTo>
                        <a:cubicBezTo>
                          <a:pt x="20" y="101"/>
                          <a:pt x="1" y="283"/>
                          <a:pt x="85" y="459"/>
                        </a:cubicBezTo>
                        <a:cubicBezTo>
                          <a:pt x="158" y="580"/>
                          <a:pt x="278" y="655"/>
                          <a:pt x="389" y="655"/>
                        </a:cubicBezTo>
                        <a:cubicBezTo>
                          <a:pt x="426" y="655"/>
                          <a:pt x="462" y="646"/>
                          <a:pt x="495" y="628"/>
                        </a:cubicBezTo>
                        <a:cubicBezTo>
                          <a:pt x="625" y="556"/>
                          <a:pt x="658" y="368"/>
                          <a:pt x="567" y="199"/>
                        </a:cubicBezTo>
                        <a:cubicBezTo>
                          <a:pt x="494" y="78"/>
                          <a:pt x="379" y="0"/>
                          <a:pt x="2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972975" y="2043225"/>
                    <a:ext cx="14675" cy="14050"/>
                  </a:xfrm>
                  <a:custGeom>
                    <a:avLst/>
                    <a:gdLst/>
                    <a:ahLst/>
                    <a:cxnLst/>
                    <a:rect l="l" t="t" r="r" b="b"/>
                    <a:pathLst>
                      <a:path w="587" h="562" extrusionOk="0">
                        <a:moveTo>
                          <a:pt x="231" y="0"/>
                        </a:moveTo>
                        <a:cubicBezTo>
                          <a:pt x="185" y="0"/>
                          <a:pt x="141" y="13"/>
                          <a:pt x="105" y="40"/>
                        </a:cubicBezTo>
                        <a:cubicBezTo>
                          <a:pt x="1" y="125"/>
                          <a:pt x="1" y="300"/>
                          <a:pt x="105" y="430"/>
                        </a:cubicBezTo>
                        <a:cubicBezTo>
                          <a:pt x="169" y="515"/>
                          <a:pt x="263" y="561"/>
                          <a:pt x="352" y="561"/>
                        </a:cubicBezTo>
                        <a:cubicBezTo>
                          <a:pt x="399" y="561"/>
                          <a:pt x="444" y="548"/>
                          <a:pt x="482" y="521"/>
                        </a:cubicBezTo>
                        <a:cubicBezTo>
                          <a:pt x="586" y="437"/>
                          <a:pt x="586" y="268"/>
                          <a:pt x="482" y="131"/>
                        </a:cubicBezTo>
                        <a:cubicBezTo>
                          <a:pt x="414" y="46"/>
                          <a:pt x="319" y="0"/>
                          <a:pt x="23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952175" y="2050300"/>
                    <a:ext cx="14650" cy="14125"/>
                  </a:xfrm>
                  <a:custGeom>
                    <a:avLst/>
                    <a:gdLst/>
                    <a:ahLst/>
                    <a:cxnLst/>
                    <a:rect l="l" t="t" r="r" b="b"/>
                    <a:pathLst>
                      <a:path w="586" h="565" extrusionOk="0">
                        <a:moveTo>
                          <a:pt x="237" y="0"/>
                        </a:moveTo>
                        <a:cubicBezTo>
                          <a:pt x="191" y="0"/>
                          <a:pt x="147" y="14"/>
                          <a:pt x="111" y="43"/>
                        </a:cubicBezTo>
                        <a:cubicBezTo>
                          <a:pt x="1" y="121"/>
                          <a:pt x="1" y="303"/>
                          <a:pt x="111" y="433"/>
                        </a:cubicBezTo>
                        <a:cubicBezTo>
                          <a:pt x="175" y="518"/>
                          <a:pt x="269" y="565"/>
                          <a:pt x="356" y="565"/>
                        </a:cubicBezTo>
                        <a:cubicBezTo>
                          <a:pt x="402" y="565"/>
                          <a:pt x="446" y="552"/>
                          <a:pt x="482" y="524"/>
                        </a:cubicBezTo>
                        <a:cubicBezTo>
                          <a:pt x="586" y="440"/>
                          <a:pt x="586" y="271"/>
                          <a:pt x="482" y="134"/>
                        </a:cubicBezTo>
                        <a:cubicBezTo>
                          <a:pt x="418" y="49"/>
                          <a:pt x="324" y="0"/>
                          <a:pt x="2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932175" y="2054150"/>
                    <a:ext cx="14325" cy="14125"/>
                  </a:xfrm>
                  <a:custGeom>
                    <a:avLst/>
                    <a:gdLst/>
                    <a:ahLst/>
                    <a:cxnLst/>
                    <a:rect l="l" t="t" r="r" b="b"/>
                    <a:pathLst>
                      <a:path w="573" h="565" extrusionOk="0">
                        <a:moveTo>
                          <a:pt x="236" y="1"/>
                        </a:moveTo>
                        <a:cubicBezTo>
                          <a:pt x="188" y="1"/>
                          <a:pt x="142" y="15"/>
                          <a:pt x="105" y="45"/>
                        </a:cubicBezTo>
                        <a:cubicBezTo>
                          <a:pt x="1" y="123"/>
                          <a:pt x="1" y="305"/>
                          <a:pt x="105" y="436"/>
                        </a:cubicBezTo>
                        <a:cubicBezTo>
                          <a:pt x="167" y="519"/>
                          <a:pt x="259" y="565"/>
                          <a:pt x="344" y="565"/>
                        </a:cubicBezTo>
                        <a:cubicBezTo>
                          <a:pt x="392" y="565"/>
                          <a:pt x="438" y="550"/>
                          <a:pt x="475" y="520"/>
                        </a:cubicBezTo>
                        <a:cubicBezTo>
                          <a:pt x="573" y="442"/>
                          <a:pt x="573" y="273"/>
                          <a:pt x="475" y="130"/>
                        </a:cubicBezTo>
                        <a:cubicBezTo>
                          <a:pt x="413" y="46"/>
                          <a:pt x="321" y="1"/>
                          <a:pt x="2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906650" y="2052725"/>
                    <a:ext cx="14650" cy="14150"/>
                  </a:xfrm>
                  <a:custGeom>
                    <a:avLst/>
                    <a:gdLst/>
                    <a:ahLst/>
                    <a:cxnLst/>
                    <a:rect l="l" t="t" r="r" b="b"/>
                    <a:pathLst>
                      <a:path w="586" h="566" extrusionOk="0">
                        <a:moveTo>
                          <a:pt x="235" y="1"/>
                        </a:moveTo>
                        <a:cubicBezTo>
                          <a:pt x="188" y="1"/>
                          <a:pt x="143" y="15"/>
                          <a:pt x="105" y="44"/>
                        </a:cubicBezTo>
                        <a:cubicBezTo>
                          <a:pt x="0" y="122"/>
                          <a:pt x="0" y="304"/>
                          <a:pt x="105" y="434"/>
                        </a:cubicBezTo>
                        <a:cubicBezTo>
                          <a:pt x="173" y="519"/>
                          <a:pt x="268" y="565"/>
                          <a:pt x="356" y="565"/>
                        </a:cubicBezTo>
                        <a:cubicBezTo>
                          <a:pt x="402" y="565"/>
                          <a:pt x="446" y="552"/>
                          <a:pt x="482" y="525"/>
                        </a:cubicBezTo>
                        <a:cubicBezTo>
                          <a:pt x="586" y="440"/>
                          <a:pt x="586" y="271"/>
                          <a:pt x="482" y="135"/>
                        </a:cubicBezTo>
                        <a:cubicBezTo>
                          <a:pt x="418" y="50"/>
                          <a:pt x="324" y="1"/>
                          <a:pt x="2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911200" y="2053975"/>
                    <a:ext cx="5075" cy="10575"/>
                  </a:xfrm>
                  <a:custGeom>
                    <a:avLst/>
                    <a:gdLst/>
                    <a:ahLst/>
                    <a:cxnLst/>
                    <a:rect l="l" t="t" r="r" b="b"/>
                    <a:pathLst>
                      <a:path w="203" h="423" extrusionOk="0">
                        <a:moveTo>
                          <a:pt x="66" y="0"/>
                        </a:moveTo>
                        <a:lnTo>
                          <a:pt x="1" y="26"/>
                        </a:lnTo>
                        <a:lnTo>
                          <a:pt x="137" y="423"/>
                        </a:lnTo>
                        <a:lnTo>
                          <a:pt x="202" y="397"/>
                        </a:lnTo>
                        <a:lnTo>
                          <a:pt x="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937225" y="2055750"/>
                    <a:ext cx="5050" cy="10600"/>
                  </a:xfrm>
                  <a:custGeom>
                    <a:avLst/>
                    <a:gdLst/>
                    <a:ahLst/>
                    <a:cxnLst/>
                    <a:rect l="l" t="t" r="r" b="b"/>
                    <a:pathLst>
                      <a:path w="202" h="424" extrusionOk="0">
                        <a:moveTo>
                          <a:pt x="65" y="1"/>
                        </a:moveTo>
                        <a:lnTo>
                          <a:pt x="0" y="27"/>
                        </a:lnTo>
                        <a:lnTo>
                          <a:pt x="137" y="424"/>
                        </a:lnTo>
                        <a:lnTo>
                          <a:pt x="202" y="411"/>
                        </a:lnTo>
                        <a:lnTo>
                          <a:pt x="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1956900" y="2052025"/>
                    <a:ext cx="5375" cy="10425"/>
                  </a:xfrm>
                  <a:custGeom>
                    <a:avLst/>
                    <a:gdLst/>
                    <a:ahLst/>
                    <a:cxnLst/>
                    <a:rect l="l" t="t" r="r" b="b"/>
                    <a:pathLst>
                      <a:path w="215" h="417" extrusionOk="0">
                        <a:moveTo>
                          <a:pt x="65" y="0"/>
                        </a:moveTo>
                        <a:lnTo>
                          <a:pt x="0" y="20"/>
                        </a:lnTo>
                        <a:lnTo>
                          <a:pt x="150" y="416"/>
                        </a:lnTo>
                        <a:lnTo>
                          <a:pt x="215" y="403"/>
                        </a:lnTo>
                        <a:lnTo>
                          <a:pt x="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1977875" y="2044700"/>
                    <a:ext cx="5225" cy="10600"/>
                  </a:xfrm>
                  <a:custGeom>
                    <a:avLst/>
                    <a:gdLst/>
                    <a:ahLst/>
                    <a:cxnLst/>
                    <a:rect l="l" t="t" r="r" b="b"/>
                    <a:pathLst>
                      <a:path w="209" h="424" extrusionOk="0">
                        <a:moveTo>
                          <a:pt x="65" y="1"/>
                        </a:moveTo>
                        <a:lnTo>
                          <a:pt x="0" y="14"/>
                        </a:lnTo>
                        <a:lnTo>
                          <a:pt x="137" y="423"/>
                        </a:lnTo>
                        <a:lnTo>
                          <a:pt x="208" y="397"/>
                        </a:lnTo>
                        <a:lnTo>
                          <a:pt x="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1999325" y="2071200"/>
                    <a:ext cx="5725" cy="11900"/>
                  </a:xfrm>
                  <a:custGeom>
                    <a:avLst/>
                    <a:gdLst/>
                    <a:ahLst/>
                    <a:cxnLst/>
                    <a:rect l="l" t="t" r="r" b="b"/>
                    <a:pathLst>
                      <a:path w="229" h="476" extrusionOk="0">
                        <a:moveTo>
                          <a:pt x="79" y="1"/>
                        </a:moveTo>
                        <a:lnTo>
                          <a:pt x="1" y="27"/>
                        </a:lnTo>
                        <a:lnTo>
                          <a:pt x="157" y="475"/>
                        </a:lnTo>
                        <a:lnTo>
                          <a:pt x="228" y="443"/>
                        </a:lnTo>
                        <a:lnTo>
                          <a:pt x="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972825" y="2080475"/>
                    <a:ext cx="5725" cy="11725"/>
                  </a:xfrm>
                  <a:custGeom>
                    <a:avLst/>
                    <a:gdLst/>
                    <a:ahLst/>
                    <a:cxnLst/>
                    <a:rect l="l" t="t" r="r" b="b"/>
                    <a:pathLst>
                      <a:path w="229" h="469" extrusionOk="0">
                        <a:moveTo>
                          <a:pt x="72" y="0"/>
                        </a:moveTo>
                        <a:lnTo>
                          <a:pt x="0" y="33"/>
                        </a:lnTo>
                        <a:lnTo>
                          <a:pt x="150" y="469"/>
                        </a:lnTo>
                        <a:lnTo>
                          <a:pt x="228" y="443"/>
                        </a:lnTo>
                        <a:lnTo>
                          <a:pt x="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947775" y="2084850"/>
                    <a:ext cx="5725" cy="11900"/>
                  </a:xfrm>
                  <a:custGeom>
                    <a:avLst/>
                    <a:gdLst/>
                    <a:ahLst/>
                    <a:cxnLst/>
                    <a:rect l="l" t="t" r="r" b="b"/>
                    <a:pathLst>
                      <a:path w="229" h="476" extrusionOk="0">
                        <a:moveTo>
                          <a:pt x="72" y="1"/>
                        </a:moveTo>
                        <a:lnTo>
                          <a:pt x="1" y="33"/>
                        </a:lnTo>
                        <a:lnTo>
                          <a:pt x="157" y="476"/>
                        </a:lnTo>
                        <a:lnTo>
                          <a:pt x="229" y="450"/>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921275" y="2086325"/>
                    <a:ext cx="5725" cy="11575"/>
                  </a:xfrm>
                  <a:custGeom>
                    <a:avLst/>
                    <a:gdLst/>
                    <a:ahLst/>
                    <a:cxnLst/>
                    <a:rect l="l" t="t" r="r" b="b"/>
                    <a:pathLst>
                      <a:path w="229" h="463" extrusionOk="0">
                        <a:moveTo>
                          <a:pt x="66" y="0"/>
                        </a:moveTo>
                        <a:lnTo>
                          <a:pt x="1" y="20"/>
                        </a:lnTo>
                        <a:lnTo>
                          <a:pt x="157" y="462"/>
                        </a:lnTo>
                        <a:lnTo>
                          <a:pt x="228" y="436"/>
                        </a:lnTo>
                        <a:lnTo>
                          <a:pt x="6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943113" y="2056688"/>
                    <a:ext cx="64825" cy="30400"/>
                  </a:xfrm>
                  <a:custGeom>
                    <a:avLst/>
                    <a:gdLst/>
                    <a:ahLst/>
                    <a:cxnLst/>
                    <a:rect l="l" t="t" r="r" b="b"/>
                    <a:pathLst>
                      <a:path w="2593" h="1216" extrusionOk="0">
                        <a:moveTo>
                          <a:pt x="1895" y="0"/>
                        </a:moveTo>
                        <a:cubicBezTo>
                          <a:pt x="1304" y="0"/>
                          <a:pt x="1" y="606"/>
                          <a:pt x="278" y="1041"/>
                        </a:cubicBezTo>
                        <a:cubicBezTo>
                          <a:pt x="357" y="1163"/>
                          <a:pt x="534" y="1216"/>
                          <a:pt x="751" y="1216"/>
                        </a:cubicBezTo>
                        <a:cubicBezTo>
                          <a:pt x="1459" y="1216"/>
                          <a:pt x="2592" y="651"/>
                          <a:pt x="2144" y="78"/>
                        </a:cubicBezTo>
                        <a:cubicBezTo>
                          <a:pt x="2101" y="24"/>
                          <a:pt x="2012" y="0"/>
                          <a:pt x="1895"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93;p2"/>
                <p:cNvGrpSpPr/>
                <p:nvPr/>
              </p:nvGrpSpPr>
              <p:grpSpPr>
                <a:xfrm>
                  <a:off x="909051" y="4661882"/>
                  <a:ext cx="527330" cy="349522"/>
                  <a:chOff x="3418619" y="2015524"/>
                  <a:chExt cx="227847" cy="151014"/>
                </a:xfrm>
              </p:grpSpPr>
              <p:sp>
                <p:nvSpPr>
                  <p:cNvPr id="94" name="Google Shape;94;p2"/>
                  <p:cNvSpPr/>
                  <p:nvPr/>
                </p:nvSpPr>
                <p:spPr>
                  <a:xfrm>
                    <a:off x="3418619" y="2015524"/>
                    <a:ext cx="227847" cy="151014"/>
                  </a:xfrm>
                  <a:custGeom>
                    <a:avLst/>
                    <a:gdLst/>
                    <a:ahLst/>
                    <a:cxnLst/>
                    <a:rect l="l" t="t" r="r" b="b"/>
                    <a:pathLst>
                      <a:path w="3949" h="2617" extrusionOk="0">
                        <a:moveTo>
                          <a:pt x="3661" y="0"/>
                        </a:moveTo>
                        <a:cubicBezTo>
                          <a:pt x="3648" y="0"/>
                          <a:pt x="3636" y="3"/>
                          <a:pt x="3623" y="11"/>
                        </a:cubicBezTo>
                        <a:cubicBezTo>
                          <a:pt x="3363" y="143"/>
                          <a:pt x="2489" y="553"/>
                          <a:pt x="1660" y="553"/>
                        </a:cubicBezTo>
                        <a:cubicBezTo>
                          <a:pt x="1433" y="553"/>
                          <a:pt x="1209" y="522"/>
                          <a:pt x="1002" y="446"/>
                        </a:cubicBezTo>
                        <a:cubicBezTo>
                          <a:pt x="994" y="445"/>
                          <a:pt x="987" y="445"/>
                          <a:pt x="980" y="445"/>
                        </a:cubicBezTo>
                        <a:cubicBezTo>
                          <a:pt x="944" y="445"/>
                          <a:pt x="915" y="458"/>
                          <a:pt x="904" y="485"/>
                        </a:cubicBezTo>
                        <a:lnTo>
                          <a:pt x="13" y="2326"/>
                        </a:lnTo>
                        <a:cubicBezTo>
                          <a:pt x="0" y="2365"/>
                          <a:pt x="13" y="2417"/>
                          <a:pt x="65" y="2423"/>
                        </a:cubicBezTo>
                        <a:cubicBezTo>
                          <a:pt x="313" y="2520"/>
                          <a:pt x="835" y="2617"/>
                          <a:pt x="1435" y="2617"/>
                        </a:cubicBezTo>
                        <a:cubicBezTo>
                          <a:pt x="2287" y="2617"/>
                          <a:pt x="3297" y="2422"/>
                          <a:pt x="3896" y="1754"/>
                        </a:cubicBezTo>
                        <a:cubicBezTo>
                          <a:pt x="3903" y="1741"/>
                          <a:pt x="3909" y="1721"/>
                          <a:pt x="3909" y="1708"/>
                        </a:cubicBezTo>
                        <a:cubicBezTo>
                          <a:pt x="3916" y="1545"/>
                          <a:pt x="3948" y="700"/>
                          <a:pt x="3734" y="50"/>
                        </a:cubicBezTo>
                        <a:cubicBezTo>
                          <a:pt x="3719" y="22"/>
                          <a:pt x="3692" y="0"/>
                          <a:pt x="36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
                  <p:cNvSpPr/>
                  <p:nvPr/>
                </p:nvSpPr>
                <p:spPr>
                  <a:xfrm>
                    <a:off x="3425774" y="2022333"/>
                    <a:ext cx="214289" cy="139127"/>
                  </a:xfrm>
                  <a:custGeom>
                    <a:avLst/>
                    <a:gdLst/>
                    <a:ahLst/>
                    <a:cxnLst/>
                    <a:rect l="l" t="t" r="r" b="b"/>
                    <a:pathLst>
                      <a:path w="3714" h="2411" extrusionOk="0">
                        <a:moveTo>
                          <a:pt x="3497" y="1"/>
                        </a:moveTo>
                        <a:cubicBezTo>
                          <a:pt x="3493" y="1"/>
                          <a:pt x="3489" y="2"/>
                          <a:pt x="3486" y="3"/>
                        </a:cubicBezTo>
                        <a:cubicBezTo>
                          <a:pt x="3150" y="166"/>
                          <a:pt x="2320" y="528"/>
                          <a:pt x="1523" y="528"/>
                        </a:cubicBezTo>
                        <a:cubicBezTo>
                          <a:pt x="1302" y="528"/>
                          <a:pt x="1083" y="500"/>
                          <a:pt x="878" y="432"/>
                        </a:cubicBezTo>
                        <a:cubicBezTo>
                          <a:pt x="865" y="432"/>
                          <a:pt x="852" y="432"/>
                          <a:pt x="845" y="452"/>
                        </a:cubicBezTo>
                        <a:lnTo>
                          <a:pt x="7" y="2201"/>
                        </a:lnTo>
                        <a:cubicBezTo>
                          <a:pt x="0" y="2214"/>
                          <a:pt x="7" y="2227"/>
                          <a:pt x="13" y="2234"/>
                        </a:cubicBezTo>
                        <a:cubicBezTo>
                          <a:pt x="291" y="2329"/>
                          <a:pt x="774" y="2411"/>
                          <a:pt x="1314" y="2411"/>
                        </a:cubicBezTo>
                        <a:cubicBezTo>
                          <a:pt x="2142" y="2411"/>
                          <a:pt x="3104" y="2219"/>
                          <a:pt x="3675" y="1590"/>
                        </a:cubicBezTo>
                        <a:cubicBezTo>
                          <a:pt x="3681" y="1590"/>
                          <a:pt x="3681" y="1584"/>
                          <a:pt x="3681" y="1571"/>
                        </a:cubicBezTo>
                        <a:cubicBezTo>
                          <a:pt x="3688" y="1388"/>
                          <a:pt x="3714" y="621"/>
                          <a:pt x="3525" y="23"/>
                        </a:cubicBezTo>
                        <a:cubicBezTo>
                          <a:pt x="3520" y="8"/>
                          <a:pt x="3508" y="1"/>
                          <a:pt x="349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3462528" y="2072594"/>
                    <a:ext cx="156880" cy="26660"/>
                  </a:xfrm>
                  <a:custGeom>
                    <a:avLst/>
                    <a:gdLst/>
                    <a:ahLst/>
                    <a:cxnLst/>
                    <a:rect l="l" t="t" r="r" b="b"/>
                    <a:pathLst>
                      <a:path w="2719" h="462" extrusionOk="0">
                        <a:moveTo>
                          <a:pt x="2687" y="1"/>
                        </a:moveTo>
                        <a:cubicBezTo>
                          <a:pt x="2684" y="1"/>
                          <a:pt x="2682" y="2"/>
                          <a:pt x="2680" y="4"/>
                        </a:cubicBezTo>
                        <a:cubicBezTo>
                          <a:pt x="2277" y="225"/>
                          <a:pt x="1841" y="361"/>
                          <a:pt x="1386" y="400"/>
                        </a:cubicBezTo>
                        <a:cubicBezTo>
                          <a:pt x="1262" y="413"/>
                          <a:pt x="1135" y="419"/>
                          <a:pt x="1002" y="419"/>
                        </a:cubicBezTo>
                        <a:cubicBezTo>
                          <a:pt x="715" y="419"/>
                          <a:pt x="400" y="389"/>
                          <a:pt x="26" y="322"/>
                        </a:cubicBezTo>
                        <a:cubicBezTo>
                          <a:pt x="7" y="322"/>
                          <a:pt x="0" y="329"/>
                          <a:pt x="0" y="335"/>
                        </a:cubicBezTo>
                        <a:cubicBezTo>
                          <a:pt x="0" y="355"/>
                          <a:pt x="7" y="361"/>
                          <a:pt x="20" y="361"/>
                        </a:cubicBezTo>
                        <a:cubicBezTo>
                          <a:pt x="397" y="428"/>
                          <a:pt x="716" y="461"/>
                          <a:pt x="1005" y="461"/>
                        </a:cubicBezTo>
                        <a:cubicBezTo>
                          <a:pt x="1140" y="461"/>
                          <a:pt x="1268" y="454"/>
                          <a:pt x="1392" y="439"/>
                        </a:cubicBezTo>
                        <a:cubicBezTo>
                          <a:pt x="1847" y="407"/>
                          <a:pt x="2303" y="264"/>
                          <a:pt x="2712" y="36"/>
                        </a:cubicBezTo>
                        <a:cubicBezTo>
                          <a:pt x="2719" y="30"/>
                          <a:pt x="2719" y="17"/>
                          <a:pt x="2712" y="10"/>
                        </a:cubicBezTo>
                        <a:cubicBezTo>
                          <a:pt x="2703" y="6"/>
                          <a:pt x="2694" y="1"/>
                          <a:pt x="2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3590099" y="2094752"/>
                    <a:ext cx="24464" cy="27410"/>
                  </a:xfrm>
                  <a:custGeom>
                    <a:avLst/>
                    <a:gdLst/>
                    <a:ahLst/>
                    <a:cxnLst/>
                    <a:rect l="l" t="t" r="r" b="b"/>
                    <a:pathLst>
                      <a:path w="424" h="475" extrusionOk="0">
                        <a:moveTo>
                          <a:pt x="233" y="1"/>
                        </a:moveTo>
                        <a:cubicBezTo>
                          <a:pt x="140" y="1"/>
                          <a:pt x="57" y="87"/>
                          <a:pt x="33" y="205"/>
                        </a:cubicBezTo>
                        <a:cubicBezTo>
                          <a:pt x="1" y="335"/>
                          <a:pt x="66" y="459"/>
                          <a:pt x="176" y="472"/>
                        </a:cubicBezTo>
                        <a:cubicBezTo>
                          <a:pt x="186" y="473"/>
                          <a:pt x="195" y="474"/>
                          <a:pt x="204" y="474"/>
                        </a:cubicBezTo>
                        <a:cubicBezTo>
                          <a:pt x="297" y="474"/>
                          <a:pt x="380" y="388"/>
                          <a:pt x="404" y="270"/>
                        </a:cubicBezTo>
                        <a:cubicBezTo>
                          <a:pt x="423" y="140"/>
                          <a:pt x="358" y="16"/>
                          <a:pt x="261" y="3"/>
                        </a:cubicBezTo>
                        <a:cubicBezTo>
                          <a:pt x="251" y="2"/>
                          <a:pt x="242" y="1"/>
                          <a:pt x="2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3550691" y="2106005"/>
                    <a:ext cx="24060" cy="27410"/>
                  </a:xfrm>
                  <a:custGeom>
                    <a:avLst/>
                    <a:gdLst/>
                    <a:ahLst/>
                    <a:cxnLst/>
                    <a:rect l="l" t="t" r="r" b="b"/>
                    <a:pathLst>
                      <a:path w="417" h="475" extrusionOk="0">
                        <a:moveTo>
                          <a:pt x="226" y="1"/>
                        </a:moveTo>
                        <a:cubicBezTo>
                          <a:pt x="133" y="1"/>
                          <a:pt x="50" y="87"/>
                          <a:pt x="27" y="205"/>
                        </a:cubicBezTo>
                        <a:cubicBezTo>
                          <a:pt x="1" y="335"/>
                          <a:pt x="66" y="452"/>
                          <a:pt x="163" y="472"/>
                        </a:cubicBezTo>
                        <a:cubicBezTo>
                          <a:pt x="173" y="474"/>
                          <a:pt x="183" y="474"/>
                          <a:pt x="193" y="474"/>
                        </a:cubicBezTo>
                        <a:cubicBezTo>
                          <a:pt x="291" y="474"/>
                          <a:pt x="373" y="388"/>
                          <a:pt x="391" y="270"/>
                        </a:cubicBezTo>
                        <a:cubicBezTo>
                          <a:pt x="417" y="140"/>
                          <a:pt x="352" y="16"/>
                          <a:pt x="254" y="3"/>
                        </a:cubicBezTo>
                        <a:cubicBezTo>
                          <a:pt x="245" y="2"/>
                          <a:pt x="236" y="1"/>
                          <a:pt x="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3509437" y="2112006"/>
                    <a:ext cx="24060" cy="27410"/>
                  </a:xfrm>
                  <a:custGeom>
                    <a:avLst/>
                    <a:gdLst/>
                    <a:ahLst/>
                    <a:cxnLst/>
                    <a:rect l="l" t="t" r="r" b="b"/>
                    <a:pathLst>
                      <a:path w="417" h="475" extrusionOk="0">
                        <a:moveTo>
                          <a:pt x="226" y="1"/>
                        </a:moveTo>
                        <a:cubicBezTo>
                          <a:pt x="133" y="1"/>
                          <a:pt x="50" y="87"/>
                          <a:pt x="26" y="205"/>
                        </a:cubicBezTo>
                        <a:cubicBezTo>
                          <a:pt x="0" y="329"/>
                          <a:pt x="65" y="452"/>
                          <a:pt x="163" y="472"/>
                        </a:cubicBezTo>
                        <a:cubicBezTo>
                          <a:pt x="173" y="474"/>
                          <a:pt x="183" y="474"/>
                          <a:pt x="193" y="474"/>
                        </a:cubicBezTo>
                        <a:cubicBezTo>
                          <a:pt x="291" y="474"/>
                          <a:pt x="373" y="388"/>
                          <a:pt x="391" y="270"/>
                        </a:cubicBezTo>
                        <a:cubicBezTo>
                          <a:pt x="417" y="140"/>
                          <a:pt x="352" y="17"/>
                          <a:pt x="254" y="4"/>
                        </a:cubicBezTo>
                        <a:cubicBezTo>
                          <a:pt x="245" y="2"/>
                          <a:pt x="235" y="1"/>
                          <a:pt x="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3464374" y="2111660"/>
                    <a:ext cx="24118" cy="27352"/>
                  </a:xfrm>
                  <a:custGeom>
                    <a:avLst/>
                    <a:gdLst/>
                    <a:ahLst/>
                    <a:cxnLst/>
                    <a:rect l="l" t="t" r="r" b="b"/>
                    <a:pathLst>
                      <a:path w="418" h="474" extrusionOk="0">
                        <a:moveTo>
                          <a:pt x="226" y="0"/>
                        </a:moveTo>
                        <a:cubicBezTo>
                          <a:pt x="133" y="0"/>
                          <a:pt x="51" y="86"/>
                          <a:pt x="27" y="205"/>
                        </a:cubicBezTo>
                        <a:cubicBezTo>
                          <a:pt x="1" y="335"/>
                          <a:pt x="66" y="458"/>
                          <a:pt x="163" y="471"/>
                        </a:cubicBezTo>
                        <a:cubicBezTo>
                          <a:pt x="174" y="473"/>
                          <a:pt x="183" y="474"/>
                          <a:pt x="193" y="474"/>
                        </a:cubicBezTo>
                        <a:cubicBezTo>
                          <a:pt x="291" y="474"/>
                          <a:pt x="373" y="388"/>
                          <a:pt x="391" y="270"/>
                        </a:cubicBezTo>
                        <a:cubicBezTo>
                          <a:pt x="417" y="140"/>
                          <a:pt x="352" y="16"/>
                          <a:pt x="255" y="3"/>
                        </a:cubicBezTo>
                        <a:cubicBezTo>
                          <a:pt x="245" y="1"/>
                          <a:pt x="236" y="0"/>
                          <a:pt x="22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3484684" y="2059899"/>
                    <a:ext cx="22560" cy="24698"/>
                  </a:xfrm>
                  <a:custGeom>
                    <a:avLst/>
                    <a:gdLst/>
                    <a:ahLst/>
                    <a:cxnLst/>
                    <a:rect l="l" t="t" r="r" b="b"/>
                    <a:pathLst>
                      <a:path w="391" h="428" extrusionOk="0">
                        <a:moveTo>
                          <a:pt x="213" y="1"/>
                        </a:moveTo>
                        <a:cubicBezTo>
                          <a:pt x="137" y="1"/>
                          <a:pt x="65" y="62"/>
                          <a:pt x="33" y="159"/>
                        </a:cubicBezTo>
                        <a:cubicBezTo>
                          <a:pt x="0" y="269"/>
                          <a:pt x="39" y="393"/>
                          <a:pt x="124" y="419"/>
                        </a:cubicBezTo>
                        <a:cubicBezTo>
                          <a:pt x="139" y="424"/>
                          <a:pt x="155" y="427"/>
                          <a:pt x="171" y="427"/>
                        </a:cubicBezTo>
                        <a:cubicBezTo>
                          <a:pt x="247" y="427"/>
                          <a:pt x="319" y="366"/>
                          <a:pt x="351" y="269"/>
                        </a:cubicBezTo>
                        <a:cubicBezTo>
                          <a:pt x="390" y="159"/>
                          <a:pt x="351" y="42"/>
                          <a:pt x="260" y="9"/>
                        </a:cubicBezTo>
                        <a:cubicBezTo>
                          <a:pt x="244" y="3"/>
                          <a:pt x="228" y="1"/>
                          <a:pt x="2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p:nvPr/>
                </p:nvSpPr>
                <p:spPr>
                  <a:xfrm>
                    <a:off x="3519938" y="2060649"/>
                    <a:ext cx="22560" cy="24294"/>
                  </a:xfrm>
                  <a:custGeom>
                    <a:avLst/>
                    <a:gdLst/>
                    <a:ahLst/>
                    <a:cxnLst/>
                    <a:rect l="l" t="t" r="r" b="b"/>
                    <a:pathLst>
                      <a:path w="391" h="421" extrusionOk="0">
                        <a:moveTo>
                          <a:pt x="213" y="1"/>
                        </a:moveTo>
                        <a:cubicBezTo>
                          <a:pt x="137" y="1"/>
                          <a:pt x="65" y="61"/>
                          <a:pt x="33" y="152"/>
                        </a:cubicBezTo>
                        <a:cubicBezTo>
                          <a:pt x="0" y="263"/>
                          <a:pt x="39" y="380"/>
                          <a:pt x="124" y="412"/>
                        </a:cubicBezTo>
                        <a:cubicBezTo>
                          <a:pt x="139" y="418"/>
                          <a:pt x="154" y="421"/>
                          <a:pt x="169" y="421"/>
                        </a:cubicBezTo>
                        <a:cubicBezTo>
                          <a:pt x="241" y="421"/>
                          <a:pt x="314" y="360"/>
                          <a:pt x="352" y="269"/>
                        </a:cubicBezTo>
                        <a:cubicBezTo>
                          <a:pt x="391" y="152"/>
                          <a:pt x="352" y="42"/>
                          <a:pt x="261" y="9"/>
                        </a:cubicBezTo>
                        <a:cubicBezTo>
                          <a:pt x="245" y="3"/>
                          <a:pt x="229" y="1"/>
                          <a:pt x="21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
                  <p:cNvSpPr/>
                  <p:nvPr/>
                </p:nvSpPr>
                <p:spPr>
                  <a:xfrm>
                    <a:off x="3552595" y="2056148"/>
                    <a:ext cx="23310" cy="24698"/>
                  </a:xfrm>
                  <a:custGeom>
                    <a:avLst/>
                    <a:gdLst/>
                    <a:ahLst/>
                    <a:cxnLst/>
                    <a:rect l="l" t="t" r="r" b="b"/>
                    <a:pathLst>
                      <a:path w="404" h="428" extrusionOk="0">
                        <a:moveTo>
                          <a:pt x="226" y="1"/>
                        </a:moveTo>
                        <a:cubicBezTo>
                          <a:pt x="150" y="1"/>
                          <a:pt x="78" y="62"/>
                          <a:pt x="46" y="159"/>
                        </a:cubicBezTo>
                        <a:cubicBezTo>
                          <a:pt x="0" y="269"/>
                          <a:pt x="46" y="386"/>
                          <a:pt x="130" y="419"/>
                        </a:cubicBezTo>
                        <a:cubicBezTo>
                          <a:pt x="146" y="424"/>
                          <a:pt x="162" y="427"/>
                          <a:pt x="178" y="427"/>
                        </a:cubicBezTo>
                        <a:cubicBezTo>
                          <a:pt x="253" y="427"/>
                          <a:pt x="326" y="366"/>
                          <a:pt x="358" y="269"/>
                        </a:cubicBezTo>
                        <a:cubicBezTo>
                          <a:pt x="403" y="159"/>
                          <a:pt x="358" y="42"/>
                          <a:pt x="273" y="9"/>
                        </a:cubicBezTo>
                        <a:cubicBezTo>
                          <a:pt x="258" y="3"/>
                          <a:pt x="242" y="1"/>
                          <a:pt x="2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3590849" y="2041145"/>
                    <a:ext cx="22964" cy="24640"/>
                  </a:xfrm>
                  <a:custGeom>
                    <a:avLst/>
                    <a:gdLst/>
                    <a:ahLst/>
                    <a:cxnLst/>
                    <a:rect l="l" t="t" r="r" b="b"/>
                    <a:pathLst>
                      <a:path w="398" h="427" extrusionOk="0">
                        <a:moveTo>
                          <a:pt x="220" y="0"/>
                        </a:moveTo>
                        <a:cubicBezTo>
                          <a:pt x="144" y="0"/>
                          <a:pt x="72" y="62"/>
                          <a:pt x="40" y="158"/>
                        </a:cubicBezTo>
                        <a:cubicBezTo>
                          <a:pt x="1" y="269"/>
                          <a:pt x="40" y="386"/>
                          <a:pt x="131" y="419"/>
                        </a:cubicBezTo>
                        <a:cubicBezTo>
                          <a:pt x="145" y="424"/>
                          <a:pt x="160" y="427"/>
                          <a:pt x="176" y="427"/>
                        </a:cubicBezTo>
                        <a:cubicBezTo>
                          <a:pt x="248" y="427"/>
                          <a:pt x="321" y="366"/>
                          <a:pt x="358" y="269"/>
                        </a:cubicBezTo>
                        <a:cubicBezTo>
                          <a:pt x="397" y="158"/>
                          <a:pt x="358" y="41"/>
                          <a:pt x="267" y="9"/>
                        </a:cubicBezTo>
                        <a:cubicBezTo>
                          <a:pt x="251" y="3"/>
                          <a:pt x="235" y="0"/>
                          <a:pt x="2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3600600" y="2044261"/>
                    <a:ext cx="3462" cy="16965"/>
                  </a:xfrm>
                  <a:custGeom>
                    <a:avLst/>
                    <a:gdLst/>
                    <a:ahLst/>
                    <a:cxnLst/>
                    <a:rect l="l" t="t" r="r" b="b"/>
                    <a:pathLst>
                      <a:path w="60" h="294" extrusionOk="0">
                        <a:moveTo>
                          <a:pt x="7" y="0"/>
                        </a:moveTo>
                        <a:lnTo>
                          <a:pt x="1" y="293"/>
                        </a:lnTo>
                        <a:lnTo>
                          <a:pt x="46" y="293"/>
                        </a:lnTo>
                        <a:lnTo>
                          <a:pt x="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3561942" y="2060014"/>
                    <a:ext cx="3058" cy="17312"/>
                  </a:xfrm>
                  <a:custGeom>
                    <a:avLst/>
                    <a:gdLst/>
                    <a:ahLst/>
                    <a:cxnLst/>
                    <a:rect l="l" t="t" r="r" b="b"/>
                    <a:pathLst>
                      <a:path w="53" h="300" extrusionOk="0">
                        <a:moveTo>
                          <a:pt x="1" y="1"/>
                        </a:moveTo>
                        <a:lnTo>
                          <a:pt x="1" y="300"/>
                        </a:lnTo>
                        <a:lnTo>
                          <a:pt x="53" y="300"/>
                        </a:lnTo>
                        <a:lnTo>
                          <a:pt x="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
                  <p:cNvSpPr/>
                  <p:nvPr/>
                </p:nvSpPr>
                <p:spPr>
                  <a:xfrm>
                    <a:off x="3529689" y="2064169"/>
                    <a:ext cx="3462" cy="17658"/>
                  </a:xfrm>
                  <a:custGeom>
                    <a:avLst/>
                    <a:gdLst/>
                    <a:ahLst/>
                    <a:cxnLst/>
                    <a:rect l="l" t="t" r="r" b="b"/>
                    <a:pathLst>
                      <a:path w="60" h="306" extrusionOk="0">
                        <a:moveTo>
                          <a:pt x="7" y="0"/>
                        </a:moveTo>
                        <a:lnTo>
                          <a:pt x="1" y="306"/>
                        </a:lnTo>
                        <a:lnTo>
                          <a:pt x="53" y="306"/>
                        </a:lnTo>
                        <a:lnTo>
                          <a:pt x="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3494031" y="2063765"/>
                    <a:ext cx="3058" cy="16965"/>
                  </a:xfrm>
                  <a:custGeom>
                    <a:avLst/>
                    <a:gdLst/>
                    <a:ahLst/>
                    <a:cxnLst/>
                    <a:rect l="l" t="t" r="r" b="b"/>
                    <a:pathLst>
                      <a:path w="53" h="294" extrusionOk="0">
                        <a:moveTo>
                          <a:pt x="1" y="1"/>
                        </a:moveTo>
                        <a:lnTo>
                          <a:pt x="1" y="293"/>
                        </a:lnTo>
                        <a:lnTo>
                          <a:pt x="53" y="293"/>
                        </a:lnTo>
                        <a:lnTo>
                          <a:pt x="5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3474529" y="2115584"/>
                    <a:ext cx="3808" cy="19158"/>
                  </a:xfrm>
                  <a:custGeom>
                    <a:avLst/>
                    <a:gdLst/>
                    <a:ahLst/>
                    <a:cxnLst/>
                    <a:rect l="l" t="t" r="r" b="b"/>
                    <a:pathLst>
                      <a:path w="66" h="332" extrusionOk="0">
                        <a:moveTo>
                          <a:pt x="7" y="0"/>
                        </a:moveTo>
                        <a:lnTo>
                          <a:pt x="0" y="325"/>
                        </a:lnTo>
                        <a:lnTo>
                          <a:pt x="53" y="332"/>
                        </a:lnTo>
                        <a:lnTo>
                          <a:pt x="66"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3519938" y="2115930"/>
                    <a:ext cx="3404" cy="18812"/>
                  </a:xfrm>
                  <a:custGeom>
                    <a:avLst/>
                    <a:gdLst/>
                    <a:ahLst/>
                    <a:cxnLst/>
                    <a:rect l="l" t="t" r="r" b="b"/>
                    <a:pathLst>
                      <a:path w="59" h="326" extrusionOk="0">
                        <a:moveTo>
                          <a:pt x="7" y="1"/>
                        </a:moveTo>
                        <a:lnTo>
                          <a:pt x="0" y="326"/>
                        </a:lnTo>
                        <a:lnTo>
                          <a:pt x="46" y="326"/>
                        </a:lnTo>
                        <a:lnTo>
                          <a:pt x="5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3560096" y="2110333"/>
                    <a:ext cx="3808" cy="18812"/>
                  </a:xfrm>
                  <a:custGeom>
                    <a:avLst/>
                    <a:gdLst/>
                    <a:ahLst/>
                    <a:cxnLst/>
                    <a:rect l="l" t="t" r="r" b="b"/>
                    <a:pathLst>
                      <a:path w="66" h="326" extrusionOk="0">
                        <a:moveTo>
                          <a:pt x="13" y="0"/>
                        </a:moveTo>
                        <a:lnTo>
                          <a:pt x="0" y="325"/>
                        </a:lnTo>
                        <a:lnTo>
                          <a:pt x="59" y="325"/>
                        </a:lnTo>
                        <a:lnTo>
                          <a:pt x="6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3601350" y="2098676"/>
                    <a:ext cx="3462" cy="18812"/>
                  </a:xfrm>
                  <a:custGeom>
                    <a:avLst/>
                    <a:gdLst/>
                    <a:ahLst/>
                    <a:cxnLst/>
                    <a:rect l="l" t="t" r="r" b="b"/>
                    <a:pathLst>
                      <a:path w="60" h="326" extrusionOk="0">
                        <a:moveTo>
                          <a:pt x="1" y="0"/>
                        </a:moveTo>
                        <a:lnTo>
                          <a:pt x="1" y="326"/>
                        </a:lnTo>
                        <a:lnTo>
                          <a:pt x="53" y="326"/>
                        </a:lnTo>
                        <a:lnTo>
                          <a:pt x="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p:nvPr/>
                </p:nvSpPr>
                <p:spPr>
                  <a:xfrm>
                    <a:off x="3509933" y="2094538"/>
                    <a:ext cx="94566" cy="38778"/>
                  </a:xfrm>
                  <a:custGeom>
                    <a:avLst/>
                    <a:gdLst/>
                    <a:ahLst/>
                    <a:cxnLst/>
                    <a:rect l="l" t="t" r="r" b="b"/>
                    <a:pathLst>
                      <a:path w="1639" h="672" extrusionOk="0">
                        <a:moveTo>
                          <a:pt x="678" y="1"/>
                        </a:moveTo>
                        <a:cubicBezTo>
                          <a:pt x="403" y="1"/>
                          <a:pt x="162" y="54"/>
                          <a:pt x="125" y="162"/>
                        </a:cubicBezTo>
                        <a:cubicBezTo>
                          <a:pt x="1" y="511"/>
                          <a:pt x="436" y="671"/>
                          <a:pt x="862" y="671"/>
                        </a:cubicBezTo>
                        <a:cubicBezTo>
                          <a:pt x="1197" y="671"/>
                          <a:pt x="1526" y="572"/>
                          <a:pt x="1575" y="389"/>
                        </a:cubicBezTo>
                        <a:cubicBezTo>
                          <a:pt x="1639" y="134"/>
                          <a:pt x="1115" y="1"/>
                          <a:pt x="678" y="1"/>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14" name="Google Shape;114;p2"/>
            <p:cNvGrpSpPr/>
            <p:nvPr/>
          </p:nvGrpSpPr>
          <p:grpSpPr>
            <a:xfrm>
              <a:off x="7921964" y="132859"/>
              <a:ext cx="724174" cy="542833"/>
              <a:chOff x="7921964" y="132859"/>
              <a:chExt cx="724174" cy="542833"/>
            </a:xfrm>
          </p:grpSpPr>
          <p:grpSp>
            <p:nvGrpSpPr>
              <p:cNvPr id="115" name="Google Shape;115;p2"/>
              <p:cNvGrpSpPr/>
              <p:nvPr/>
            </p:nvGrpSpPr>
            <p:grpSpPr>
              <a:xfrm>
                <a:off x="7921964" y="480179"/>
                <a:ext cx="336153" cy="195513"/>
                <a:chOff x="3308175" y="2424200"/>
                <a:chExt cx="36450" cy="21200"/>
              </a:xfrm>
            </p:grpSpPr>
            <p:sp>
              <p:nvSpPr>
                <p:cNvPr id="116" name="Google Shape;116;p2"/>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2"/>
              <p:cNvGrpSpPr/>
              <p:nvPr/>
            </p:nvGrpSpPr>
            <p:grpSpPr>
              <a:xfrm rot="4287514">
                <a:off x="8331932" y="376436"/>
                <a:ext cx="336153" cy="195515"/>
                <a:chOff x="3308175" y="2424200"/>
                <a:chExt cx="36450" cy="21200"/>
              </a:xfrm>
            </p:grpSpPr>
            <p:sp>
              <p:nvSpPr>
                <p:cNvPr id="119" name="Google Shape;119;p2"/>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2"/>
              <p:cNvGrpSpPr/>
              <p:nvPr/>
            </p:nvGrpSpPr>
            <p:grpSpPr>
              <a:xfrm>
                <a:off x="7921975" y="132859"/>
                <a:ext cx="336144" cy="213925"/>
                <a:chOff x="3609300" y="2412850"/>
                <a:chExt cx="56125" cy="35725"/>
              </a:xfrm>
            </p:grpSpPr>
            <p:sp>
              <p:nvSpPr>
                <p:cNvPr id="122" name="Google Shape;122;p2"/>
                <p:cNvSpPr/>
                <p:nvPr/>
              </p:nvSpPr>
              <p:spPr>
                <a:xfrm>
                  <a:off x="3609300" y="2412850"/>
                  <a:ext cx="32550" cy="27950"/>
                </a:xfrm>
                <a:custGeom>
                  <a:avLst/>
                  <a:gdLst/>
                  <a:ahLst/>
                  <a:cxnLst/>
                  <a:rect l="l" t="t" r="r" b="b"/>
                  <a:pathLst>
                    <a:path w="1302" h="1118" extrusionOk="0">
                      <a:moveTo>
                        <a:pt x="511" y="0"/>
                      </a:moveTo>
                      <a:cubicBezTo>
                        <a:pt x="340" y="0"/>
                        <a:pt x="175" y="97"/>
                        <a:pt x="98" y="265"/>
                      </a:cubicBezTo>
                      <a:cubicBezTo>
                        <a:pt x="1" y="480"/>
                        <a:pt x="98" y="753"/>
                        <a:pt x="326" y="851"/>
                      </a:cubicBezTo>
                      <a:lnTo>
                        <a:pt x="931" y="1117"/>
                      </a:lnTo>
                      <a:lnTo>
                        <a:pt x="1301" y="304"/>
                      </a:lnTo>
                      <a:lnTo>
                        <a:pt x="690" y="38"/>
                      </a:lnTo>
                      <a:cubicBezTo>
                        <a:pt x="632" y="12"/>
                        <a:pt x="571" y="0"/>
                        <a:pt x="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3632550" y="2420600"/>
                  <a:ext cx="32875" cy="27975"/>
                </a:xfrm>
                <a:custGeom>
                  <a:avLst/>
                  <a:gdLst/>
                  <a:ahLst/>
                  <a:cxnLst/>
                  <a:rect l="l" t="t" r="r" b="b"/>
                  <a:pathLst>
                    <a:path w="1315" h="1119" extrusionOk="0">
                      <a:moveTo>
                        <a:pt x="371" y="1"/>
                      </a:moveTo>
                      <a:lnTo>
                        <a:pt x="1" y="814"/>
                      </a:lnTo>
                      <a:lnTo>
                        <a:pt x="612" y="1081"/>
                      </a:lnTo>
                      <a:cubicBezTo>
                        <a:pt x="671" y="1106"/>
                        <a:pt x="733" y="1118"/>
                        <a:pt x="794" y="1118"/>
                      </a:cubicBezTo>
                      <a:cubicBezTo>
                        <a:pt x="964" y="1118"/>
                        <a:pt x="1125" y="1021"/>
                        <a:pt x="1197" y="853"/>
                      </a:cubicBezTo>
                      <a:cubicBezTo>
                        <a:pt x="1314" y="638"/>
                        <a:pt x="1204" y="378"/>
                        <a:pt x="976" y="268"/>
                      </a:cubicBezTo>
                      <a:lnTo>
                        <a:pt x="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4"/>
        <p:cNvGrpSpPr/>
        <p:nvPr/>
      </p:nvGrpSpPr>
      <p:grpSpPr>
        <a:xfrm>
          <a:off x="0" y="0"/>
          <a:ext cx="0" cy="0"/>
          <a:chOff x="0" y="0"/>
          <a:chExt cx="0" cy="0"/>
        </a:xfrm>
      </p:grpSpPr>
      <p:grpSp>
        <p:nvGrpSpPr>
          <p:cNvPr id="125" name="Google Shape;125;p3"/>
          <p:cNvGrpSpPr/>
          <p:nvPr/>
        </p:nvGrpSpPr>
        <p:grpSpPr>
          <a:xfrm>
            <a:off x="-8695" y="-168611"/>
            <a:ext cx="8686931" cy="5467412"/>
            <a:chOff x="-8695" y="-168611"/>
            <a:chExt cx="8686931" cy="5467412"/>
          </a:xfrm>
        </p:grpSpPr>
        <p:sp>
          <p:nvSpPr>
            <p:cNvPr id="126" name="Google Shape;126;p3"/>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3"/>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3"/>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 name="Google Shape;141;p3"/>
          <p:cNvSpPr/>
          <p:nvPr/>
        </p:nvSpPr>
        <p:spPr>
          <a:xfrm>
            <a:off x="361936" y="316709"/>
            <a:ext cx="8416025" cy="4510125"/>
          </a:xfrm>
          <a:custGeom>
            <a:avLst/>
            <a:gdLst/>
            <a:ahLst/>
            <a:cxnLst/>
            <a:rect l="l" t="t" r="r" b="b"/>
            <a:pathLst>
              <a:path w="336641" h="180405" extrusionOk="0">
                <a:moveTo>
                  <a:pt x="336424" y="102013"/>
                </a:moveTo>
                <a:cubicBezTo>
                  <a:pt x="336551" y="114840"/>
                  <a:pt x="336842" y="122483"/>
                  <a:pt x="336424" y="134398"/>
                </a:cubicBezTo>
                <a:cubicBezTo>
                  <a:pt x="336006" y="146313"/>
                  <a:pt x="337065" y="165905"/>
                  <a:pt x="333916" y="173502"/>
                </a:cubicBezTo>
                <a:cubicBezTo>
                  <a:pt x="330768" y="181099"/>
                  <a:pt x="324010" y="178963"/>
                  <a:pt x="317533" y="179979"/>
                </a:cubicBezTo>
                <a:cubicBezTo>
                  <a:pt x="311056" y="180995"/>
                  <a:pt x="322677" y="179916"/>
                  <a:pt x="295054" y="179598"/>
                </a:cubicBezTo>
                <a:cubicBezTo>
                  <a:pt x="267432" y="179281"/>
                  <a:pt x="194407" y="178265"/>
                  <a:pt x="151798" y="178074"/>
                </a:cubicBezTo>
                <a:cubicBezTo>
                  <a:pt x="109190" y="177884"/>
                  <a:pt x="63216" y="178646"/>
                  <a:pt x="39403" y="178455"/>
                </a:cubicBezTo>
                <a:cubicBezTo>
                  <a:pt x="15591" y="178265"/>
                  <a:pt x="15146" y="179535"/>
                  <a:pt x="8923" y="176931"/>
                </a:cubicBezTo>
                <a:cubicBezTo>
                  <a:pt x="2700" y="174328"/>
                  <a:pt x="3552" y="174050"/>
                  <a:pt x="2065" y="162834"/>
                </a:cubicBezTo>
                <a:cubicBezTo>
                  <a:pt x="578" y="151618"/>
                  <a:pt x="28" y="128533"/>
                  <a:pt x="1" y="109633"/>
                </a:cubicBezTo>
                <a:cubicBezTo>
                  <a:pt x="-25" y="90733"/>
                  <a:pt x="927" y="66095"/>
                  <a:pt x="1906" y="49435"/>
                </a:cubicBezTo>
                <a:cubicBezTo>
                  <a:pt x="2885" y="32775"/>
                  <a:pt x="3563" y="17442"/>
                  <a:pt x="5875" y="9672"/>
                </a:cubicBezTo>
                <a:cubicBezTo>
                  <a:pt x="8188" y="1902"/>
                  <a:pt x="9939" y="4275"/>
                  <a:pt x="15781" y="2814"/>
                </a:cubicBezTo>
                <a:cubicBezTo>
                  <a:pt x="21623" y="1354"/>
                  <a:pt x="24481" y="1354"/>
                  <a:pt x="40927" y="909"/>
                </a:cubicBezTo>
                <a:cubicBezTo>
                  <a:pt x="57374" y="465"/>
                  <a:pt x="82710" y="274"/>
                  <a:pt x="114460" y="147"/>
                </a:cubicBezTo>
                <a:cubicBezTo>
                  <a:pt x="146210" y="20"/>
                  <a:pt x="199487" y="-107"/>
                  <a:pt x="231427" y="147"/>
                </a:cubicBezTo>
                <a:cubicBezTo>
                  <a:pt x="263368" y="401"/>
                  <a:pt x="290165" y="973"/>
                  <a:pt x="306103" y="1671"/>
                </a:cubicBezTo>
                <a:cubicBezTo>
                  <a:pt x="322042" y="2370"/>
                  <a:pt x="322449" y="2092"/>
                  <a:pt x="327058" y="4338"/>
                </a:cubicBezTo>
                <a:cubicBezTo>
                  <a:pt x="331667" y="6584"/>
                  <a:pt x="332323" y="9724"/>
                  <a:pt x="333757" y="15145"/>
                </a:cubicBezTo>
                <a:cubicBezTo>
                  <a:pt x="335191" y="20566"/>
                  <a:pt x="335345" y="29814"/>
                  <a:pt x="335662" y="36862"/>
                </a:cubicBezTo>
                <a:cubicBezTo>
                  <a:pt x="335980" y="43911"/>
                  <a:pt x="335535" y="46578"/>
                  <a:pt x="335662" y="57436"/>
                </a:cubicBezTo>
                <a:cubicBezTo>
                  <a:pt x="335789" y="68295"/>
                  <a:pt x="336297" y="89186"/>
                  <a:pt x="336424" y="102013"/>
                </a:cubicBezTo>
                <a:close/>
              </a:path>
            </a:pathLst>
          </a:custGeom>
          <a:solidFill>
            <a:schemeClr val="dk2"/>
          </a:solidFill>
          <a:ln>
            <a:noFill/>
          </a:ln>
        </p:spPr>
      </p:sp>
      <p:sp>
        <p:nvSpPr>
          <p:cNvPr id="142" name="Google Shape;142;p3"/>
          <p:cNvSpPr txBox="1">
            <a:spLocks noGrp="1"/>
          </p:cNvSpPr>
          <p:nvPr>
            <p:ph type="title"/>
          </p:nvPr>
        </p:nvSpPr>
        <p:spPr>
          <a:xfrm>
            <a:off x="2837100" y="2273238"/>
            <a:ext cx="3469800" cy="776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3" name="Google Shape;143;p3"/>
          <p:cNvSpPr txBox="1">
            <a:spLocks noGrp="1"/>
          </p:cNvSpPr>
          <p:nvPr>
            <p:ph type="title" idx="2" hasCustomPrompt="1"/>
          </p:nvPr>
        </p:nvSpPr>
        <p:spPr>
          <a:xfrm>
            <a:off x="3917550" y="1382708"/>
            <a:ext cx="1308900" cy="1079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solidFill>
                  <a:schemeClr val="accent3"/>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4" name="Google Shape;144;p3"/>
          <p:cNvSpPr txBox="1">
            <a:spLocks noGrp="1"/>
          </p:cNvSpPr>
          <p:nvPr>
            <p:ph type="subTitle" idx="1"/>
          </p:nvPr>
        </p:nvSpPr>
        <p:spPr>
          <a:xfrm>
            <a:off x="3206700" y="3025792"/>
            <a:ext cx="2730600" cy="73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45" name="Google Shape;145;p3"/>
          <p:cNvGrpSpPr/>
          <p:nvPr/>
        </p:nvGrpSpPr>
        <p:grpSpPr>
          <a:xfrm>
            <a:off x="175965" y="125158"/>
            <a:ext cx="8668942" cy="5056995"/>
            <a:chOff x="175965" y="125158"/>
            <a:chExt cx="8668942" cy="5056995"/>
          </a:xfrm>
        </p:grpSpPr>
        <p:grpSp>
          <p:nvGrpSpPr>
            <p:cNvPr id="146" name="Google Shape;146;p3"/>
            <p:cNvGrpSpPr/>
            <p:nvPr/>
          </p:nvGrpSpPr>
          <p:grpSpPr>
            <a:xfrm rot="-6171533">
              <a:off x="1252074" y="4431070"/>
              <a:ext cx="486009" cy="282675"/>
              <a:chOff x="3308175" y="2424200"/>
              <a:chExt cx="36450" cy="21200"/>
            </a:xfrm>
          </p:grpSpPr>
          <p:sp>
            <p:nvSpPr>
              <p:cNvPr id="147" name="Google Shape;147;p3"/>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3"/>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3"/>
            <p:cNvGrpSpPr/>
            <p:nvPr/>
          </p:nvGrpSpPr>
          <p:grpSpPr>
            <a:xfrm rot="685296">
              <a:off x="8044268" y="170480"/>
              <a:ext cx="486008" cy="282674"/>
              <a:chOff x="3308175" y="2424200"/>
              <a:chExt cx="36450" cy="21200"/>
            </a:xfrm>
          </p:grpSpPr>
          <p:sp>
            <p:nvSpPr>
              <p:cNvPr id="150" name="Google Shape;150;p3"/>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3"/>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3"/>
            <p:cNvGrpSpPr/>
            <p:nvPr/>
          </p:nvGrpSpPr>
          <p:grpSpPr>
            <a:xfrm>
              <a:off x="356724" y="3593706"/>
              <a:ext cx="135706" cy="135457"/>
              <a:chOff x="3326075" y="2546450"/>
              <a:chExt cx="81800" cy="81650"/>
            </a:xfrm>
          </p:grpSpPr>
          <p:sp>
            <p:nvSpPr>
              <p:cNvPr id="153" name="Google Shape;153;p3"/>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3"/>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 name="Google Shape;155;p3"/>
            <p:cNvGrpSpPr/>
            <p:nvPr/>
          </p:nvGrpSpPr>
          <p:grpSpPr>
            <a:xfrm>
              <a:off x="8728661" y="775001"/>
              <a:ext cx="116246" cy="116057"/>
              <a:chOff x="3326075" y="2546450"/>
              <a:chExt cx="81800" cy="81650"/>
            </a:xfrm>
          </p:grpSpPr>
          <p:sp>
            <p:nvSpPr>
              <p:cNvPr id="156" name="Google Shape;156;p3"/>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 name="Google Shape;158;p3"/>
            <p:cNvGrpSpPr/>
            <p:nvPr/>
          </p:nvGrpSpPr>
          <p:grpSpPr>
            <a:xfrm>
              <a:off x="298186" y="4646855"/>
              <a:ext cx="194250" cy="193927"/>
              <a:chOff x="3326075" y="2546450"/>
              <a:chExt cx="81800" cy="81650"/>
            </a:xfrm>
          </p:grpSpPr>
          <p:sp>
            <p:nvSpPr>
              <p:cNvPr id="159" name="Google Shape;159;p3"/>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3"/>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3"/>
            <p:cNvGrpSpPr/>
            <p:nvPr/>
          </p:nvGrpSpPr>
          <p:grpSpPr>
            <a:xfrm rot="4159234" flipH="1">
              <a:off x="41834" y="4036150"/>
              <a:ext cx="1432271" cy="703551"/>
              <a:chOff x="1309125" y="2617175"/>
              <a:chExt cx="489870" cy="240620"/>
            </a:xfrm>
          </p:grpSpPr>
          <p:sp>
            <p:nvSpPr>
              <p:cNvPr id="162" name="Google Shape;162;p3"/>
              <p:cNvSpPr/>
              <p:nvPr/>
            </p:nvSpPr>
            <p:spPr>
              <a:xfrm>
                <a:off x="1417425" y="2662050"/>
                <a:ext cx="274950" cy="183425"/>
              </a:xfrm>
              <a:custGeom>
                <a:avLst/>
                <a:gdLst/>
                <a:ahLst/>
                <a:cxnLst/>
                <a:rect l="l" t="t" r="r" b="b"/>
                <a:pathLst>
                  <a:path w="10998" h="7337" extrusionOk="0">
                    <a:moveTo>
                      <a:pt x="1424" y="1"/>
                    </a:moveTo>
                    <a:lnTo>
                      <a:pt x="0" y="3305"/>
                    </a:lnTo>
                    <a:lnTo>
                      <a:pt x="9632" y="7337"/>
                    </a:lnTo>
                    <a:cubicBezTo>
                      <a:pt x="9632" y="7337"/>
                      <a:pt x="10874" y="6218"/>
                      <a:pt x="10939" y="6010"/>
                    </a:cubicBezTo>
                    <a:cubicBezTo>
                      <a:pt x="10998" y="5796"/>
                      <a:pt x="10822" y="4085"/>
                      <a:pt x="10822" y="4085"/>
                    </a:cubicBezTo>
                    <a:lnTo>
                      <a:pt x="142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1506675" y="2713450"/>
                <a:ext cx="168150" cy="119350"/>
              </a:xfrm>
              <a:custGeom>
                <a:avLst/>
                <a:gdLst/>
                <a:ahLst/>
                <a:cxnLst/>
                <a:rect l="l" t="t" r="r" b="b"/>
                <a:pathLst>
                  <a:path w="6726" h="4774" extrusionOk="0">
                    <a:moveTo>
                      <a:pt x="934" y="1"/>
                    </a:moveTo>
                    <a:cubicBezTo>
                      <a:pt x="899" y="1"/>
                      <a:pt x="863" y="4"/>
                      <a:pt x="827" y="13"/>
                    </a:cubicBezTo>
                    <a:lnTo>
                      <a:pt x="807" y="13"/>
                    </a:lnTo>
                    <a:lnTo>
                      <a:pt x="1" y="2276"/>
                    </a:lnTo>
                    <a:lnTo>
                      <a:pt x="5724" y="4774"/>
                    </a:lnTo>
                    <a:cubicBezTo>
                      <a:pt x="5724" y="4774"/>
                      <a:pt x="6439" y="4019"/>
                      <a:pt x="6647" y="3603"/>
                    </a:cubicBezTo>
                    <a:cubicBezTo>
                      <a:pt x="6725" y="3440"/>
                      <a:pt x="6725" y="3200"/>
                      <a:pt x="6693" y="2953"/>
                    </a:cubicBezTo>
                    <a:cubicBezTo>
                      <a:pt x="6290" y="2621"/>
                      <a:pt x="5659" y="2530"/>
                      <a:pt x="5184" y="2439"/>
                    </a:cubicBezTo>
                    <a:cubicBezTo>
                      <a:pt x="4579" y="2335"/>
                      <a:pt x="4020" y="2133"/>
                      <a:pt x="3513" y="1782"/>
                    </a:cubicBezTo>
                    <a:cubicBezTo>
                      <a:pt x="3018" y="1450"/>
                      <a:pt x="2628" y="995"/>
                      <a:pt x="2166" y="631"/>
                    </a:cubicBezTo>
                    <a:cubicBezTo>
                      <a:pt x="1945" y="455"/>
                      <a:pt x="1711" y="319"/>
                      <a:pt x="1464" y="189"/>
                    </a:cubicBezTo>
                    <a:cubicBezTo>
                      <a:pt x="1301" y="101"/>
                      <a:pt x="1119" y="1"/>
                      <a:pt x="9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
              <p:cNvSpPr/>
              <p:nvPr/>
            </p:nvSpPr>
            <p:spPr>
              <a:xfrm>
                <a:off x="1337100" y="2647575"/>
                <a:ext cx="173675" cy="111900"/>
              </a:xfrm>
              <a:custGeom>
                <a:avLst/>
                <a:gdLst/>
                <a:ahLst/>
                <a:cxnLst/>
                <a:rect l="l" t="t" r="r" b="b"/>
                <a:pathLst>
                  <a:path w="6947" h="4476" extrusionOk="0">
                    <a:moveTo>
                      <a:pt x="1444" y="1"/>
                    </a:moveTo>
                    <a:lnTo>
                      <a:pt x="280" y="287"/>
                    </a:lnTo>
                    <a:lnTo>
                      <a:pt x="0" y="964"/>
                    </a:lnTo>
                    <a:lnTo>
                      <a:pt x="599" y="2017"/>
                    </a:lnTo>
                    <a:lnTo>
                      <a:pt x="6068" y="4475"/>
                    </a:lnTo>
                    <a:lnTo>
                      <a:pt x="6471" y="3448"/>
                    </a:lnTo>
                    <a:lnTo>
                      <a:pt x="6946" y="2225"/>
                    </a:lnTo>
                    <a:lnTo>
                      <a:pt x="144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3"/>
              <p:cNvSpPr/>
              <p:nvPr/>
            </p:nvSpPr>
            <p:spPr>
              <a:xfrm>
                <a:off x="1340675" y="2647575"/>
                <a:ext cx="170100" cy="86200"/>
              </a:xfrm>
              <a:custGeom>
                <a:avLst/>
                <a:gdLst/>
                <a:ahLst/>
                <a:cxnLst/>
                <a:rect l="l" t="t" r="r" b="b"/>
                <a:pathLst>
                  <a:path w="6804" h="3448" extrusionOk="0">
                    <a:moveTo>
                      <a:pt x="1301" y="1"/>
                    </a:moveTo>
                    <a:lnTo>
                      <a:pt x="137" y="287"/>
                    </a:lnTo>
                    <a:lnTo>
                      <a:pt x="0" y="619"/>
                    </a:lnTo>
                    <a:lnTo>
                      <a:pt x="6328" y="3448"/>
                    </a:lnTo>
                    <a:lnTo>
                      <a:pt x="6803" y="2225"/>
                    </a:lnTo>
                    <a:lnTo>
                      <a:pt x="13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3"/>
              <p:cNvSpPr/>
              <p:nvPr/>
            </p:nvSpPr>
            <p:spPr>
              <a:xfrm>
                <a:off x="1485225" y="2698475"/>
                <a:ext cx="54650" cy="72550"/>
              </a:xfrm>
              <a:custGeom>
                <a:avLst/>
                <a:gdLst/>
                <a:ahLst/>
                <a:cxnLst/>
                <a:rect l="l" t="t" r="r" b="b"/>
                <a:pathLst>
                  <a:path w="2186" h="2902" extrusionOk="0">
                    <a:moveTo>
                      <a:pt x="1021" y="1"/>
                    </a:moveTo>
                    <a:lnTo>
                      <a:pt x="0" y="2570"/>
                    </a:lnTo>
                    <a:cubicBezTo>
                      <a:pt x="0" y="2570"/>
                      <a:pt x="807" y="2902"/>
                      <a:pt x="994" y="2902"/>
                    </a:cubicBezTo>
                    <a:cubicBezTo>
                      <a:pt x="999" y="2902"/>
                      <a:pt x="1004" y="2902"/>
                      <a:pt x="1008" y="2901"/>
                    </a:cubicBezTo>
                    <a:cubicBezTo>
                      <a:pt x="1151" y="2888"/>
                      <a:pt x="2023" y="1835"/>
                      <a:pt x="2107" y="1672"/>
                    </a:cubicBezTo>
                    <a:cubicBezTo>
                      <a:pt x="2185" y="1509"/>
                      <a:pt x="1919" y="527"/>
                      <a:pt x="1834" y="417"/>
                    </a:cubicBezTo>
                    <a:cubicBezTo>
                      <a:pt x="1756" y="306"/>
                      <a:pt x="1021" y="1"/>
                      <a:pt x="102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p:nvPr/>
            </p:nvSpPr>
            <p:spPr>
              <a:xfrm>
                <a:off x="1482250" y="2696700"/>
                <a:ext cx="31200" cy="68200"/>
              </a:xfrm>
              <a:custGeom>
                <a:avLst/>
                <a:gdLst/>
                <a:ahLst/>
                <a:cxnLst/>
                <a:rect l="l" t="t" r="r" b="b"/>
                <a:pathLst>
                  <a:path w="1248" h="2728" extrusionOk="0">
                    <a:moveTo>
                      <a:pt x="1139" y="0"/>
                    </a:moveTo>
                    <a:cubicBezTo>
                      <a:pt x="1110" y="0"/>
                      <a:pt x="1082" y="14"/>
                      <a:pt x="1069" y="46"/>
                    </a:cubicBezTo>
                    <a:cubicBezTo>
                      <a:pt x="672" y="885"/>
                      <a:pt x="321" y="1737"/>
                      <a:pt x="22" y="2615"/>
                    </a:cubicBezTo>
                    <a:cubicBezTo>
                      <a:pt x="0" y="2678"/>
                      <a:pt x="54" y="2728"/>
                      <a:pt x="102" y="2728"/>
                    </a:cubicBezTo>
                    <a:cubicBezTo>
                      <a:pt x="129" y="2728"/>
                      <a:pt x="153" y="2714"/>
                      <a:pt x="165" y="2680"/>
                    </a:cubicBezTo>
                    <a:cubicBezTo>
                      <a:pt x="457" y="1802"/>
                      <a:pt x="808" y="950"/>
                      <a:pt x="1218" y="111"/>
                    </a:cubicBezTo>
                    <a:cubicBezTo>
                      <a:pt x="1248" y="47"/>
                      <a:pt x="1192" y="0"/>
                      <a:pt x="11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3"/>
              <p:cNvSpPr/>
              <p:nvPr/>
            </p:nvSpPr>
            <p:spPr>
              <a:xfrm>
                <a:off x="1309125" y="2617175"/>
                <a:ext cx="56925" cy="90100"/>
              </a:xfrm>
              <a:custGeom>
                <a:avLst/>
                <a:gdLst/>
                <a:ahLst/>
                <a:cxnLst/>
                <a:rect l="l" t="t" r="r" b="b"/>
                <a:pathLst>
                  <a:path w="2277" h="3604" extrusionOk="0">
                    <a:moveTo>
                      <a:pt x="1640" y="1"/>
                    </a:moveTo>
                    <a:cubicBezTo>
                      <a:pt x="1640" y="1"/>
                      <a:pt x="92" y="3376"/>
                      <a:pt x="40" y="3454"/>
                    </a:cubicBezTo>
                    <a:cubicBezTo>
                      <a:pt x="1" y="3519"/>
                      <a:pt x="703" y="3604"/>
                      <a:pt x="703" y="3604"/>
                    </a:cubicBezTo>
                    <a:lnTo>
                      <a:pt x="2277" y="358"/>
                    </a:lnTo>
                    <a:lnTo>
                      <a:pt x="1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3"/>
              <p:cNvSpPr/>
              <p:nvPr/>
            </p:nvSpPr>
            <p:spPr>
              <a:xfrm>
                <a:off x="1718320" y="2820520"/>
                <a:ext cx="80675" cy="37275"/>
              </a:xfrm>
              <a:custGeom>
                <a:avLst/>
                <a:gdLst/>
                <a:ahLst/>
                <a:cxnLst/>
                <a:rect l="l" t="t" r="r" b="b"/>
                <a:pathLst>
                  <a:path w="3227" h="1491" extrusionOk="0">
                    <a:moveTo>
                      <a:pt x="137" y="1"/>
                    </a:moveTo>
                    <a:lnTo>
                      <a:pt x="0" y="313"/>
                    </a:lnTo>
                    <a:lnTo>
                      <a:pt x="3135" y="1490"/>
                    </a:lnTo>
                    <a:cubicBezTo>
                      <a:pt x="3161" y="1445"/>
                      <a:pt x="3194" y="1393"/>
                      <a:pt x="3226" y="1347"/>
                    </a:cubicBezTo>
                    <a:lnTo>
                      <a:pt x="13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p:nvPr/>
            </p:nvSpPr>
            <p:spPr>
              <a:xfrm>
                <a:off x="1677725" y="2788875"/>
                <a:ext cx="48800" cy="49675"/>
              </a:xfrm>
              <a:custGeom>
                <a:avLst/>
                <a:gdLst/>
                <a:ahLst/>
                <a:cxnLst/>
                <a:rect l="l" t="t" r="r" b="b"/>
                <a:pathLst>
                  <a:path w="1952" h="1987" extrusionOk="0">
                    <a:moveTo>
                      <a:pt x="631" y="1"/>
                    </a:moveTo>
                    <a:lnTo>
                      <a:pt x="0" y="1711"/>
                    </a:lnTo>
                    <a:cubicBezTo>
                      <a:pt x="0" y="1711"/>
                      <a:pt x="1243" y="1987"/>
                      <a:pt x="1430" y="1987"/>
                    </a:cubicBezTo>
                    <a:cubicBezTo>
                      <a:pt x="1440" y="1987"/>
                      <a:pt x="1447" y="1986"/>
                      <a:pt x="1451" y="1984"/>
                    </a:cubicBezTo>
                    <a:cubicBezTo>
                      <a:pt x="1529" y="1952"/>
                      <a:pt x="1951" y="944"/>
                      <a:pt x="1893" y="814"/>
                    </a:cubicBezTo>
                    <a:cubicBezTo>
                      <a:pt x="1834" y="683"/>
                      <a:pt x="631" y="1"/>
                      <a:pt x="631"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
              <p:cNvSpPr/>
              <p:nvPr/>
            </p:nvSpPr>
            <p:spPr>
              <a:xfrm>
                <a:off x="1672295" y="2782795"/>
                <a:ext cx="28150" cy="56300"/>
              </a:xfrm>
              <a:custGeom>
                <a:avLst/>
                <a:gdLst/>
                <a:ahLst/>
                <a:cxnLst/>
                <a:rect l="l" t="t" r="r" b="b"/>
                <a:pathLst>
                  <a:path w="1126" h="2252" extrusionOk="0">
                    <a:moveTo>
                      <a:pt x="820" y="1"/>
                    </a:moveTo>
                    <a:lnTo>
                      <a:pt x="1" y="2134"/>
                    </a:lnTo>
                    <a:lnTo>
                      <a:pt x="306" y="2251"/>
                    </a:lnTo>
                    <a:lnTo>
                      <a:pt x="1126" y="118"/>
                    </a:lnTo>
                    <a:lnTo>
                      <a:pt x="82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3"/>
              <p:cNvSpPr/>
              <p:nvPr/>
            </p:nvSpPr>
            <p:spPr>
              <a:xfrm>
                <a:off x="1402125" y="2648725"/>
                <a:ext cx="58075" cy="103425"/>
              </a:xfrm>
              <a:custGeom>
                <a:avLst/>
                <a:gdLst/>
                <a:ahLst/>
                <a:cxnLst/>
                <a:rect l="l" t="t" r="r" b="b"/>
                <a:pathLst>
                  <a:path w="2323" h="4137" extrusionOk="0">
                    <a:moveTo>
                      <a:pt x="1659" y="0"/>
                    </a:moveTo>
                    <a:lnTo>
                      <a:pt x="1" y="4007"/>
                    </a:lnTo>
                    <a:lnTo>
                      <a:pt x="567" y="4137"/>
                    </a:lnTo>
                    <a:lnTo>
                      <a:pt x="2323" y="293"/>
                    </a:lnTo>
                    <a:lnTo>
                      <a:pt x="165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3"/>
              <p:cNvSpPr/>
              <p:nvPr/>
            </p:nvSpPr>
            <p:spPr>
              <a:xfrm>
                <a:off x="1646450" y="2812050"/>
                <a:ext cx="15275" cy="20775"/>
              </a:xfrm>
              <a:custGeom>
                <a:avLst/>
                <a:gdLst/>
                <a:ahLst/>
                <a:cxnLst/>
                <a:rect l="l" t="t" r="r" b="b"/>
                <a:pathLst>
                  <a:path w="611" h="831" extrusionOk="0">
                    <a:moveTo>
                      <a:pt x="455" y="1"/>
                    </a:moveTo>
                    <a:cubicBezTo>
                      <a:pt x="294" y="1"/>
                      <a:pt x="1" y="792"/>
                      <a:pt x="126" y="830"/>
                    </a:cubicBezTo>
                    <a:cubicBezTo>
                      <a:pt x="129" y="831"/>
                      <a:pt x="133" y="831"/>
                      <a:pt x="136" y="831"/>
                    </a:cubicBezTo>
                    <a:cubicBezTo>
                      <a:pt x="279" y="831"/>
                      <a:pt x="611" y="48"/>
                      <a:pt x="471" y="4"/>
                    </a:cubicBezTo>
                    <a:cubicBezTo>
                      <a:pt x="466" y="2"/>
                      <a:pt x="460" y="1"/>
                      <a:pt x="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
              <p:cNvSpPr/>
              <p:nvPr/>
            </p:nvSpPr>
            <p:spPr>
              <a:xfrm>
                <a:off x="1626675" y="2811375"/>
                <a:ext cx="11575" cy="12875"/>
              </a:xfrm>
              <a:custGeom>
                <a:avLst/>
                <a:gdLst/>
                <a:ahLst/>
                <a:cxnLst/>
                <a:rect l="l" t="t" r="r" b="b"/>
                <a:pathLst>
                  <a:path w="463" h="515" extrusionOk="0">
                    <a:moveTo>
                      <a:pt x="300" y="0"/>
                    </a:moveTo>
                    <a:cubicBezTo>
                      <a:pt x="152" y="0"/>
                      <a:pt x="1" y="469"/>
                      <a:pt x="124" y="512"/>
                    </a:cubicBezTo>
                    <a:cubicBezTo>
                      <a:pt x="130" y="514"/>
                      <a:pt x="135" y="515"/>
                      <a:pt x="141" y="515"/>
                    </a:cubicBezTo>
                    <a:cubicBezTo>
                      <a:pt x="272" y="515"/>
                      <a:pt x="462" y="61"/>
                      <a:pt x="325" y="5"/>
                    </a:cubicBezTo>
                    <a:cubicBezTo>
                      <a:pt x="317" y="2"/>
                      <a:pt x="309" y="0"/>
                      <a:pt x="3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p:nvPr/>
            </p:nvSpPr>
            <p:spPr>
              <a:xfrm>
                <a:off x="1606675" y="2802575"/>
                <a:ext cx="11725" cy="13075"/>
              </a:xfrm>
              <a:custGeom>
                <a:avLst/>
                <a:gdLst/>
                <a:ahLst/>
                <a:cxnLst/>
                <a:rect l="l" t="t" r="r" b="b"/>
                <a:pathLst>
                  <a:path w="469" h="523" extrusionOk="0">
                    <a:moveTo>
                      <a:pt x="301" y="1"/>
                    </a:moveTo>
                    <a:cubicBezTo>
                      <a:pt x="157" y="1"/>
                      <a:pt x="1" y="470"/>
                      <a:pt x="124" y="519"/>
                    </a:cubicBezTo>
                    <a:cubicBezTo>
                      <a:pt x="130" y="521"/>
                      <a:pt x="135" y="522"/>
                      <a:pt x="141" y="522"/>
                    </a:cubicBezTo>
                    <a:cubicBezTo>
                      <a:pt x="272" y="522"/>
                      <a:pt x="469" y="61"/>
                      <a:pt x="325" y="5"/>
                    </a:cubicBezTo>
                    <a:cubicBezTo>
                      <a:pt x="318" y="2"/>
                      <a:pt x="309" y="1"/>
                      <a:pt x="3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
              <p:cNvSpPr/>
              <p:nvPr/>
            </p:nvSpPr>
            <p:spPr>
              <a:xfrm>
                <a:off x="1586850" y="2794125"/>
                <a:ext cx="11550" cy="12900"/>
              </a:xfrm>
              <a:custGeom>
                <a:avLst/>
                <a:gdLst/>
                <a:ahLst/>
                <a:cxnLst/>
                <a:rect l="l" t="t" r="r" b="b"/>
                <a:pathLst>
                  <a:path w="462" h="516" extrusionOk="0">
                    <a:moveTo>
                      <a:pt x="300" y="1"/>
                    </a:moveTo>
                    <a:cubicBezTo>
                      <a:pt x="151" y="1"/>
                      <a:pt x="0" y="469"/>
                      <a:pt x="123" y="513"/>
                    </a:cubicBezTo>
                    <a:cubicBezTo>
                      <a:pt x="129" y="514"/>
                      <a:pt x="135" y="515"/>
                      <a:pt x="141" y="515"/>
                    </a:cubicBezTo>
                    <a:cubicBezTo>
                      <a:pt x="271" y="515"/>
                      <a:pt x="462" y="49"/>
                      <a:pt x="325" y="5"/>
                    </a:cubicBezTo>
                    <a:cubicBezTo>
                      <a:pt x="317" y="2"/>
                      <a:pt x="308" y="1"/>
                      <a:pt x="3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
              <p:cNvSpPr/>
              <p:nvPr/>
            </p:nvSpPr>
            <p:spPr>
              <a:xfrm>
                <a:off x="1566850" y="2785350"/>
                <a:ext cx="11725" cy="13050"/>
              </a:xfrm>
              <a:custGeom>
                <a:avLst/>
                <a:gdLst/>
                <a:ahLst/>
                <a:cxnLst/>
                <a:rect l="l" t="t" r="r" b="b"/>
                <a:pathLst>
                  <a:path w="469" h="522" extrusionOk="0">
                    <a:moveTo>
                      <a:pt x="301" y="0"/>
                    </a:moveTo>
                    <a:cubicBezTo>
                      <a:pt x="157" y="0"/>
                      <a:pt x="0" y="470"/>
                      <a:pt x="123" y="519"/>
                    </a:cubicBezTo>
                    <a:cubicBezTo>
                      <a:pt x="129" y="521"/>
                      <a:pt x="135" y="522"/>
                      <a:pt x="141" y="522"/>
                    </a:cubicBezTo>
                    <a:cubicBezTo>
                      <a:pt x="272" y="522"/>
                      <a:pt x="468" y="61"/>
                      <a:pt x="325" y="5"/>
                    </a:cubicBezTo>
                    <a:cubicBezTo>
                      <a:pt x="317" y="2"/>
                      <a:pt x="309" y="0"/>
                      <a:pt x="3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p:nvPr/>
            </p:nvSpPr>
            <p:spPr>
              <a:xfrm>
                <a:off x="1546950" y="2768650"/>
                <a:ext cx="15275" cy="20925"/>
              </a:xfrm>
              <a:custGeom>
                <a:avLst/>
                <a:gdLst/>
                <a:ahLst/>
                <a:cxnLst/>
                <a:rect l="l" t="t" r="r" b="b"/>
                <a:pathLst>
                  <a:path w="611" h="837" extrusionOk="0">
                    <a:moveTo>
                      <a:pt x="448" y="0"/>
                    </a:moveTo>
                    <a:cubicBezTo>
                      <a:pt x="288" y="0"/>
                      <a:pt x="0" y="798"/>
                      <a:pt x="126" y="836"/>
                    </a:cubicBezTo>
                    <a:cubicBezTo>
                      <a:pt x="129" y="837"/>
                      <a:pt x="132" y="837"/>
                      <a:pt x="136" y="837"/>
                    </a:cubicBezTo>
                    <a:cubicBezTo>
                      <a:pt x="273" y="837"/>
                      <a:pt x="610" y="60"/>
                      <a:pt x="464" y="3"/>
                    </a:cubicBezTo>
                    <a:cubicBezTo>
                      <a:pt x="459" y="1"/>
                      <a:pt x="454" y="0"/>
                      <a:pt x="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
              <p:cNvSpPr/>
              <p:nvPr/>
            </p:nvSpPr>
            <p:spPr>
              <a:xfrm>
                <a:off x="1527000" y="2768125"/>
                <a:ext cx="11725" cy="12875"/>
              </a:xfrm>
              <a:custGeom>
                <a:avLst/>
                <a:gdLst/>
                <a:ahLst/>
                <a:cxnLst/>
                <a:rect l="l" t="t" r="r" b="b"/>
                <a:pathLst>
                  <a:path w="469" h="515" extrusionOk="0">
                    <a:moveTo>
                      <a:pt x="302" y="0"/>
                    </a:moveTo>
                    <a:cubicBezTo>
                      <a:pt x="158" y="0"/>
                      <a:pt x="1" y="469"/>
                      <a:pt x="124" y="512"/>
                    </a:cubicBezTo>
                    <a:cubicBezTo>
                      <a:pt x="130" y="514"/>
                      <a:pt x="136" y="515"/>
                      <a:pt x="141" y="515"/>
                    </a:cubicBezTo>
                    <a:cubicBezTo>
                      <a:pt x="273" y="515"/>
                      <a:pt x="469" y="54"/>
                      <a:pt x="326" y="5"/>
                    </a:cubicBezTo>
                    <a:cubicBezTo>
                      <a:pt x="318" y="2"/>
                      <a:pt x="310" y="0"/>
                      <a:pt x="3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
              <p:cNvSpPr/>
              <p:nvPr/>
            </p:nvSpPr>
            <p:spPr>
              <a:xfrm>
                <a:off x="1507175" y="2759325"/>
                <a:ext cx="11575" cy="13075"/>
              </a:xfrm>
              <a:custGeom>
                <a:avLst/>
                <a:gdLst/>
                <a:ahLst/>
                <a:cxnLst/>
                <a:rect l="l" t="t" r="r" b="b"/>
                <a:pathLst>
                  <a:path w="463" h="523" extrusionOk="0">
                    <a:moveTo>
                      <a:pt x="300" y="1"/>
                    </a:moveTo>
                    <a:cubicBezTo>
                      <a:pt x="151" y="1"/>
                      <a:pt x="0" y="470"/>
                      <a:pt x="124" y="519"/>
                    </a:cubicBezTo>
                    <a:cubicBezTo>
                      <a:pt x="129" y="521"/>
                      <a:pt x="135" y="522"/>
                      <a:pt x="141" y="522"/>
                    </a:cubicBezTo>
                    <a:cubicBezTo>
                      <a:pt x="272" y="522"/>
                      <a:pt x="462" y="61"/>
                      <a:pt x="325" y="5"/>
                    </a:cubicBezTo>
                    <a:cubicBezTo>
                      <a:pt x="317" y="2"/>
                      <a:pt x="309" y="1"/>
                      <a:pt x="3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p:nvPr/>
            </p:nvSpPr>
            <p:spPr>
              <a:xfrm>
                <a:off x="1487150" y="2750750"/>
                <a:ext cx="11775" cy="13000"/>
              </a:xfrm>
              <a:custGeom>
                <a:avLst/>
                <a:gdLst/>
                <a:ahLst/>
                <a:cxnLst/>
                <a:rect l="l" t="t" r="r" b="b"/>
                <a:pathLst>
                  <a:path w="471" h="520" extrusionOk="0">
                    <a:moveTo>
                      <a:pt x="305" y="0"/>
                    </a:moveTo>
                    <a:cubicBezTo>
                      <a:pt x="160" y="0"/>
                      <a:pt x="1" y="474"/>
                      <a:pt x="125" y="518"/>
                    </a:cubicBezTo>
                    <a:cubicBezTo>
                      <a:pt x="130" y="519"/>
                      <a:pt x="135" y="520"/>
                      <a:pt x="140" y="520"/>
                    </a:cubicBezTo>
                    <a:cubicBezTo>
                      <a:pt x="271" y="520"/>
                      <a:pt x="470" y="60"/>
                      <a:pt x="326" y="4"/>
                    </a:cubicBezTo>
                    <a:cubicBezTo>
                      <a:pt x="319" y="1"/>
                      <a:pt x="312" y="0"/>
                      <a:pt x="3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
              <p:cNvSpPr/>
              <p:nvPr/>
            </p:nvSpPr>
            <p:spPr>
              <a:xfrm>
                <a:off x="1467450" y="2734175"/>
                <a:ext cx="15100" cy="20800"/>
              </a:xfrm>
              <a:custGeom>
                <a:avLst/>
                <a:gdLst/>
                <a:ahLst/>
                <a:cxnLst/>
                <a:rect l="l" t="t" r="r" b="b"/>
                <a:pathLst>
                  <a:path w="604" h="832" extrusionOk="0">
                    <a:moveTo>
                      <a:pt x="448" y="0"/>
                    </a:moveTo>
                    <a:cubicBezTo>
                      <a:pt x="294" y="0"/>
                      <a:pt x="0" y="792"/>
                      <a:pt x="126" y="829"/>
                    </a:cubicBezTo>
                    <a:cubicBezTo>
                      <a:pt x="129" y="831"/>
                      <a:pt x="133" y="831"/>
                      <a:pt x="137" y="831"/>
                    </a:cubicBezTo>
                    <a:cubicBezTo>
                      <a:pt x="274" y="831"/>
                      <a:pt x="603" y="48"/>
                      <a:pt x="464" y="3"/>
                    </a:cubicBezTo>
                    <a:cubicBezTo>
                      <a:pt x="459" y="1"/>
                      <a:pt x="454" y="0"/>
                      <a:pt x="4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
              <p:cNvSpPr/>
              <p:nvPr/>
            </p:nvSpPr>
            <p:spPr>
              <a:xfrm>
                <a:off x="1521125" y="2753713"/>
                <a:ext cx="103175" cy="38800"/>
              </a:xfrm>
              <a:custGeom>
                <a:avLst/>
                <a:gdLst/>
                <a:ahLst/>
                <a:cxnLst/>
                <a:rect l="l" t="t" r="r" b="b"/>
                <a:pathLst>
                  <a:path w="4127" h="1552" extrusionOk="0">
                    <a:moveTo>
                      <a:pt x="715" y="0"/>
                    </a:moveTo>
                    <a:cubicBezTo>
                      <a:pt x="396" y="0"/>
                      <a:pt x="178" y="51"/>
                      <a:pt x="146" y="166"/>
                    </a:cubicBezTo>
                    <a:cubicBezTo>
                      <a:pt x="1" y="665"/>
                      <a:pt x="2269" y="1551"/>
                      <a:pt x="3400" y="1551"/>
                    </a:cubicBezTo>
                    <a:cubicBezTo>
                      <a:pt x="3742" y="1551"/>
                      <a:pt x="3980" y="1470"/>
                      <a:pt x="4015" y="1272"/>
                    </a:cubicBezTo>
                    <a:cubicBezTo>
                      <a:pt x="4126" y="611"/>
                      <a:pt x="1820" y="0"/>
                      <a:pt x="715"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4" name="Google Shape;184;p3"/>
          <p:cNvGrpSpPr/>
          <p:nvPr/>
        </p:nvGrpSpPr>
        <p:grpSpPr>
          <a:xfrm>
            <a:off x="492425" y="215795"/>
            <a:ext cx="8244239" cy="4742429"/>
            <a:chOff x="492425" y="215795"/>
            <a:chExt cx="8244239" cy="4742429"/>
          </a:xfrm>
        </p:grpSpPr>
        <p:grpSp>
          <p:nvGrpSpPr>
            <p:cNvPr id="185" name="Google Shape;185;p3"/>
            <p:cNvGrpSpPr/>
            <p:nvPr/>
          </p:nvGrpSpPr>
          <p:grpSpPr>
            <a:xfrm>
              <a:off x="8115300" y="539498"/>
              <a:ext cx="621364" cy="4418726"/>
              <a:chOff x="8115300" y="539498"/>
              <a:chExt cx="621364" cy="4418726"/>
            </a:xfrm>
          </p:grpSpPr>
          <p:sp>
            <p:nvSpPr>
              <p:cNvPr id="186" name="Google Shape;186;p3"/>
              <p:cNvSpPr/>
              <p:nvPr/>
            </p:nvSpPr>
            <p:spPr>
              <a:xfrm>
                <a:off x="8115300" y="4675545"/>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p:nvPr/>
            </p:nvSpPr>
            <p:spPr>
              <a:xfrm>
                <a:off x="8620413" y="445517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
              <p:cNvSpPr/>
              <p:nvPr/>
            </p:nvSpPr>
            <p:spPr>
              <a:xfrm>
                <a:off x="8504163" y="5394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3"/>
            <p:cNvGrpSpPr/>
            <p:nvPr/>
          </p:nvGrpSpPr>
          <p:grpSpPr>
            <a:xfrm>
              <a:off x="492425" y="215795"/>
              <a:ext cx="498639" cy="4053554"/>
              <a:chOff x="492425" y="215795"/>
              <a:chExt cx="498639" cy="4053554"/>
            </a:xfrm>
          </p:grpSpPr>
          <p:sp>
            <p:nvSpPr>
              <p:cNvPr id="190" name="Google Shape;190;p3"/>
              <p:cNvSpPr/>
              <p:nvPr/>
            </p:nvSpPr>
            <p:spPr>
              <a:xfrm>
                <a:off x="492425" y="60837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
              <p:cNvSpPr/>
              <p:nvPr/>
            </p:nvSpPr>
            <p:spPr>
              <a:xfrm>
                <a:off x="713225" y="215795"/>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
              <p:cNvSpPr/>
              <p:nvPr/>
            </p:nvSpPr>
            <p:spPr>
              <a:xfrm>
                <a:off x="874813" y="41205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1"/>
        <p:cNvGrpSpPr/>
        <p:nvPr/>
      </p:nvGrpSpPr>
      <p:grpSpPr>
        <a:xfrm>
          <a:off x="0" y="0"/>
          <a:ext cx="0" cy="0"/>
          <a:chOff x="0" y="0"/>
          <a:chExt cx="0" cy="0"/>
        </a:xfrm>
      </p:grpSpPr>
      <p:grpSp>
        <p:nvGrpSpPr>
          <p:cNvPr id="482" name="Google Shape;482;p9"/>
          <p:cNvGrpSpPr/>
          <p:nvPr/>
        </p:nvGrpSpPr>
        <p:grpSpPr>
          <a:xfrm rot="10800000" flipH="1">
            <a:off x="219905" y="-168611"/>
            <a:ext cx="8686931" cy="5467412"/>
            <a:chOff x="-8695" y="-168611"/>
            <a:chExt cx="8686931" cy="5467412"/>
          </a:xfrm>
        </p:grpSpPr>
        <p:sp>
          <p:nvSpPr>
            <p:cNvPr id="483" name="Google Shape;483;p9"/>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9"/>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9"/>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9"/>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9"/>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9"/>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9"/>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9"/>
          <p:cNvSpPr/>
          <p:nvPr/>
        </p:nvSpPr>
        <p:spPr>
          <a:xfrm>
            <a:off x="499943" y="346737"/>
            <a:ext cx="8213075" cy="4498675"/>
          </a:xfrm>
          <a:custGeom>
            <a:avLst/>
            <a:gdLst/>
            <a:ahLst/>
            <a:cxnLst/>
            <a:rect l="l" t="t" r="r" b="b"/>
            <a:pathLst>
              <a:path w="328523" h="179947" extrusionOk="0">
                <a:moveTo>
                  <a:pt x="2481" y="29184"/>
                </a:moveTo>
                <a:cubicBezTo>
                  <a:pt x="2545" y="19405"/>
                  <a:pt x="386" y="10261"/>
                  <a:pt x="2481" y="5562"/>
                </a:cubicBezTo>
                <a:cubicBezTo>
                  <a:pt x="4577" y="863"/>
                  <a:pt x="3497" y="1879"/>
                  <a:pt x="15054" y="990"/>
                </a:cubicBezTo>
                <a:cubicBezTo>
                  <a:pt x="26611" y="101"/>
                  <a:pt x="35946" y="-280"/>
                  <a:pt x="71823" y="228"/>
                </a:cubicBezTo>
                <a:cubicBezTo>
                  <a:pt x="107701" y="736"/>
                  <a:pt x="193680" y="3530"/>
                  <a:pt x="230319" y="4038"/>
                </a:cubicBezTo>
                <a:cubicBezTo>
                  <a:pt x="266959" y="4546"/>
                  <a:pt x="276420" y="2832"/>
                  <a:pt x="291660" y="3276"/>
                </a:cubicBezTo>
                <a:cubicBezTo>
                  <a:pt x="306900" y="3721"/>
                  <a:pt x="315727" y="2324"/>
                  <a:pt x="321759" y="6705"/>
                </a:cubicBezTo>
                <a:cubicBezTo>
                  <a:pt x="327792" y="11087"/>
                  <a:pt x="326776" y="13881"/>
                  <a:pt x="327855" y="29565"/>
                </a:cubicBezTo>
                <a:cubicBezTo>
                  <a:pt x="328935" y="45250"/>
                  <a:pt x="328427" y="80810"/>
                  <a:pt x="328236" y="100812"/>
                </a:cubicBezTo>
                <a:cubicBezTo>
                  <a:pt x="328046" y="120815"/>
                  <a:pt x="327411" y="137071"/>
                  <a:pt x="326712" y="149580"/>
                </a:cubicBezTo>
                <a:cubicBezTo>
                  <a:pt x="326014" y="162090"/>
                  <a:pt x="327728" y="170916"/>
                  <a:pt x="324045" y="175869"/>
                </a:cubicBezTo>
                <a:cubicBezTo>
                  <a:pt x="320362" y="180822"/>
                  <a:pt x="319283" y="178663"/>
                  <a:pt x="304614" y="179298"/>
                </a:cubicBezTo>
                <a:cubicBezTo>
                  <a:pt x="289946" y="179933"/>
                  <a:pt x="276674" y="179616"/>
                  <a:pt x="236034" y="179679"/>
                </a:cubicBezTo>
                <a:cubicBezTo>
                  <a:pt x="195394" y="179743"/>
                  <a:pt x="98874" y="180251"/>
                  <a:pt x="60774" y="179679"/>
                </a:cubicBezTo>
                <a:cubicBezTo>
                  <a:pt x="22674" y="179108"/>
                  <a:pt x="17531" y="181394"/>
                  <a:pt x="7434" y="176250"/>
                </a:cubicBezTo>
                <a:cubicBezTo>
                  <a:pt x="-2662" y="171107"/>
                  <a:pt x="1084" y="167487"/>
                  <a:pt x="195" y="148818"/>
                </a:cubicBezTo>
                <a:cubicBezTo>
                  <a:pt x="-694" y="130149"/>
                  <a:pt x="1719" y="84175"/>
                  <a:pt x="2100" y="64236"/>
                </a:cubicBezTo>
                <a:cubicBezTo>
                  <a:pt x="2481" y="44297"/>
                  <a:pt x="2418" y="38963"/>
                  <a:pt x="2481" y="29184"/>
                </a:cubicBezTo>
                <a:close/>
              </a:path>
            </a:pathLst>
          </a:custGeom>
          <a:solidFill>
            <a:schemeClr val="dk2"/>
          </a:solidFill>
          <a:ln>
            <a:noFill/>
          </a:ln>
        </p:spPr>
      </p:sp>
      <p:sp>
        <p:nvSpPr>
          <p:cNvPr id="499" name="Google Shape;499;p9"/>
          <p:cNvSpPr txBox="1">
            <a:spLocks noGrp="1"/>
          </p:cNvSpPr>
          <p:nvPr>
            <p:ph type="title"/>
          </p:nvPr>
        </p:nvSpPr>
        <p:spPr>
          <a:xfrm>
            <a:off x="2135550" y="1670743"/>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00" name="Google Shape;500;p9"/>
          <p:cNvSpPr txBox="1">
            <a:spLocks noGrp="1"/>
          </p:cNvSpPr>
          <p:nvPr>
            <p:ph type="subTitle" idx="1"/>
          </p:nvPr>
        </p:nvSpPr>
        <p:spPr>
          <a:xfrm>
            <a:off x="2135550" y="2746457"/>
            <a:ext cx="4872900" cy="726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501" name="Google Shape;501;p9"/>
          <p:cNvGrpSpPr/>
          <p:nvPr/>
        </p:nvGrpSpPr>
        <p:grpSpPr>
          <a:xfrm>
            <a:off x="236375" y="284298"/>
            <a:ext cx="8721976" cy="4789451"/>
            <a:chOff x="236375" y="284298"/>
            <a:chExt cx="8721976" cy="4789451"/>
          </a:xfrm>
        </p:grpSpPr>
        <p:grpSp>
          <p:nvGrpSpPr>
            <p:cNvPr id="502" name="Google Shape;502;p9"/>
            <p:cNvGrpSpPr/>
            <p:nvPr/>
          </p:nvGrpSpPr>
          <p:grpSpPr>
            <a:xfrm>
              <a:off x="391650" y="284298"/>
              <a:ext cx="8468624" cy="682751"/>
              <a:chOff x="391650" y="284298"/>
              <a:chExt cx="8468624" cy="682751"/>
            </a:xfrm>
          </p:grpSpPr>
          <p:sp>
            <p:nvSpPr>
              <p:cNvPr id="503" name="Google Shape;503;p9"/>
              <p:cNvSpPr/>
              <p:nvPr/>
            </p:nvSpPr>
            <p:spPr>
              <a:xfrm>
                <a:off x="8639475" y="539495"/>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9"/>
              <p:cNvSpPr/>
              <p:nvPr/>
            </p:nvSpPr>
            <p:spPr>
              <a:xfrm>
                <a:off x="391650" y="68437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9"/>
              <p:cNvSpPr/>
              <p:nvPr/>
            </p:nvSpPr>
            <p:spPr>
              <a:xfrm>
                <a:off x="8523213" y="39067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9"/>
              <p:cNvSpPr/>
              <p:nvPr/>
            </p:nvSpPr>
            <p:spPr>
              <a:xfrm>
                <a:off x="578413" y="2842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 name="Google Shape;507;p9"/>
            <p:cNvGrpSpPr/>
            <p:nvPr/>
          </p:nvGrpSpPr>
          <p:grpSpPr>
            <a:xfrm>
              <a:off x="236375" y="3571298"/>
              <a:ext cx="8721976" cy="1502451"/>
              <a:chOff x="236375" y="3571298"/>
              <a:chExt cx="8721976" cy="1502451"/>
            </a:xfrm>
          </p:grpSpPr>
          <p:sp>
            <p:nvSpPr>
              <p:cNvPr id="508" name="Google Shape;508;p9"/>
              <p:cNvSpPr/>
              <p:nvPr/>
            </p:nvSpPr>
            <p:spPr>
              <a:xfrm>
                <a:off x="8529113" y="432404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9"/>
              <p:cNvSpPr/>
              <p:nvPr/>
            </p:nvSpPr>
            <p:spPr>
              <a:xfrm>
                <a:off x="7907063" y="49249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9"/>
              <p:cNvSpPr/>
              <p:nvPr/>
            </p:nvSpPr>
            <p:spPr>
              <a:xfrm>
                <a:off x="236375" y="470407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9"/>
              <p:cNvSpPr/>
              <p:nvPr/>
            </p:nvSpPr>
            <p:spPr>
              <a:xfrm>
                <a:off x="8842100" y="35712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2" name="Google Shape;512;p9"/>
          <p:cNvGrpSpPr/>
          <p:nvPr/>
        </p:nvGrpSpPr>
        <p:grpSpPr>
          <a:xfrm>
            <a:off x="134249" y="3571298"/>
            <a:ext cx="9133174" cy="1558151"/>
            <a:chOff x="134249" y="3571298"/>
            <a:chExt cx="9133174" cy="1558151"/>
          </a:xfrm>
        </p:grpSpPr>
        <p:grpSp>
          <p:nvGrpSpPr>
            <p:cNvPr id="513" name="Google Shape;513;p9"/>
            <p:cNvGrpSpPr/>
            <p:nvPr/>
          </p:nvGrpSpPr>
          <p:grpSpPr>
            <a:xfrm rot="-2279329">
              <a:off x="307939" y="3832205"/>
              <a:ext cx="950705" cy="891631"/>
              <a:chOff x="2364825" y="1899825"/>
              <a:chExt cx="161800" cy="151750"/>
            </a:xfrm>
          </p:grpSpPr>
          <p:sp>
            <p:nvSpPr>
              <p:cNvPr id="514" name="Google Shape;514;p9"/>
              <p:cNvSpPr/>
              <p:nvPr/>
            </p:nvSpPr>
            <p:spPr>
              <a:xfrm>
                <a:off x="2364825" y="1899825"/>
                <a:ext cx="139200" cy="135475"/>
              </a:xfrm>
              <a:custGeom>
                <a:avLst/>
                <a:gdLst/>
                <a:ahLst/>
                <a:cxnLst/>
                <a:rect l="l" t="t" r="r" b="b"/>
                <a:pathLst>
                  <a:path w="5568" h="5419" extrusionOk="0">
                    <a:moveTo>
                      <a:pt x="2345" y="1"/>
                    </a:moveTo>
                    <a:cubicBezTo>
                      <a:pt x="2344" y="1"/>
                      <a:pt x="2343" y="1"/>
                      <a:pt x="2342" y="1"/>
                    </a:cubicBezTo>
                    <a:cubicBezTo>
                      <a:pt x="1867" y="124"/>
                      <a:pt x="1" y="2576"/>
                      <a:pt x="14" y="3019"/>
                    </a:cubicBezTo>
                    <a:cubicBezTo>
                      <a:pt x="27" y="3142"/>
                      <a:pt x="3324" y="5418"/>
                      <a:pt x="3454" y="5418"/>
                    </a:cubicBezTo>
                    <a:cubicBezTo>
                      <a:pt x="3578" y="5412"/>
                      <a:pt x="4124" y="4898"/>
                      <a:pt x="4124" y="4898"/>
                    </a:cubicBezTo>
                    <a:lnTo>
                      <a:pt x="4514" y="5087"/>
                    </a:lnTo>
                    <a:lnTo>
                      <a:pt x="5490" y="3818"/>
                    </a:lnTo>
                    <a:lnTo>
                      <a:pt x="5204" y="3480"/>
                    </a:lnTo>
                    <a:cubicBezTo>
                      <a:pt x="5204" y="3480"/>
                      <a:pt x="5568" y="2823"/>
                      <a:pt x="5535" y="2700"/>
                    </a:cubicBezTo>
                    <a:cubicBezTo>
                      <a:pt x="5529" y="2680"/>
                      <a:pt x="5392" y="2550"/>
                      <a:pt x="5178" y="2355"/>
                    </a:cubicBezTo>
                    <a:cubicBezTo>
                      <a:pt x="4560" y="1789"/>
                      <a:pt x="3311" y="716"/>
                      <a:pt x="2693" y="241"/>
                    </a:cubicBezTo>
                    <a:cubicBezTo>
                      <a:pt x="2504" y="97"/>
                      <a:pt x="2376" y="1"/>
                      <a:pt x="234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9"/>
              <p:cNvSpPr/>
              <p:nvPr/>
            </p:nvSpPr>
            <p:spPr>
              <a:xfrm>
                <a:off x="2458175" y="1975925"/>
                <a:ext cx="68450" cy="75650"/>
              </a:xfrm>
              <a:custGeom>
                <a:avLst/>
                <a:gdLst/>
                <a:ahLst/>
                <a:cxnLst/>
                <a:rect l="l" t="t" r="r" b="b"/>
                <a:pathLst>
                  <a:path w="2738" h="3026" extrusionOk="0">
                    <a:moveTo>
                      <a:pt x="2124" y="0"/>
                    </a:moveTo>
                    <a:cubicBezTo>
                      <a:pt x="2005" y="0"/>
                      <a:pt x="0" y="2524"/>
                      <a:pt x="32" y="2576"/>
                    </a:cubicBezTo>
                    <a:cubicBezTo>
                      <a:pt x="64" y="2633"/>
                      <a:pt x="676" y="3026"/>
                      <a:pt x="820" y="3026"/>
                    </a:cubicBezTo>
                    <a:cubicBezTo>
                      <a:pt x="825" y="3026"/>
                      <a:pt x="829" y="3025"/>
                      <a:pt x="832" y="3025"/>
                    </a:cubicBezTo>
                    <a:cubicBezTo>
                      <a:pt x="910" y="3018"/>
                      <a:pt x="2738" y="709"/>
                      <a:pt x="2718" y="618"/>
                    </a:cubicBezTo>
                    <a:cubicBezTo>
                      <a:pt x="2705" y="449"/>
                      <a:pt x="2198" y="33"/>
                      <a:pt x="2126" y="1"/>
                    </a:cubicBezTo>
                    <a:cubicBezTo>
                      <a:pt x="2126" y="0"/>
                      <a:pt x="2125" y="0"/>
                      <a:pt x="21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9"/>
              <p:cNvSpPr/>
              <p:nvPr/>
            </p:nvSpPr>
            <p:spPr>
              <a:xfrm>
                <a:off x="2486600" y="2000800"/>
                <a:ext cx="35150" cy="43600"/>
              </a:xfrm>
              <a:custGeom>
                <a:avLst/>
                <a:gdLst/>
                <a:ahLst/>
                <a:cxnLst/>
                <a:rect l="l" t="t" r="r" b="b"/>
                <a:pathLst>
                  <a:path w="1406" h="1744" extrusionOk="0">
                    <a:moveTo>
                      <a:pt x="2" y="1664"/>
                    </a:moveTo>
                    <a:cubicBezTo>
                      <a:pt x="1" y="1664"/>
                      <a:pt x="1" y="1665"/>
                      <a:pt x="1" y="1666"/>
                    </a:cubicBezTo>
                    <a:lnTo>
                      <a:pt x="2" y="1664"/>
                    </a:lnTo>
                    <a:close/>
                    <a:moveTo>
                      <a:pt x="1321" y="1"/>
                    </a:moveTo>
                    <a:lnTo>
                      <a:pt x="2" y="1664"/>
                    </a:lnTo>
                    <a:lnTo>
                      <a:pt x="2" y="1664"/>
                    </a:lnTo>
                    <a:cubicBezTo>
                      <a:pt x="2" y="1664"/>
                      <a:pt x="2" y="1664"/>
                      <a:pt x="3" y="1664"/>
                    </a:cubicBezTo>
                    <a:cubicBezTo>
                      <a:pt x="19" y="1664"/>
                      <a:pt x="141" y="1744"/>
                      <a:pt x="196" y="1744"/>
                    </a:cubicBezTo>
                    <a:cubicBezTo>
                      <a:pt x="248" y="1744"/>
                      <a:pt x="1373" y="267"/>
                      <a:pt x="1386" y="189"/>
                    </a:cubicBezTo>
                    <a:cubicBezTo>
                      <a:pt x="1406" y="118"/>
                      <a:pt x="1321" y="1"/>
                      <a:pt x="13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9"/>
              <p:cNvSpPr/>
              <p:nvPr/>
            </p:nvSpPr>
            <p:spPr>
              <a:xfrm>
                <a:off x="2455625" y="1974125"/>
                <a:ext cx="57875" cy="68550"/>
              </a:xfrm>
              <a:custGeom>
                <a:avLst/>
                <a:gdLst/>
                <a:ahLst/>
                <a:cxnLst/>
                <a:rect l="l" t="t" r="r" b="b"/>
                <a:pathLst>
                  <a:path w="2315" h="2742" extrusionOk="0">
                    <a:moveTo>
                      <a:pt x="2188" y="0"/>
                    </a:moveTo>
                    <a:cubicBezTo>
                      <a:pt x="2166" y="0"/>
                      <a:pt x="2143" y="10"/>
                      <a:pt x="2124" y="34"/>
                    </a:cubicBezTo>
                    <a:cubicBezTo>
                      <a:pt x="1546" y="664"/>
                      <a:pt x="993" y="1334"/>
                      <a:pt x="473" y="2017"/>
                    </a:cubicBezTo>
                    <a:cubicBezTo>
                      <a:pt x="329" y="2212"/>
                      <a:pt x="180" y="2407"/>
                      <a:pt x="43" y="2602"/>
                    </a:cubicBezTo>
                    <a:cubicBezTo>
                      <a:pt x="1" y="2669"/>
                      <a:pt x="61" y="2742"/>
                      <a:pt x="122" y="2742"/>
                    </a:cubicBezTo>
                    <a:cubicBezTo>
                      <a:pt x="145" y="2742"/>
                      <a:pt x="169" y="2731"/>
                      <a:pt x="186" y="2706"/>
                    </a:cubicBezTo>
                    <a:cubicBezTo>
                      <a:pt x="694" y="2011"/>
                      <a:pt x="1220" y="1334"/>
                      <a:pt x="1780" y="684"/>
                    </a:cubicBezTo>
                    <a:cubicBezTo>
                      <a:pt x="1936" y="495"/>
                      <a:pt x="2098" y="320"/>
                      <a:pt x="2261" y="138"/>
                    </a:cubicBezTo>
                    <a:cubicBezTo>
                      <a:pt x="2314" y="80"/>
                      <a:pt x="2253" y="0"/>
                      <a:pt x="21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9"/>
              <p:cNvSpPr/>
              <p:nvPr/>
            </p:nvSpPr>
            <p:spPr>
              <a:xfrm>
                <a:off x="2506600" y="1982425"/>
                <a:ext cx="13850" cy="14000"/>
              </a:xfrm>
              <a:custGeom>
                <a:avLst/>
                <a:gdLst/>
                <a:ahLst/>
                <a:cxnLst/>
                <a:rect l="l" t="t" r="r" b="b"/>
                <a:pathLst>
                  <a:path w="554" h="560" extrusionOk="0">
                    <a:moveTo>
                      <a:pt x="85" y="1"/>
                    </a:moveTo>
                    <a:lnTo>
                      <a:pt x="1" y="98"/>
                    </a:lnTo>
                    <a:lnTo>
                      <a:pt x="482" y="560"/>
                    </a:lnTo>
                    <a:lnTo>
                      <a:pt x="554" y="475"/>
                    </a:lnTo>
                    <a:lnTo>
                      <a:pt x="85"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9"/>
              <p:cNvSpPr/>
              <p:nvPr/>
            </p:nvSpPr>
            <p:spPr>
              <a:xfrm>
                <a:off x="2500425" y="1990725"/>
                <a:ext cx="13525" cy="13850"/>
              </a:xfrm>
              <a:custGeom>
                <a:avLst/>
                <a:gdLst/>
                <a:ahLst/>
                <a:cxnLst/>
                <a:rect l="l" t="t" r="r" b="b"/>
                <a:pathLst>
                  <a:path w="541" h="554" extrusionOk="0">
                    <a:moveTo>
                      <a:pt x="79" y="0"/>
                    </a:moveTo>
                    <a:lnTo>
                      <a:pt x="1" y="91"/>
                    </a:lnTo>
                    <a:lnTo>
                      <a:pt x="476" y="553"/>
                    </a:lnTo>
                    <a:lnTo>
                      <a:pt x="541" y="469"/>
                    </a:lnTo>
                    <a:lnTo>
                      <a:pt x="79" y="0"/>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
              <p:cNvSpPr/>
              <p:nvPr/>
            </p:nvSpPr>
            <p:spPr>
              <a:xfrm>
                <a:off x="2493925" y="1998850"/>
                <a:ext cx="13850" cy="13850"/>
              </a:xfrm>
              <a:custGeom>
                <a:avLst/>
                <a:gdLst/>
                <a:ahLst/>
                <a:cxnLst/>
                <a:rect l="l" t="t" r="r" b="b"/>
                <a:pathLst>
                  <a:path w="554" h="554" extrusionOk="0">
                    <a:moveTo>
                      <a:pt x="79" y="1"/>
                    </a:moveTo>
                    <a:lnTo>
                      <a:pt x="1" y="98"/>
                    </a:lnTo>
                    <a:lnTo>
                      <a:pt x="488" y="553"/>
                    </a:lnTo>
                    <a:lnTo>
                      <a:pt x="553" y="475"/>
                    </a:lnTo>
                    <a:lnTo>
                      <a:pt x="79"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9"/>
              <p:cNvSpPr/>
              <p:nvPr/>
            </p:nvSpPr>
            <p:spPr>
              <a:xfrm>
                <a:off x="2487575" y="2007300"/>
                <a:ext cx="13850" cy="13850"/>
              </a:xfrm>
              <a:custGeom>
                <a:avLst/>
                <a:gdLst/>
                <a:ahLst/>
                <a:cxnLst/>
                <a:rect l="l" t="t" r="r" b="b"/>
                <a:pathLst>
                  <a:path w="554" h="554" extrusionOk="0">
                    <a:moveTo>
                      <a:pt x="79" y="1"/>
                    </a:moveTo>
                    <a:lnTo>
                      <a:pt x="1" y="85"/>
                    </a:lnTo>
                    <a:lnTo>
                      <a:pt x="489" y="554"/>
                    </a:lnTo>
                    <a:lnTo>
                      <a:pt x="554" y="462"/>
                    </a:lnTo>
                    <a:lnTo>
                      <a:pt x="79"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9"/>
              <p:cNvSpPr/>
              <p:nvPr/>
            </p:nvSpPr>
            <p:spPr>
              <a:xfrm>
                <a:off x="2481250" y="2015425"/>
                <a:ext cx="13850" cy="13850"/>
              </a:xfrm>
              <a:custGeom>
                <a:avLst/>
                <a:gdLst/>
                <a:ahLst/>
                <a:cxnLst/>
                <a:rect l="l" t="t" r="r" b="b"/>
                <a:pathLst>
                  <a:path w="554" h="554" extrusionOk="0">
                    <a:moveTo>
                      <a:pt x="85" y="1"/>
                    </a:moveTo>
                    <a:lnTo>
                      <a:pt x="0" y="92"/>
                    </a:lnTo>
                    <a:lnTo>
                      <a:pt x="488" y="554"/>
                    </a:lnTo>
                    <a:lnTo>
                      <a:pt x="553" y="469"/>
                    </a:lnTo>
                    <a:lnTo>
                      <a:pt x="85"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9"/>
              <p:cNvSpPr/>
              <p:nvPr/>
            </p:nvSpPr>
            <p:spPr>
              <a:xfrm>
                <a:off x="2474900" y="2023725"/>
                <a:ext cx="13850" cy="13850"/>
              </a:xfrm>
              <a:custGeom>
                <a:avLst/>
                <a:gdLst/>
                <a:ahLst/>
                <a:cxnLst/>
                <a:rect l="l" t="t" r="r" b="b"/>
                <a:pathLst>
                  <a:path w="554" h="554" extrusionOk="0">
                    <a:moveTo>
                      <a:pt x="85" y="1"/>
                    </a:moveTo>
                    <a:lnTo>
                      <a:pt x="1" y="85"/>
                    </a:lnTo>
                    <a:lnTo>
                      <a:pt x="488" y="553"/>
                    </a:lnTo>
                    <a:lnTo>
                      <a:pt x="553" y="462"/>
                    </a:lnTo>
                    <a:lnTo>
                      <a:pt x="85"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9"/>
              <p:cNvSpPr/>
              <p:nvPr/>
            </p:nvSpPr>
            <p:spPr>
              <a:xfrm>
                <a:off x="2468725" y="2031850"/>
                <a:ext cx="13525" cy="13850"/>
              </a:xfrm>
              <a:custGeom>
                <a:avLst/>
                <a:gdLst/>
                <a:ahLst/>
                <a:cxnLst/>
                <a:rect l="l" t="t" r="r" b="b"/>
                <a:pathLst>
                  <a:path w="541" h="554" extrusionOk="0">
                    <a:moveTo>
                      <a:pt x="79" y="1"/>
                    </a:moveTo>
                    <a:lnTo>
                      <a:pt x="1" y="98"/>
                    </a:lnTo>
                    <a:lnTo>
                      <a:pt x="475" y="554"/>
                    </a:lnTo>
                    <a:lnTo>
                      <a:pt x="540" y="469"/>
                    </a:lnTo>
                    <a:lnTo>
                      <a:pt x="79"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9"/>
              <p:cNvSpPr/>
              <p:nvPr/>
            </p:nvSpPr>
            <p:spPr>
              <a:xfrm>
                <a:off x="2398150" y="1906000"/>
                <a:ext cx="96125" cy="91750"/>
              </a:xfrm>
              <a:custGeom>
                <a:avLst/>
                <a:gdLst/>
                <a:ahLst/>
                <a:cxnLst/>
                <a:rect l="l" t="t" r="r" b="b"/>
                <a:pathLst>
                  <a:path w="3845" h="3670" extrusionOk="0">
                    <a:moveTo>
                      <a:pt x="1360" y="1"/>
                    </a:moveTo>
                    <a:cubicBezTo>
                      <a:pt x="846" y="547"/>
                      <a:pt x="359" y="1126"/>
                      <a:pt x="1" y="1783"/>
                    </a:cubicBezTo>
                    <a:cubicBezTo>
                      <a:pt x="788" y="2498"/>
                      <a:pt x="1653" y="3123"/>
                      <a:pt x="2563" y="3669"/>
                    </a:cubicBezTo>
                    <a:cubicBezTo>
                      <a:pt x="2928" y="3097"/>
                      <a:pt x="3357" y="2576"/>
                      <a:pt x="3845" y="2115"/>
                    </a:cubicBezTo>
                    <a:cubicBezTo>
                      <a:pt x="3227" y="1555"/>
                      <a:pt x="1978" y="482"/>
                      <a:pt x="13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9"/>
              <p:cNvSpPr/>
              <p:nvPr/>
            </p:nvSpPr>
            <p:spPr>
              <a:xfrm>
                <a:off x="2430075" y="1936850"/>
                <a:ext cx="59625" cy="45175"/>
              </a:xfrm>
              <a:custGeom>
                <a:avLst/>
                <a:gdLst/>
                <a:ahLst/>
                <a:cxnLst/>
                <a:rect l="l" t="t" r="r" b="b"/>
                <a:pathLst>
                  <a:path w="2385" h="1807" extrusionOk="0">
                    <a:moveTo>
                      <a:pt x="636" y="0"/>
                    </a:moveTo>
                    <a:cubicBezTo>
                      <a:pt x="530" y="0"/>
                      <a:pt x="440" y="40"/>
                      <a:pt x="376" y="133"/>
                    </a:cubicBezTo>
                    <a:cubicBezTo>
                      <a:pt x="1" y="663"/>
                      <a:pt x="1415" y="1806"/>
                      <a:pt x="2006" y="1806"/>
                    </a:cubicBezTo>
                    <a:cubicBezTo>
                      <a:pt x="2112" y="1806"/>
                      <a:pt x="2191" y="1770"/>
                      <a:pt x="2229" y="1687"/>
                    </a:cubicBezTo>
                    <a:cubicBezTo>
                      <a:pt x="2385" y="1332"/>
                      <a:pt x="1246" y="0"/>
                      <a:pt x="636"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9"/>
            <p:cNvGrpSpPr/>
            <p:nvPr/>
          </p:nvGrpSpPr>
          <p:grpSpPr>
            <a:xfrm rot="-1066676">
              <a:off x="8030717" y="3999157"/>
              <a:ext cx="1113069" cy="983860"/>
              <a:chOff x="4333325" y="1683525"/>
              <a:chExt cx="467150" cy="412900"/>
            </a:xfrm>
          </p:grpSpPr>
          <p:sp>
            <p:nvSpPr>
              <p:cNvPr id="528" name="Google Shape;528;p9"/>
              <p:cNvSpPr/>
              <p:nvPr/>
            </p:nvSpPr>
            <p:spPr>
              <a:xfrm>
                <a:off x="4333325" y="1904075"/>
                <a:ext cx="449425" cy="192350"/>
              </a:xfrm>
              <a:custGeom>
                <a:avLst/>
                <a:gdLst/>
                <a:ahLst/>
                <a:cxnLst/>
                <a:rect l="l" t="t" r="r" b="b"/>
                <a:pathLst>
                  <a:path w="17977" h="7694" extrusionOk="0">
                    <a:moveTo>
                      <a:pt x="3903" y="0"/>
                    </a:moveTo>
                    <a:cubicBezTo>
                      <a:pt x="3739" y="0"/>
                      <a:pt x="3574" y="11"/>
                      <a:pt x="3408" y="32"/>
                    </a:cubicBezTo>
                    <a:cubicBezTo>
                      <a:pt x="1789" y="234"/>
                      <a:pt x="540" y="1405"/>
                      <a:pt x="156" y="2894"/>
                    </a:cubicBezTo>
                    <a:cubicBezTo>
                      <a:pt x="46" y="3349"/>
                      <a:pt x="0" y="3824"/>
                      <a:pt x="65" y="4325"/>
                    </a:cubicBezTo>
                    <a:cubicBezTo>
                      <a:pt x="317" y="6271"/>
                      <a:pt x="1969" y="7693"/>
                      <a:pt x="3874" y="7693"/>
                    </a:cubicBezTo>
                    <a:cubicBezTo>
                      <a:pt x="4038" y="7693"/>
                      <a:pt x="4204" y="7683"/>
                      <a:pt x="4371" y="7661"/>
                    </a:cubicBezTo>
                    <a:cubicBezTo>
                      <a:pt x="5645" y="7512"/>
                      <a:pt x="6686" y="6744"/>
                      <a:pt x="7265" y="5704"/>
                    </a:cubicBezTo>
                    <a:lnTo>
                      <a:pt x="17976" y="3811"/>
                    </a:lnTo>
                    <a:lnTo>
                      <a:pt x="17579" y="618"/>
                    </a:lnTo>
                    <a:lnTo>
                      <a:pt x="6927" y="1496"/>
                    </a:lnTo>
                    <a:cubicBezTo>
                      <a:pt x="6222" y="579"/>
                      <a:pt x="5113" y="0"/>
                      <a:pt x="39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9"/>
              <p:cNvSpPr/>
              <p:nvPr/>
            </p:nvSpPr>
            <p:spPr>
              <a:xfrm>
                <a:off x="4345825" y="2003575"/>
                <a:ext cx="166200" cy="84000"/>
              </a:xfrm>
              <a:custGeom>
                <a:avLst/>
                <a:gdLst/>
                <a:ahLst/>
                <a:cxnLst/>
                <a:rect l="l" t="t" r="r" b="b"/>
                <a:pathLst>
                  <a:path w="6648" h="3360" extrusionOk="0">
                    <a:moveTo>
                      <a:pt x="20" y="0"/>
                    </a:moveTo>
                    <a:lnTo>
                      <a:pt x="20" y="0"/>
                    </a:lnTo>
                    <a:cubicBezTo>
                      <a:pt x="1" y="1782"/>
                      <a:pt x="1399" y="3278"/>
                      <a:pt x="3194" y="3356"/>
                    </a:cubicBezTo>
                    <a:cubicBezTo>
                      <a:pt x="3247" y="3359"/>
                      <a:pt x="3300" y="3360"/>
                      <a:pt x="3352" y="3360"/>
                    </a:cubicBezTo>
                    <a:cubicBezTo>
                      <a:pt x="5078" y="3360"/>
                      <a:pt x="6515" y="2022"/>
                      <a:pt x="6648" y="293"/>
                    </a:cubicBezTo>
                    <a:lnTo>
                      <a:pt x="6648" y="293"/>
                    </a:lnTo>
                    <a:cubicBezTo>
                      <a:pt x="6597" y="466"/>
                      <a:pt x="5681" y="580"/>
                      <a:pt x="4422" y="580"/>
                    </a:cubicBezTo>
                    <a:cubicBezTo>
                      <a:pt x="4076" y="580"/>
                      <a:pt x="3705" y="571"/>
                      <a:pt x="3318" y="553"/>
                    </a:cubicBezTo>
                    <a:cubicBezTo>
                      <a:pt x="1529" y="475"/>
                      <a:pt x="73" y="228"/>
                      <a:pt x="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9"/>
              <p:cNvSpPr/>
              <p:nvPr/>
            </p:nvSpPr>
            <p:spPr>
              <a:xfrm>
                <a:off x="4346325" y="1995800"/>
                <a:ext cx="165700" cy="22150"/>
              </a:xfrm>
              <a:custGeom>
                <a:avLst/>
                <a:gdLst/>
                <a:ahLst/>
                <a:cxnLst/>
                <a:rect l="l" t="t" r="r" b="b"/>
                <a:pathLst>
                  <a:path w="6628" h="886" extrusionOk="0">
                    <a:moveTo>
                      <a:pt x="2225" y="0"/>
                    </a:moveTo>
                    <a:cubicBezTo>
                      <a:pt x="960" y="0"/>
                      <a:pt x="46" y="107"/>
                      <a:pt x="0" y="285"/>
                    </a:cubicBezTo>
                    <a:lnTo>
                      <a:pt x="0" y="298"/>
                    </a:lnTo>
                    <a:lnTo>
                      <a:pt x="0" y="311"/>
                    </a:lnTo>
                    <a:cubicBezTo>
                      <a:pt x="46" y="539"/>
                      <a:pt x="1496" y="786"/>
                      <a:pt x="3298" y="864"/>
                    </a:cubicBezTo>
                    <a:cubicBezTo>
                      <a:pt x="3665" y="879"/>
                      <a:pt x="4019" y="886"/>
                      <a:pt x="4350" y="886"/>
                    </a:cubicBezTo>
                    <a:cubicBezTo>
                      <a:pt x="5636" y="886"/>
                      <a:pt x="6576" y="780"/>
                      <a:pt x="6628" y="604"/>
                    </a:cubicBezTo>
                    <a:lnTo>
                      <a:pt x="6628" y="578"/>
                    </a:lnTo>
                    <a:cubicBezTo>
                      <a:pt x="6595" y="350"/>
                      <a:pt x="5138" y="110"/>
                      <a:pt x="3337" y="25"/>
                    </a:cubicBezTo>
                    <a:cubicBezTo>
                      <a:pt x="2947" y="8"/>
                      <a:pt x="2573" y="0"/>
                      <a:pt x="22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9"/>
              <p:cNvSpPr/>
              <p:nvPr/>
            </p:nvSpPr>
            <p:spPr>
              <a:xfrm>
                <a:off x="4771175" y="1902575"/>
                <a:ext cx="29125" cy="106150"/>
              </a:xfrm>
              <a:custGeom>
                <a:avLst/>
                <a:gdLst/>
                <a:ahLst/>
                <a:cxnLst/>
                <a:rect l="l" t="t" r="r" b="b"/>
                <a:pathLst>
                  <a:path w="1165" h="4246" extrusionOk="0">
                    <a:moveTo>
                      <a:pt x="351" y="0"/>
                    </a:moveTo>
                    <a:cubicBezTo>
                      <a:pt x="340" y="0"/>
                      <a:pt x="330" y="1"/>
                      <a:pt x="319" y="1"/>
                    </a:cubicBezTo>
                    <a:cubicBezTo>
                      <a:pt x="131" y="27"/>
                      <a:pt x="0" y="190"/>
                      <a:pt x="26" y="372"/>
                    </a:cubicBezTo>
                    <a:lnTo>
                      <a:pt x="469" y="3949"/>
                    </a:lnTo>
                    <a:cubicBezTo>
                      <a:pt x="493" y="4122"/>
                      <a:pt x="630" y="4245"/>
                      <a:pt x="798" y="4245"/>
                    </a:cubicBezTo>
                    <a:cubicBezTo>
                      <a:pt x="814" y="4245"/>
                      <a:pt x="830" y="4244"/>
                      <a:pt x="846" y="4242"/>
                    </a:cubicBezTo>
                    <a:cubicBezTo>
                      <a:pt x="1035" y="4222"/>
                      <a:pt x="1165" y="4060"/>
                      <a:pt x="1139" y="3871"/>
                    </a:cubicBezTo>
                    <a:lnTo>
                      <a:pt x="690" y="294"/>
                    </a:lnTo>
                    <a:cubicBezTo>
                      <a:pt x="683" y="203"/>
                      <a:pt x="631" y="125"/>
                      <a:pt x="560" y="66"/>
                    </a:cubicBezTo>
                    <a:cubicBezTo>
                      <a:pt x="503" y="21"/>
                      <a:pt x="426" y="0"/>
                      <a:pt x="3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9"/>
              <p:cNvSpPr/>
              <p:nvPr/>
            </p:nvSpPr>
            <p:spPr>
              <a:xfrm>
                <a:off x="4333325" y="1954625"/>
                <a:ext cx="467150" cy="141800"/>
              </a:xfrm>
              <a:custGeom>
                <a:avLst/>
                <a:gdLst/>
                <a:ahLst/>
                <a:cxnLst/>
                <a:rect l="l" t="t" r="r" b="b"/>
                <a:pathLst>
                  <a:path w="18686" h="5672" extrusionOk="0">
                    <a:moveTo>
                      <a:pt x="18431" y="1"/>
                    </a:moveTo>
                    <a:lnTo>
                      <a:pt x="7447" y="1373"/>
                    </a:lnTo>
                    <a:cubicBezTo>
                      <a:pt x="7447" y="1373"/>
                      <a:pt x="7336" y="3883"/>
                      <a:pt x="4156" y="4286"/>
                    </a:cubicBezTo>
                    <a:cubicBezTo>
                      <a:pt x="3996" y="4307"/>
                      <a:pt x="3843" y="4316"/>
                      <a:pt x="3695" y="4316"/>
                    </a:cubicBezTo>
                    <a:cubicBezTo>
                      <a:pt x="896" y="4316"/>
                      <a:pt x="156" y="872"/>
                      <a:pt x="156" y="872"/>
                    </a:cubicBezTo>
                    <a:cubicBezTo>
                      <a:pt x="46" y="1327"/>
                      <a:pt x="0" y="1802"/>
                      <a:pt x="65" y="2303"/>
                    </a:cubicBezTo>
                    <a:cubicBezTo>
                      <a:pt x="317" y="4249"/>
                      <a:pt x="1969" y="5671"/>
                      <a:pt x="3874" y="5671"/>
                    </a:cubicBezTo>
                    <a:cubicBezTo>
                      <a:pt x="4038" y="5671"/>
                      <a:pt x="4204" y="5661"/>
                      <a:pt x="4371" y="5639"/>
                    </a:cubicBezTo>
                    <a:cubicBezTo>
                      <a:pt x="5645" y="5490"/>
                      <a:pt x="6686" y="4722"/>
                      <a:pt x="7265" y="3682"/>
                    </a:cubicBezTo>
                    <a:lnTo>
                      <a:pt x="17983" y="1789"/>
                    </a:lnTo>
                    <a:lnTo>
                      <a:pt x="17996" y="1874"/>
                    </a:lnTo>
                    <a:cubicBezTo>
                      <a:pt x="18014" y="2050"/>
                      <a:pt x="18157" y="2175"/>
                      <a:pt x="18329" y="2175"/>
                    </a:cubicBezTo>
                    <a:cubicBezTo>
                      <a:pt x="18341" y="2175"/>
                      <a:pt x="18354" y="2174"/>
                      <a:pt x="18366" y="2173"/>
                    </a:cubicBezTo>
                    <a:cubicBezTo>
                      <a:pt x="18555" y="2147"/>
                      <a:pt x="18685" y="1984"/>
                      <a:pt x="18659" y="1796"/>
                    </a:cubicBezTo>
                    <a:lnTo>
                      <a:pt x="18431" y="1"/>
                    </a:lnTo>
                    <a:close/>
                  </a:path>
                </a:pathLst>
              </a:custGeom>
              <a:solidFill>
                <a:srgbClr val="162A45">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9"/>
              <p:cNvSpPr/>
              <p:nvPr/>
            </p:nvSpPr>
            <p:spPr>
              <a:xfrm>
                <a:off x="4386650" y="1914775"/>
                <a:ext cx="70250" cy="30600"/>
              </a:xfrm>
              <a:custGeom>
                <a:avLst/>
                <a:gdLst/>
                <a:ahLst/>
                <a:cxnLst/>
                <a:rect l="l" t="t" r="r" b="b"/>
                <a:pathLst>
                  <a:path w="2810" h="1224" extrusionOk="0">
                    <a:moveTo>
                      <a:pt x="1733" y="1"/>
                    </a:moveTo>
                    <a:cubicBezTo>
                      <a:pt x="1605" y="1"/>
                      <a:pt x="1471" y="9"/>
                      <a:pt x="1334" y="27"/>
                    </a:cubicBezTo>
                    <a:cubicBezTo>
                      <a:pt x="573" y="125"/>
                      <a:pt x="0" y="456"/>
                      <a:pt x="39" y="782"/>
                    </a:cubicBezTo>
                    <a:cubicBezTo>
                      <a:pt x="71" y="1049"/>
                      <a:pt x="511" y="1224"/>
                      <a:pt x="1085" y="1224"/>
                    </a:cubicBezTo>
                    <a:cubicBezTo>
                      <a:pt x="1210" y="1224"/>
                      <a:pt x="1342" y="1215"/>
                      <a:pt x="1477" y="1198"/>
                    </a:cubicBezTo>
                    <a:cubicBezTo>
                      <a:pt x="2238" y="1100"/>
                      <a:pt x="2810" y="762"/>
                      <a:pt x="2771" y="437"/>
                    </a:cubicBezTo>
                    <a:cubicBezTo>
                      <a:pt x="2739" y="171"/>
                      <a:pt x="2303" y="1"/>
                      <a:pt x="17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9"/>
              <p:cNvSpPr/>
              <p:nvPr/>
            </p:nvSpPr>
            <p:spPr>
              <a:xfrm>
                <a:off x="4382575" y="1910925"/>
                <a:ext cx="78900" cy="38175"/>
              </a:xfrm>
              <a:custGeom>
                <a:avLst/>
                <a:gdLst/>
                <a:ahLst/>
                <a:cxnLst/>
                <a:rect l="l" t="t" r="r" b="b"/>
                <a:pathLst>
                  <a:path w="3156" h="1527" extrusionOk="0">
                    <a:moveTo>
                      <a:pt x="1866" y="310"/>
                    </a:moveTo>
                    <a:cubicBezTo>
                      <a:pt x="2406" y="310"/>
                      <a:pt x="2762" y="469"/>
                      <a:pt x="2778" y="610"/>
                    </a:cubicBezTo>
                    <a:cubicBezTo>
                      <a:pt x="2797" y="780"/>
                      <a:pt x="2362" y="1098"/>
                      <a:pt x="1627" y="1189"/>
                    </a:cubicBezTo>
                    <a:cubicBezTo>
                      <a:pt x="1503" y="1203"/>
                      <a:pt x="1387" y="1210"/>
                      <a:pt x="1278" y="1210"/>
                    </a:cubicBezTo>
                    <a:cubicBezTo>
                      <a:pt x="734" y="1210"/>
                      <a:pt x="387" y="1051"/>
                      <a:pt x="365" y="910"/>
                    </a:cubicBezTo>
                    <a:cubicBezTo>
                      <a:pt x="352" y="740"/>
                      <a:pt x="781" y="422"/>
                      <a:pt x="1523" y="331"/>
                    </a:cubicBezTo>
                    <a:cubicBezTo>
                      <a:pt x="1644" y="317"/>
                      <a:pt x="1759" y="310"/>
                      <a:pt x="1866" y="310"/>
                    </a:cubicBezTo>
                    <a:close/>
                    <a:moveTo>
                      <a:pt x="1887" y="0"/>
                    </a:moveTo>
                    <a:cubicBezTo>
                      <a:pt x="1755" y="0"/>
                      <a:pt x="1621" y="9"/>
                      <a:pt x="1490" y="25"/>
                    </a:cubicBezTo>
                    <a:cubicBezTo>
                      <a:pt x="749" y="116"/>
                      <a:pt x="1" y="461"/>
                      <a:pt x="59" y="949"/>
                    </a:cubicBezTo>
                    <a:cubicBezTo>
                      <a:pt x="102" y="1349"/>
                      <a:pt x="658" y="1526"/>
                      <a:pt x="1266" y="1526"/>
                    </a:cubicBezTo>
                    <a:cubicBezTo>
                      <a:pt x="1398" y="1526"/>
                      <a:pt x="1533" y="1518"/>
                      <a:pt x="1666" y="1501"/>
                    </a:cubicBezTo>
                    <a:cubicBezTo>
                      <a:pt x="2401" y="1404"/>
                      <a:pt x="3155" y="1046"/>
                      <a:pt x="3097" y="578"/>
                    </a:cubicBezTo>
                    <a:cubicBezTo>
                      <a:pt x="3048" y="177"/>
                      <a:pt x="2492" y="0"/>
                      <a:pt x="1887"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9"/>
              <p:cNvSpPr/>
              <p:nvPr/>
            </p:nvSpPr>
            <p:spPr>
              <a:xfrm>
                <a:off x="4391350" y="1683525"/>
                <a:ext cx="206700" cy="246150"/>
              </a:xfrm>
              <a:custGeom>
                <a:avLst/>
                <a:gdLst/>
                <a:ahLst/>
                <a:cxnLst/>
                <a:rect l="l" t="t" r="r" b="b"/>
                <a:pathLst>
                  <a:path w="8268" h="9846" extrusionOk="0">
                    <a:moveTo>
                      <a:pt x="6623" y="0"/>
                    </a:moveTo>
                    <a:cubicBezTo>
                      <a:pt x="6147" y="0"/>
                      <a:pt x="5672" y="111"/>
                      <a:pt x="5249" y="335"/>
                    </a:cubicBezTo>
                    <a:cubicBezTo>
                      <a:pt x="4794" y="575"/>
                      <a:pt x="4430" y="953"/>
                      <a:pt x="4053" y="1310"/>
                    </a:cubicBezTo>
                    <a:cubicBezTo>
                      <a:pt x="3663" y="1674"/>
                      <a:pt x="3259" y="2006"/>
                      <a:pt x="2739" y="2175"/>
                    </a:cubicBezTo>
                    <a:cubicBezTo>
                      <a:pt x="2225" y="2338"/>
                      <a:pt x="1659" y="2403"/>
                      <a:pt x="1211" y="2728"/>
                    </a:cubicBezTo>
                    <a:cubicBezTo>
                      <a:pt x="853" y="2988"/>
                      <a:pt x="599" y="3372"/>
                      <a:pt x="469" y="3795"/>
                    </a:cubicBezTo>
                    <a:cubicBezTo>
                      <a:pt x="346" y="4217"/>
                      <a:pt x="346" y="4692"/>
                      <a:pt x="508" y="5095"/>
                    </a:cubicBezTo>
                    <a:cubicBezTo>
                      <a:pt x="697" y="5570"/>
                      <a:pt x="1146" y="5980"/>
                      <a:pt x="1107" y="6526"/>
                    </a:cubicBezTo>
                    <a:cubicBezTo>
                      <a:pt x="1087" y="6747"/>
                      <a:pt x="990" y="6949"/>
                      <a:pt x="879" y="7137"/>
                    </a:cubicBezTo>
                    <a:cubicBezTo>
                      <a:pt x="801" y="7203"/>
                      <a:pt x="736" y="7268"/>
                      <a:pt x="664" y="7333"/>
                    </a:cubicBezTo>
                    <a:cubicBezTo>
                      <a:pt x="489" y="7495"/>
                      <a:pt x="307" y="7664"/>
                      <a:pt x="183" y="7885"/>
                    </a:cubicBezTo>
                    <a:cubicBezTo>
                      <a:pt x="53" y="8126"/>
                      <a:pt x="1" y="8412"/>
                      <a:pt x="33" y="8679"/>
                    </a:cubicBezTo>
                    <a:cubicBezTo>
                      <a:pt x="99" y="9264"/>
                      <a:pt x="560" y="9745"/>
                      <a:pt x="1146" y="9843"/>
                    </a:cubicBezTo>
                    <a:cubicBezTo>
                      <a:pt x="1152" y="9845"/>
                      <a:pt x="1159" y="9846"/>
                      <a:pt x="1165" y="9846"/>
                    </a:cubicBezTo>
                    <a:cubicBezTo>
                      <a:pt x="1227" y="9846"/>
                      <a:pt x="1270" y="9766"/>
                      <a:pt x="1217" y="9713"/>
                    </a:cubicBezTo>
                    <a:cubicBezTo>
                      <a:pt x="892" y="9381"/>
                      <a:pt x="1055" y="8854"/>
                      <a:pt x="1315" y="8536"/>
                    </a:cubicBezTo>
                    <a:cubicBezTo>
                      <a:pt x="1607" y="8178"/>
                      <a:pt x="2017" y="7931"/>
                      <a:pt x="2297" y="7567"/>
                    </a:cubicBezTo>
                    <a:cubicBezTo>
                      <a:pt x="2570" y="7229"/>
                      <a:pt x="2654" y="6838"/>
                      <a:pt x="2635" y="6403"/>
                    </a:cubicBezTo>
                    <a:cubicBezTo>
                      <a:pt x="2609" y="5980"/>
                      <a:pt x="2511" y="5570"/>
                      <a:pt x="2537" y="5147"/>
                    </a:cubicBezTo>
                    <a:cubicBezTo>
                      <a:pt x="2557" y="4725"/>
                      <a:pt x="2772" y="4380"/>
                      <a:pt x="3136" y="4152"/>
                    </a:cubicBezTo>
                    <a:cubicBezTo>
                      <a:pt x="3500" y="3925"/>
                      <a:pt x="3936" y="3827"/>
                      <a:pt x="4332" y="3684"/>
                    </a:cubicBezTo>
                    <a:cubicBezTo>
                      <a:pt x="4729" y="3534"/>
                      <a:pt x="5093" y="3333"/>
                      <a:pt x="5334" y="2969"/>
                    </a:cubicBezTo>
                    <a:cubicBezTo>
                      <a:pt x="5575" y="2591"/>
                      <a:pt x="5640" y="2136"/>
                      <a:pt x="5854" y="1746"/>
                    </a:cubicBezTo>
                    <a:cubicBezTo>
                      <a:pt x="6237" y="1027"/>
                      <a:pt x="7034" y="561"/>
                      <a:pt x="7843" y="561"/>
                    </a:cubicBezTo>
                    <a:cubicBezTo>
                      <a:pt x="7941" y="561"/>
                      <a:pt x="8039" y="568"/>
                      <a:pt x="8137" y="582"/>
                    </a:cubicBezTo>
                    <a:cubicBezTo>
                      <a:pt x="8144" y="583"/>
                      <a:pt x="8151" y="584"/>
                      <a:pt x="8157" y="584"/>
                    </a:cubicBezTo>
                    <a:cubicBezTo>
                      <a:pt x="8234" y="584"/>
                      <a:pt x="8268" y="481"/>
                      <a:pt x="8196" y="445"/>
                    </a:cubicBezTo>
                    <a:cubicBezTo>
                      <a:pt x="7725" y="149"/>
                      <a:pt x="7174" y="0"/>
                      <a:pt x="6623"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 name="Google Shape;536;p9"/>
            <p:cNvGrpSpPr/>
            <p:nvPr/>
          </p:nvGrpSpPr>
          <p:grpSpPr>
            <a:xfrm>
              <a:off x="723027" y="4704084"/>
              <a:ext cx="318943" cy="282672"/>
              <a:chOff x="3121200" y="2543625"/>
              <a:chExt cx="73850" cy="65450"/>
            </a:xfrm>
          </p:grpSpPr>
          <p:sp>
            <p:nvSpPr>
              <p:cNvPr id="537" name="Google Shape;537;p9"/>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9"/>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 name="Google Shape;539;p9"/>
            <p:cNvGrpSpPr/>
            <p:nvPr/>
          </p:nvGrpSpPr>
          <p:grpSpPr>
            <a:xfrm rot="2998066">
              <a:off x="501480" y="3623198"/>
              <a:ext cx="242025" cy="228474"/>
              <a:chOff x="3459075" y="2396200"/>
              <a:chExt cx="59350" cy="56025"/>
            </a:xfrm>
          </p:grpSpPr>
          <p:sp>
            <p:nvSpPr>
              <p:cNvPr id="540" name="Google Shape;540;p9"/>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9"/>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9"/>
            <p:cNvGrpSpPr/>
            <p:nvPr/>
          </p:nvGrpSpPr>
          <p:grpSpPr>
            <a:xfrm rot="5115500">
              <a:off x="8657234" y="3955078"/>
              <a:ext cx="486000" cy="309298"/>
              <a:chOff x="3609300" y="2412850"/>
              <a:chExt cx="56125" cy="35725"/>
            </a:xfrm>
          </p:grpSpPr>
          <p:sp>
            <p:nvSpPr>
              <p:cNvPr id="543" name="Google Shape;543;p9"/>
              <p:cNvSpPr/>
              <p:nvPr/>
            </p:nvSpPr>
            <p:spPr>
              <a:xfrm>
                <a:off x="3609300" y="2412850"/>
                <a:ext cx="32550" cy="27950"/>
              </a:xfrm>
              <a:custGeom>
                <a:avLst/>
                <a:gdLst/>
                <a:ahLst/>
                <a:cxnLst/>
                <a:rect l="l" t="t" r="r" b="b"/>
                <a:pathLst>
                  <a:path w="1302" h="1118" extrusionOk="0">
                    <a:moveTo>
                      <a:pt x="511" y="0"/>
                    </a:moveTo>
                    <a:cubicBezTo>
                      <a:pt x="340" y="0"/>
                      <a:pt x="175" y="97"/>
                      <a:pt x="98" y="265"/>
                    </a:cubicBezTo>
                    <a:cubicBezTo>
                      <a:pt x="1" y="480"/>
                      <a:pt x="98" y="753"/>
                      <a:pt x="326" y="851"/>
                    </a:cubicBezTo>
                    <a:lnTo>
                      <a:pt x="931" y="1117"/>
                    </a:lnTo>
                    <a:lnTo>
                      <a:pt x="1301" y="304"/>
                    </a:lnTo>
                    <a:lnTo>
                      <a:pt x="690" y="38"/>
                    </a:lnTo>
                    <a:cubicBezTo>
                      <a:pt x="632" y="12"/>
                      <a:pt x="571" y="0"/>
                      <a:pt x="51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9"/>
              <p:cNvSpPr/>
              <p:nvPr/>
            </p:nvSpPr>
            <p:spPr>
              <a:xfrm>
                <a:off x="3632550" y="2420600"/>
                <a:ext cx="32875" cy="27975"/>
              </a:xfrm>
              <a:custGeom>
                <a:avLst/>
                <a:gdLst/>
                <a:ahLst/>
                <a:cxnLst/>
                <a:rect l="l" t="t" r="r" b="b"/>
                <a:pathLst>
                  <a:path w="1315" h="1119" extrusionOk="0">
                    <a:moveTo>
                      <a:pt x="371" y="1"/>
                    </a:moveTo>
                    <a:lnTo>
                      <a:pt x="1" y="814"/>
                    </a:lnTo>
                    <a:lnTo>
                      <a:pt x="612" y="1081"/>
                    </a:lnTo>
                    <a:cubicBezTo>
                      <a:pt x="671" y="1106"/>
                      <a:pt x="733" y="1118"/>
                      <a:pt x="794" y="1118"/>
                    </a:cubicBezTo>
                    <a:cubicBezTo>
                      <a:pt x="964" y="1118"/>
                      <a:pt x="1125" y="1021"/>
                      <a:pt x="1197" y="853"/>
                    </a:cubicBezTo>
                    <a:cubicBezTo>
                      <a:pt x="1314" y="638"/>
                      <a:pt x="1204" y="378"/>
                      <a:pt x="976" y="268"/>
                    </a:cubicBezTo>
                    <a:lnTo>
                      <a:pt x="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6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70"/>
        <p:cNvGrpSpPr/>
        <p:nvPr/>
      </p:nvGrpSpPr>
      <p:grpSpPr>
        <a:xfrm>
          <a:off x="0" y="0"/>
          <a:ext cx="0" cy="0"/>
          <a:chOff x="0" y="0"/>
          <a:chExt cx="0" cy="0"/>
        </a:xfrm>
      </p:grpSpPr>
      <p:grpSp>
        <p:nvGrpSpPr>
          <p:cNvPr id="671" name="Google Shape;671;p13"/>
          <p:cNvGrpSpPr/>
          <p:nvPr/>
        </p:nvGrpSpPr>
        <p:grpSpPr>
          <a:xfrm rot="10800000">
            <a:off x="219905" y="-168611"/>
            <a:ext cx="8686931" cy="5467412"/>
            <a:chOff x="-8695" y="-168611"/>
            <a:chExt cx="8686931" cy="5467412"/>
          </a:xfrm>
        </p:grpSpPr>
        <p:sp>
          <p:nvSpPr>
            <p:cNvPr id="672" name="Google Shape;672;p13"/>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3"/>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3"/>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3"/>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3"/>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3"/>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3"/>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3"/>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3"/>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3"/>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3"/>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3"/>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13"/>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3"/>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3"/>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7" name="Google Shape;687;p13"/>
          <p:cNvSpPr/>
          <p:nvPr/>
        </p:nvSpPr>
        <p:spPr>
          <a:xfrm>
            <a:off x="527050" y="340519"/>
            <a:ext cx="8144675" cy="4469600"/>
          </a:xfrm>
          <a:custGeom>
            <a:avLst/>
            <a:gdLst/>
            <a:ahLst/>
            <a:cxnLst/>
            <a:rect l="l" t="t" r="r" b="b"/>
            <a:pathLst>
              <a:path w="325787" h="178784" extrusionOk="0">
                <a:moveTo>
                  <a:pt x="60071" y="1238"/>
                </a:moveTo>
                <a:cubicBezTo>
                  <a:pt x="80518" y="1429"/>
                  <a:pt x="115761" y="921"/>
                  <a:pt x="149987" y="1238"/>
                </a:cubicBezTo>
                <a:cubicBezTo>
                  <a:pt x="184214" y="1556"/>
                  <a:pt x="238570" y="2572"/>
                  <a:pt x="265430" y="3143"/>
                </a:cubicBezTo>
                <a:cubicBezTo>
                  <a:pt x="292291" y="3715"/>
                  <a:pt x="301625" y="3143"/>
                  <a:pt x="311150" y="4667"/>
                </a:cubicBezTo>
                <a:cubicBezTo>
                  <a:pt x="320675" y="6191"/>
                  <a:pt x="320167" y="7271"/>
                  <a:pt x="322580" y="12287"/>
                </a:cubicBezTo>
                <a:cubicBezTo>
                  <a:pt x="324993" y="17304"/>
                  <a:pt x="325311" y="15780"/>
                  <a:pt x="325628" y="34766"/>
                </a:cubicBezTo>
                <a:cubicBezTo>
                  <a:pt x="325946" y="53753"/>
                  <a:pt x="324803" y="104172"/>
                  <a:pt x="324485" y="126206"/>
                </a:cubicBezTo>
                <a:cubicBezTo>
                  <a:pt x="324168" y="148241"/>
                  <a:pt x="325120" y="158655"/>
                  <a:pt x="323723" y="166973"/>
                </a:cubicBezTo>
                <a:cubicBezTo>
                  <a:pt x="322326" y="175292"/>
                  <a:pt x="320167" y="174212"/>
                  <a:pt x="316103" y="176117"/>
                </a:cubicBezTo>
                <a:cubicBezTo>
                  <a:pt x="312039" y="178022"/>
                  <a:pt x="314198" y="178022"/>
                  <a:pt x="299339" y="178403"/>
                </a:cubicBezTo>
                <a:cubicBezTo>
                  <a:pt x="284480" y="178784"/>
                  <a:pt x="257683" y="178594"/>
                  <a:pt x="226949" y="178403"/>
                </a:cubicBezTo>
                <a:cubicBezTo>
                  <a:pt x="196215" y="178213"/>
                  <a:pt x="145161" y="177387"/>
                  <a:pt x="114935" y="177260"/>
                </a:cubicBezTo>
                <a:cubicBezTo>
                  <a:pt x="84709" y="177133"/>
                  <a:pt x="63818" y="177895"/>
                  <a:pt x="45593" y="177641"/>
                </a:cubicBezTo>
                <a:cubicBezTo>
                  <a:pt x="27369" y="177387"/>
                  <a:pt x="13145" y="178911"/>
                  <a:pt x="5588" y="175736"/>
                </a:cubicBezTo>
                <a:cubicBezTo>
                  <a:pt x="-1968" y="172561"/>
                  <a:pt x="1016" y="168370"/>
                  <a:pt x="254" y="158591"/>
                </a:cubicBezTo>
                <a:cubicBezTo>
                  <a:pt x="-508" y="148812"/>
                  <a:pt x="1016" y="133509"/>
                  <a:pt x="1016" y="117062"/>
                </a:cubicBezTo>
                <a:cubicBezTo>
                  <a:pt x="1016" y="100616"/>
                  <a:pt x="318" y="76613"/>
                  <a:pt x="254" y="59912"/>
                </a:cubicBezTo>
                <a:cubicBezTo>
                  <a:pt x="191" y="43212"/>
                  <a:pt x="-444" y="26448"/>
                  <a:pt x="635" y="16859"/>
                </a:cubicBezTo>
                <a:cubicBezTo>
                  <a:pt x="1715" y="7271"/>
                  <a:pt x="2286" y="5175"/>
                  <a:pt x="6731" y="2381"/>
                </a:cubicBezTo>
                <a:cubicBezTo>
                  <a:pt x="11176" y="-413"/>
                  <a:pt x="18415" y="286"/>
                  <a:pt x="27305" y="95"/>
                </a:cubicBezTo>
                <a:cubicBezTo>
                  <a:pt x="36195" y="-95"/>
                  <a:pt x="39624" y="1048"/>
                  <a:pt x="60071" y="1238"/>
                </a:cubicBezTo>
                <a:close/>
              </a:path>
            </a:pathLst>
          </a:custGeom>
          <a:solidFill>
            <a:schemeClr val="dk2"/>
          </a:solidFill>
          <a:ln>
            <a:noFill/>
          </a:ln>
        </p:spPr>
      </p:sp>
      <p:sp>
        <p:nvSpPr>
          <p:cNvPr id="688" name="Google Shape;68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9" name="Google Shape;689;p13"/>
          <p:cNvSpPr txBox="1">
            <a:spLocks noGrp="1"/>
          </p:cNvSpPr>
          <p:nvPr>
            <p:ph type="subTitle" idx="1"/>
          </p:nvPr>
        </p:nvSpPr>
        <p:spPr>
          <a:xfrm>
            <a:off x="796200" y="2104958"/>
            <a:ext cx="24612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0" name="Google Shape;690;p13"/>
          <p:cNvSpPr txBox="1">
            <a:spLocks noGrp="1"/>
          </p:cNvSpPr>
          <p:nvPr>
            <p:ph type="subTitle" idx="2"/>
          </p:nvPr>
        </p:nvSpPr>
        <p:spPr>
          <a:xfrm>
            <a:off x="3345912" y="2104971"/>
            <a:ext cx="24597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1" name="Google Shape;691;p13"/>
          <p:cNvSpPr txBox="1">
            <a:spLocks noGrp="1"/>
          </p:cNvSpPr>
          <p:nvPr>
            <p:ph type="subTitle" idx="3"/>
          </p:nvPr>
        </p:nvSpPr>
        <p:spPr>
          <a:xfrm>
            <a:off x="796200" y="3838161"/>
            <a:ext cx="24612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2" name="Google Shape;692;p13"/>
          <p:cNvSpPr txBox="1">
            <a:spLocks noGrp="1"/>
          </p:cNvSpPr>
          <p:nvPr>
            <p:ph type="subTitle" idx="4"/>
          </p:nvPr>
        </p:nvSpPr>
        <p:spPr>
          <a:xfrm>
            <a:off x="3345912" y="3838164"/>
            <a:ext cx="24597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3" name="Google Shape;693;p13"/>
          <p:cNvSpPr txBox="1">
            <a:spLocks noGrp="1"/>
          </p:cNvSpPr>
          <p:nvPr>
            <p:ph type="subTitle" idx="5"/>
          </p:nvPr>
        </p:nvSpPr>
        <p:spPr>
          <a:xfrm>
            <a:off x="5894874" y="2104971"/>
            <a:ext cx="24597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4" name="Google Shape;694;p13"/>
          <p:cNvSpPr txBox="1">
            <a:spLocks noGrp="1"/>
          </p:cNvSpPr>
          <p:nvPr>
            <p:ph type="subTitle" idx="6"/>
          </p:nvPr>
        </p:nvSpPr>
        <p:spPr>
          <a:xfrm>
            <a:off x="5894874" y="3838164"/>
            <a:ext cx="2459700" cy="686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5" name="Google Shape;695;p13"/>
          <p:cNvSpPr txBox="1">
            <a:spLocks noGrp="1"/>
          </p:cNvSpPr>
          <p:nvPr>
            <p:ph type="title" idx="7" hasCustomPrompt="1"/>
          </p:nvPr>
        </p:nvSpPr>
        <p:spPr>
          <a:xfrm>
            <a:off x="1659450" y="1400176"/>
            <a:ext cx="734700" cy="531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8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6" name="Google Shape;696;p13"/>
          <p:cNvSpPr txBox="1">
            <a:spLocks noGrp="1"/>
          </p:cNvSpPr>
          <p:nvPr>
            <p:ph type="title" idx="8" hasCustomPrompt="1"/>
          </p:nvPr>
        </p:nvSpPr>
        <p:spPr>
          <a:xfrm>
            <a:off x="1659450" y="3132727"/>
            <a:ext cx="734700" cy="531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8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7" name="Google Shape;697;p13"/>
          <p:cNvSpPr txBox="1">
            <a:spLocks noGrp="1"/>
          </p:cNvSpPr>
          <p:nvPr>
            <p:ph type="title" idx="9" hasCustomPrompt="1"/>
          </p:nvPr>
        </p:nvSpPr>
        <p:spPr>
          <a:xfrm>
            <a:off x="4208412" y="1400176"/>
            <a:ext cx="734700" cy="531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8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8" name="Google Shape;698;p13"/>
          <p:cNvSpPr txBox="1">
            <a:spLocks noGrp="1"/>
          </p:cNvSpPr>
          <p:nvPr>
            <p:ph type="title" idx="13" hasCustomPrompt="1"/>
          </p:nvPr>
        </p:nvSpPr>
        <p:spPr>
          <a:xfrm>
            <a:off x="4208412" y="3132727"/>
            <a:ext cx="734700" cy="531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8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9" name="Google Shape;699;p13"/>
          <p:cNvSpPr txBox="1">
            <a:spLocks noGrp="1"/>
          </p:cNvSpPr>
          <p:nvPr>
            <p:ph type="title" idx="14" hasCustomPrompt="1"/>
          </p:nvPr>
        </p:nvSpPr>
        <p:spPr>
          <a:xfrm>
            <a:off x="6757374" y="1400176"/>
            <a:ext cx="734700" cy="531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8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0" name="Google Shape;700;p13"/>
          <p:cNvSpPr txBox="1">
            <a:spLocks noGrp="1"/>
          </p:cNvSpPr>
          <p:nvPr>
            <p:ph type="title" idx="15" hasCustomPrompt="1"/>
          </p:nvPr>
        </p:nvSpPr>
        <p:spPr>
          <a:xfrm>
            <a:off x="6757374" y="3132727"/>
            <a:ext cx="734700" cy="531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None/>
              <a:defRPr sz="2800">
                <a:solidFill>
                  <a:schemeClr val="accent3"/>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1" name="Google Shape;701;p13"/>
          <p:cNvSpPr txBox="1">
            <a:spLocks noGrp="1"/>
          </p:cNvSpPr>
          <p:nvPr>
            <p:ph type="subTitle" idx="16"/>
          </p:nvPr>
        </p:nvSpPr>
        <p:spPr>
          <a:xfrm>
            <a:off x="796200" y="1801100"/>
            <a:ext cx="24612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702" name="Google Shape;702;p13"/>
          <p:cNvSpPr txBox="1">
            <a:spLocks noGrp="1"/>
          </p:cNvSpPr>
          <p:nvPr>
            <p:ph type="subTitle" idx="17"/>
          </p:nvPr>
        </p:nvSpPr>
        <p:spPr>
          <a:xfrm>
            <a:off x="3345912" y="1801112"/>
            <a:ext cx="24597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703" name="Google Shape;703;p13"/>
          <p:cNvSpPr txBox="1">
            <a:spLocks noGrp="1"/>
          </p:cNvSpPr>
          <p:nvPr>
            <p:ph type="subTitle" idx="18"/>
          </p:nvPr>
        </p:nvSpPr>
        <p:spPr>
          <a:xfrm>
            <a:off x="5894874" y="1801112"/>
            <a:ext cx="24597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704" name="Google Shape;704;p13"/>
          <p:cNvSpPr txBox="1">
            <a:spLocks noGrp="1"/>
          </p:cNvSpPr>
          <p:nvPr>
            <p:ph type="subTitle" idx="19"/>
          </p:nvPr>
        </p:nvSpPr>
        <p:spPr>
          <a:xfrm>
            <a:off x="796200" y="3533771"/>
            <a:ext cx="24612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705" name="Google Shape;705;p13"/>
          <p:cNvSpPr txBox="1">
            <a:spLocks noGrp="1"/>
          </p:cNvSpPr>
          <p:nvPr>
            <p:ph type="subTitle" idx="20"/>
          </p:nvPr>
        </p:nvSpPr>
        <p:spPr>
          <a:xfrm>
            <a:off x="3345912" y="3533775"/>
            <a:ext cx="24597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706" name="Google Shape;706;p13"/>
          <p:cNvSpPr txBox="1">
            <a:spLocks noGrp="1"/>
          </p:cNvSpPr>
          <p:nvPr>
            <p:ph type="subTitle" idx="21"/>
          </p:nvPr>
        </p:nvSpPr>
        <p:spPr>
          <a:xfrm>
            <a:off x="5894874" y="3533775"/>
            <a:ext cx="24597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grpSp>
        <p:nvGrpSpPr>
          <p:cNvPr id="707" name="Google Shape;707;p13"/>
          <p:cNvGrpSpPr/>
          <p:nvPr/>
        </p:nvGrpSpPr>
        <p:grpSpPr>
          <a:xfrm>
            <a:off x="134650" y="3951873"/>
            <a:ext cx="8685289" cy="1063476"/>
            <a:chOff x="134650" y="3951873"/>
            <a:chExt cx="8685289" cy="1063476"/>
          </a:xfrm>
        </p:grpSpPr>
        <p:sp>
          <p:nvSpPr>
            <p:cNvPr id="708" name="Google Shape;708;p13"/>
            <p:cNvSpPr/>
            <p:nvPr/>
          </p:nvSpPr>
          <p:spPr>
            <a:xfrm>
              <a:off x="492425" y="463062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3"/>
            <p:cNvSpPr/>
            <p:nvPr/>
          </p:nvSpPr>
          <p:spPr>
            <a:xfrm>
              <a:off x="134650" y="421832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3"/>
            <p:cNvSpPr/>
            <p:nvPr/>
          </p:nvSpPr>
          <p:spPr>
            <a:xfrm>
              <a:off x="8587438" y="48665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3"/>
            <p:cNvSpPr/>
            <p:nvPr/>
          </p:nvSpPr>
          <p:spPr>
            <a:xfrm>
              <a:off x="8703688" y="395187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 name="Google Shape;712;p13"/>
          <p:cNvGrpSpPr/>
          <p:nvPr/>
        </p:nvGrpSpPr>
        <p:grpSpPr>
          <a:xfrm>
            <a:off x="85577" y="3808537"/>
            <a:ext cx="8957108" cy="1104768"/>
            <a:chOff x="85577" y="3808537"/>
            <a:chExt cx="8957108" cy="1104768"/>
          </a:xfrm>
        </p:grpSpPr>
        <p:grpSp>
          <p:nvGrpSpPr>
            <p:cNvPr id="713" name="Google Shape;713;p13"/>
            <p:cNvGrpSpPr/>
            <p:nvPr/>
          </p:nvGrpSpPr>
          <p:grpSpPr>
            <a:xfrm rot="-1661475">
              <a:off x="8518829" y="4342284"/>
              <a:ext cx="486008" cy="282674"/>
              <a:chOff x="3308175" y="2424200"/>
              <a:chExt cx="36450" cy="21200"/>
            </a:xfrm>
          </p:grpSpPr>
          <p:sp>
            <p:nvSpPr>
              <p:cNvPr id="714" name="Google Shape;714;p13"/>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3"/>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 name="Google Shape;716;p13"/>
            <p:cNvGrpSpPr/>
            <p:nvPr/>
          </p:nvGrpSpPr>
          <p:grpSpPr>
            <a:xfrm rot="4287527">
              <a:off x="148658" y="3942535"/>
              <a:ext cx="486009" cy="282674"/>
              <a:chOff x="3308175" y="2424200"/>
              <a:chExt cx="36450" cy="21200"/>
            </a:xfrm>
          </p:grpSpPr>
          <p:sp>
            <p:nvSpPr>
              <p:cNvPr id="717" name="Google Shape;717;p13"/>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3"/>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 name="Google Shape;719;p13"/>
            <p:cNvGrpSpPr/>
            <p:nvPr/>
          </p:nvGrpSpPr>
          <p:grpSpPr>
            <a:xfrm>
              <a:off x="8030495" y="4603996"/>
              <a:ext cx="485998" cy="309296"/>
              <a:chOff x="3609300" y="2412850"/>
              <a:chExt cx="56125" cy="35725"/>
            </a:xfrm>
          </p:grpSpPr>
          <p:sp>
            <p:nvSpPr>
              <p:cNvPr id="720" name="Google Shape;720;p13"/>
              <p:cNvSpPr/>
              <p:nvPr/>
            </p:nvSpPr>
            <p:spPr>
              <a:xfrm>
                <a:off x="3609300" y="2412850"/>
                <a:ext cx="32550" cy="27950"/>
              </a:xfrm>
              <a:custGeom>
                <a:avLst/>
                <a:gdLst/>
                <a:ahLst/>
                <a:cxnLst/>
                <a:rect l="l" t="t" r="r" b="b"/>
                <a:pathLst>
                  <a:path w="1302" h="1118" extrusionOk="0">
                    <a:moveTo>
                      <a:pt x="511" y="0"/>
                    </a:moveTo>
                    <a:cubicBezTo>
                      <a:pt x="340" y="0"/>
                      <a:pt x="175" y="97"/>
                      <a:pt x="98" y="265"/>
                    </a:cubicBezTo>
                    <a:cubicBezTo>
                      <a:pt x="1" y="480"/>
                      <a:pt x="98" y="753"/>
                      <a:pt x="326" y="851"/>
                    </a:cubicBezTo>
                    <a:lnTo>
                      <a:pt x="931" y="1117"/>
                    </a:lnTo>
                    <a:lnTo>
                      <a:pt x="1301" y="304"/>
                    </a:lnTo>
                    <a:lnTo>
                      <a:pt x="690" y="38"/>
                    </a:lnTo>
                    <a:cubicBezTo>
                      <a:pt x="632" y="12"/>
                      <a:pt x="571" y="0"/>
                      <a:pt x="5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3"/>
              <p:cNvSpPr/>
              <p:nvPr/>
            </p:nvSpPr>
            <p:spPr>
              <a:xfrm>
                <a:off x="3632550" y="2420600"/>
                <a:ext cx="32875" cy="27975"/>
              </a:xfrm>
              <a:custGeom>
                <a:avLst/>
                <a:gdLst/>
                <a:ahLst/>
                <a:cxnLst/>
                <a:rect l="l" t="t" r="r" b="b"/>
                <a:pathLst>
                  <a:path w="1315" h="1119" extrusionOk="0">
                    <a:moveTo>
                      <a:pt x="371" y="1"/>
                    </a:moveTo>
                    <a:lnTo>
                      <a:pt x="1" y="814"/>
                    </a:lnTo>
                    <a:lnTo>
                      <a:pt x="612" y="1081"/>
                    </a:lnTo>
                    <a:cubicBezTo>
                      <a:pt x="671" y="1106"/>
                      <a:pt x="733" y="1118"/>
                      <a:pt x="794" y="1118"/>
                    </a:cubicBezTo>
                    <a:cubicBezTo>
                      <a:pt x="964" y="1118"/>
                      <a:pt x="1125" y="1021"/>
                      <a:pt x="1197" y="853"/>
                    </a:cubicBezTo>
                    <a:cubicBezTo>
                      <a:pt x="1314" y="638"/>
                      <a:pt x="1204" y="378"/>
                      <a:pt x="976" y="268"/>
                    </a:cubicBezTo>
                    <a:lnTo>
                      <a:pt x="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 name="Google Shape;722;p13"/>
            <p:cNvGrpSpPr/>
            <p:nvPr/>
          </p:nvGrpSpPr>
          <p:grpSpPr>
            <a:xfrm>
              <a:off x="85577" y="4630634"/>
              <a:ext cx="318943" cy="282672"/>
              <a:chOff x="3121200" y="2543625"/>
              <a:chExt cx="73850" cy="65450"/>
            </a:xfrm>
          </p:grpSpPr>
          <p:sp>
            <p:nvSpPr>
              <p:cNvPr id="723" name="Google Shape;723;p13"/>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3"/>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853"/>
        <p:cNvGrpSpPr/>
        <p:nvPr/>
      </p:nvGrpSpPr>
      <p:grpSpPr>
        <a:xfrm>
          <a:off x="0" y="0"/>
          <a:ext cx="0" cy="0"/>
          <a:chOff x="0" y="0"/>
          <a:chExt cx="0" cy="0"/>
        </a:xfrm>
      </p:grpSpPr>
      <p:grpSp>
        <p:nvGrpSpPr>
          <p:cNvPr id="854" name="Google Shape;854;p16"/>
          <p:cNvGrpSpPr/>
          <p:nvPr/>
        </p:nvGrpSpPr>
        <p:grpSpPr>
          <a:xfrm rot="10800000">
            <a:off x="219905" y="-168611"/>
            <a:ext cx="8686931" cy="5467412"/>
            <a:chOff x="-8695" y="-168611"/>
            <a:chExt cx="8686931" cy="5467412"/>
          </a:xfrm>
        </p:grpSpPr>
        <p:sp>
          <p:nvSpPr>
            <p:cNvPr id="855" name="Google Shape;855;p16"/>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6"/>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6"/>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6"/>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6"/>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6"/>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6"/>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6"/>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6"/>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6"/>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6"/>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6"/>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6"/>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6"/>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6"/>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0" name="Google Shape;870;p16"/>
          <p:cNvSpPr/>
          <p:nvPr/>
        </p:nvSpPr>
        <p:spPr>
          <a:xfrm rot="10800000">
            <a:off x="389459" y="233582"/>
            <a:ext cx="8316725" cy="4607950"/>
          </a:xfrm>
          <a:custGeom>
            <a:avLst/>
            <a:gdLst/>
            <a:ahLst/>
            <a:cxnLst/>
            <a:rect l="l" t="t" r="r" b="b"/>
            <a:pathLst>
              <a:path w="332669" h="184318" extrusionOk="0">
                <a:moveTo>
                  <a:pt x="6520" y="15803"/>
                </a:moveTo>
                <a:cubicBezTo>
                  <a:pt x="7981" y="6342"/>
                  <a:pt x="7409" y="6215"/>
                  <a:pt x="11092" y="3611"/>
                </a:cubicBezTo>
                <a:cubicBezTo>
                  <a:pt x="14775" y="1008"/>
                  <a:pt x="14902" y="690"/>
                  <a:pt x="28618" y="182"/>
                </a:cubicBezTo>
                <a:cubicBezTo>
                  <a:pt x="42334" y="-326"/>
                  <a:pt x="62146" y="373"/>
                  <a:pt x="93388" y="563"/>
                </a:cubicBezTo>
                <a:cubicBezTo>
                  <a:pt x="124630" y="754"/>
                  <a:pt x="184320" y="1325"/>
                  <a:pt x="216070" y="1325"/>
                </a:cubicBezTo>
                <a:cubicBezTo>
                  <a:pt x="247820" y="1325"/>
                  <a:pt x="266553" y="-199"/>
                  <a:pt x="283888" y="563"/>
                </a:cubicBezTo>
                <a:cubicBezTo>
                  <a:pt x="301224" y="1325"/>
                  <a:pt x="312400" y="-262"/>
                  <a:pt x="320083" y="5897"/>
                </a:cubicBezTo>
                <a:cubicBezTo>
                  <a:pt x="327767" y="12057"/>
                  <a:pt x="327894" y="17264"/>
                  <a:pt x="329989" y="37520"/>
                </a:cubicBezTo>
                <a:cubicBezTo>
                  <a:pt x="332085" y="57777"/>
                  <a:pt x="332529" y="106227"/>
                  <a:pt x="332656" y="127436"/>
                </a:cubicBezTo>
                <a:cubicBezTo>
                  <a:pt x="332783" y="148645"/>
                  <a:pt x="331958" y="156392"/>
                  <a:pt x="330751" y="164774"/>
                </a:cubicBezTo>
                <a:cubicBezTo>
                  <a:pt x="329545" y="173156"/>
                  <a:pt x="329545" y="174934"/>
                  <a:pt x="325417" y="177728"/>
                </a:cubicBezTo>
                <a:cubicBezTo>
                  <a:pt x="321290" y="180522"/>
                  <a:pt x="315575" y="180459"/>
                  <a:pt x="305986" y="181538"/>
                </a:cubicBezTo>
                <a:cubicBezTo>
                  <a:pt x="296398" y="182618"/>
                  <a:pt x="298112" y="183824"/>
                  <a:pt x="267886" y="184205"/>
                </a:cubicBezTo>
                <a:cubicBezTo>
                  <a:pt x="237660" y="184586"/>
                  <a:pt x="157587" y="183888"/>
                  <a:pt x="124630" y="183824"/>
                </a:cubicBezTo>
                <a:cubicBezTo>
                  <a:pt x="91674" y="183761"/>
                  <a:pt x="87927" y="184142"/>
                  <a:pt x="70147" y="183824"/>
                </a:cubicBezTo>
                <a:cubicBezTo>
                  <a:pt x="52367" y="183507"/>
                  <a:pt x="28936" y="184459"/>
                  <a:pt x="17950" y="181919"/>
                </a:cubicBezTo>
                <a:cubicBezTo>
                  <a:pt x="6965" y="179379"/>
                  <a:pt x="7219" y="178300"/>
                  <a:pt x="4234" y="168584"/>
                </a:cubicBezTo>
                <a:cubicBezTo>
                  <a:pt x="1250" y="158869"/>
                  <a:pt x="361" y="141660"/>
                  <a:pt x="43" y="123626"/>
                </a:cubicBezTo>
                <a:cubicBezTo>
                  <a:pt x="-274" y="105592"/>
                  <a:pt x="1250" y="78351"/>
                  <a:pt x="2329" y="60380"/>
                </a:cubicBezTo>
                <a:cubicBezTo>
                  <a:pt x="3409" y="42410"/>
                  <a:pt x="5060" y="25265"/>
                  <a:pt x="6520" y="15803"/>
                </a:cubicBezTo>
                <a:close/>
              </a:path>
            </a:pathLst>
          </a:custGeom>
          <a:solidFill>
            <a:schemeClr val="dk2"/>
          </a:solidFill>
          <a:ln>
            <a:noFill/>
          </a:ln>
        </p:spPr>
      </p:sp>
      <p:sp>
        <p:nvSpPr>
          <p:cNvPr id="871" name="Google Shape;87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872" name="Google Shape;872;p16"/>
          <p:cNvGrpSpPr/>
          <p:nvPr/>
        </p:nvGrpSpPr>
        <p:grpSpPr>
          <a:xfrm>
            <a:off x="273213" y="1314857"/>
            <a:ext cx="8690480" cy="2459704"/>
            <a:chOff x="273213" y="1314857"/>
            <a:chExt cx="8690480" cy="2459704"/>
          </a:xfrm>
        </p:grpSpPr>
        <p:sp>
          <p:nvSpPr>
            <p:cNvPr id="873" name="Google Shape;873;p16"/>
            <p:cNvSpPr/>
            <p:nvPr/>
          </p:nvSpPr>
          <p:spPr>
            <a:xfrm>
              <a:off x="8768625" y="3625735"/>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6"/>
            <p:cNvSpPr/>
            <p:nvPr/>
          </p:nvSpPr>
          <p:spPr>
            <a:xfrm>
              <a:off x="273213" y="3217985"/>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16"/>
            <p:cNvSpPr/>
            <p:nvPr/>
          </p:nvSpPr>
          <p:spPr>
            <a:xfrm>
              <a:off x="8742893" y="131485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16"/>
            <p:cNvSpPr/>
            <p:nvPr/>
          </p:nvSpPr>
          <p:spPr>
            <a:xfrm>
              <a:off x="441731" y="28062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 name="Google Shape;877;p16"/>
          <p:cNvGrpSpPr/>
          <p:nvPr/>
        </p:nvGrpSpPr>
        <p:grpSpPr>
          <a:xfrm>
            <a:off x="27995" y="1739013"/>
            <a:ext cx="9055424" cy="2508395"/>
            <a:chOff x="27995" y="1739013"/>
            <a:chExt cx="9055424" cy="2508395"/>
          </a:xfrm>
        </p:grpSpPr>
        <p:grpSp>
          <p:nvGrpSpPr>
            <p:cNvPr id="878" name="Google Shape;878;p16"/>
            <p:cNvGrpSpPr/>
            <p:nvPr/>
          </p:nvGrpSpPr>
          <p:grpSpPr>
            <a:xfrm rot="-1526624">
              <a:off x="8539273" y="2815408"/>
              <a:ext cx="318967" cy="282672"/>
              <a:chOff x="3121200" y="2543625"/>
              <a:chExt cx="73850" cy="65450"/>
            </a:xfrm>
          </p:grpSpPr>
          <p:sp>
            <p:nvSpPr>
              <p:cNvPr id="879" name="Google Shape;879;p16"/>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6"/>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 name="Google Shape;881;p16"/>
            <p:cNvGrpSpPr/>
            <p:nvPr/>
          </p:nvGrpSpPr>
          <p:grpSpPr>
            <a:xfrm>
              <a:off x="220942" y="3610673"/>
              <a:ext cx="220797" cy="178923"/>
              <a:chOff x="3145425" y="2401425"/>
              <a:chExt cx="65400" cy="53000"/>
            </a:xfrm>
          </p:grpSpPr>
          <p:sp>
            <p:nvSpPr>
              <p:cNvPr id="882" name="Google Shape;882;p16"/>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16"/>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 name="Google Shape;884;p16"/>
            <p:cNvGrpSpPr/>
            <p:nvPr/>
          </p:nvGrpSpPr>
          <p:grpSpPr>
            <a:xfrm rot="8631577">
              <a:off x="53307" y="2782875"/>
              <a:ext cx="336153" cy="195515"/>
              <a:chOff x="3308175" y="2424200"/>
              <a:chExt cx="36450" cy="21200"/>
            </a:xfrm>
          </p:grpSpPr>
          <p:sp>
            <p:nvSpPr>
              <p:cNvPr id="885" name="Google Shape;885;p16"/>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6"/>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16"/>
            <p:cNvGrpSpPr/>
            <p:nvPr/>
          </p:nvGrpSpPr>
          <p:grpSpPr>
            <a:xfrm>
              <a:off x="53300" y="4033484"/>
              <a:ext cx="336144" cy="213925"/>
              <a:chOff x="3609300" y="2412850"/>
              <a:chExt cx="56125" cy="35725"/>
            </a:xfrm>
          </p:grpSpPr>
          <p:sp>
            <p:nvSpPr>
              <p:cNvPr id="888" name="Google Shape;888;p16"/>
              <p:cNvSpPr/>
              <p:nvPr/>
            </p:nvSpPr>
            <p:spPr>
              <a:xfrm>
                <a:off x="3609300" y="2412850"/>
                <a:ext cx="32550" cy="27950"/>
              </a:xfrm>
              <a:custGeom>
                <a:avLst/>
                <a:gdLst/>
                <a:ahLst/>
                <a:cxnLst/>
                <a:rect l="l" t="t" r="r" b="b"/>
                <a:pathLst>
                  <a:path w="1302" h="1118" extrusionOk="0">
                    <a:moveTo>
                      <a:pt x="511" y="0"/>
                    </a:moveTo>
                    <a:cubicBezTo>
                      <a:pt x="340" y="0"/>
                      <a:pt x="175" y="97"/>
                      <a:pt x="98" y="265"/>
                    </a:cubicBezTo>
                    <a:cubicBezTo>
                      <a:pt x="1" y="480"/>
                      <a:pt x="98" y="753"/>
                      <a:pt x="326" y="851"/>
                    </a:cubicBezTo>
                    <a:lnTo>
                      <a:pt x="931" y="1117"/>
                    </a:lnTo>
                    <a:lnTo>
                      <a:pt x="1301" y="304"/>
                    </a:lnTo>
                    <a:lnTo>
                      <a:pt x="690" y="38"/>
                    </a:lnTo>
                    <a:cubicBezTo>
                      <a:pt x="632" y="12"/>
                      <a:pt x="571" y="0"/>
                      <a:pt x="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6"/>
              <p:cNvSpPr/>
              <p:nvPr/>
            </p:nvSpPr>
            <p:spPr>
              <a:xfrm>
                <a:off x="3632550" y="2420600"/>
                <a:ext cx="32875" cy="27975"/>
              </a:xfrm>
              <a:custGeom>
                <a:avLst/>
                <a:gdLst/>
                <a:ahLst/>
                <a:cxnLst/>
                <a:rect l="l" t="t" r="r" b="b"/>
                <a:pathLst>
                  <a:path w="1315" h="1119" extrusionOk="0">
                    <a:moveTo>
                      <a:pt x="371" y="1"/>
                    </a:moveTo>
                    <a:lnTo>
                      <a:pt x="1" y="814"/>
                    </a:lnTo>
                    <a:lnTo>
                      <a:pt x="612" y="1081"/>
                    </a:lnTo>
                    <a:cubicBezTo>
                      <a:pt x="671" y="1106"/>
                      <a:pt x="733" y="1118"/>
                      <a:pt x="794" y="1118"/>
                    </a:cubicBezTo>
                    <a:cubicBezTo>
                      <a:pt x="964" y="1118"/>
                      <a:pt x="1125" y="1021"/>
                      <a:pt x="1197" y="853"/>
                    </a:cubicBezTo>
                    <a:cubicBezTo>
                      <a:pt x="1314" y="638"/>
                      <a:pt x="1204" y="378"/>
                      <a:pt x="976" y="268"/>
                    </a:cubicBezTo>
                    <a:lnTo>
                      <a:pt x="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6"/>
            <p:cNvGrpSpPr/>
            <p:nvPr/>
          </p:nvGrpSpPr>
          <p:grpSpPr>
            <a:xfrm>
              <a:off x="441740" y="3276653"/>
              <a:ext cx="116246" cy="116057"/>
              <a:chOff x="3326075" y="2546450"/>
              <a:chExt cx="81800" cy="81650"/>
            </a:xfrm>
          </p:grpSpPr>
          <p:sp>
            <p:nvSpPr>
              <p:cNvPr id="891" name="Google Shape;891;p16"/>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6"/>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16"/>
            <p:cNvGrpSpPr/>
            <p:nvPr/>
          </p:nvGrpSpPr>
          <p:grpSpPr>
            <a:xfrm rot="9050858">
              <a:off x="8658682" y="2354085"/>
              <a:ext cx="336153" cy="195513"/>
              <a:chOff x="3308175" y="2424200"/>
              <a:chExt cx="36450" cy="21200"/>
            </a:xfrm>
          </p:grpSpPr>
          <p:sp>
            <p:nvSpPr>
              <p:cNvPr id="894" name="Google Shape;894;p16"/>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6"/>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6" name="Google Shape;896;p16"/>
            <p:cNvGrpSpPr/>
            <p:nvPr/>
          </p:nvGrpSpPr>
          <p:grpSpPr>
            <a:xfrm>
              <a:off x="8789198" y="3294411"/>
              <a:ext cx="294222" cy="277738"/>
              <a:chOff x="3475823" y="2396205"/>
              <a:chExt cx="59350" cy="56025"/>
            </a:xfrm>
          </p:grpSpPr>
          <p:sp>
            <p:nvSpPr>
              <p:cNvPr id="897" name="Google Shape;897;p16"/>
              <p:cNvSpPr/>
              <p:nvPr/>
            </p:nvSpPr>
            <p:spPr>
              <a:xfrm>
                <a:off x="3475823" y="2396205"/>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6"/>
              <p:cNvSpPr/>
              <p:nvPr/>
            </p:nvSpPr>
            <p:spPr>
              <a:xfrm>
                <a:off x="3485573" y="2406955"/>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9" name="Google Shape;899;p16"/>
            <p:cNvGrpSpPr/>
            <p:nvPr/>
          </p:nvGrpSpPr>
          <p:grpSpPr>
            <a:xfrm rot="4565076">
              <a:off x="8525403" y="1800575"/>
              <a:ext cx="346704" cy="280959"/>
              <a:chOff x="3145425" y="2401425"/>
              <a:chExt cx="65400" cy="53000"/>
            </a:xfrm>
          </p:grpSpPr>
          <p:sp>
            <p:nvSpPr>
              <p:cNvPr id="900" name="Google Shape;900;p16"/>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6"/>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 name="Google Shape;902;p16"/>
            <p:cNvGrpSpPr/>
            <p:nvPr/>
          </p:nvGrpSpPr>
          <p:grpSpPr>
            <a:xfrm>
              <a:off x="8893290" y="1794978"/>
              <a:ext cx="116246" cy="116057"/>
              <a:chOff x="3326075" y="2546450"/>
              <a:chExt cx="81800" cy="81650"/>
            </a:xfrm>
          </p:grpSpPr>
          <p:sp>
            <p:nvSpPr>
              <p:cNvPr id="903" name="Google Shape;903;p16"/>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6"/>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905"/>
        <p:cNvGrpSpPr/>
        <p:nvPr/>
      </p:nvGrpSpPr>
      <p:grpSpPr>
        <a:xfrm>
          <a:off x="0" y="0"/>
          <a:ext cx="0" cy="0"/>
          <a:chOff x="0" y="0"/>
          <a:chExt cx="0" cy="0"/>
        </a:xfrm>
      </p:grpSpPr>
      <p:grpSp>
        <p:nvGrpSpPr>
          <p:cNvPr id="906" name="Google Shape;906;p17"/>
          <p:cNvGrpSpPr/>
          <p:nvPr/>
        </p:nvGrpSpPr>
        <p:grpSpPr>
          <a:xfrm flipH="1">
            <a:off x="219905" y="-168611"/>
            <a:ext cx="8686931" cy="5467412"/>
            <a:chOff x="-8695" y="-168611"/>
            <a:chExt cx="8686931" cy="5467412"/>
          </a:xfrm>
        </p:grpSpPr>
        <p:sp>
          <p:nvSpPr>
            <p:cNvPr id="907" name="Google Shape;907;p17"/>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7"/>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7"/>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7"/>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17"/>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7"/>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17"/>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7"/>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7"/>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7"/>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7"/>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7"/>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17"/>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7"/>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7"/>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2" name="Google Shape;922;p17"/>
          <p:cNvSpPr/>
          <p:nvPr/>
        </p:nvSpPr>
        <p:spPr>
          <a:xfrm>
            <a:off x="478157" y="303126"/>
            <a:ext cx="8261725" cy="4562550"/>
          </a:xfrm>
          <a:custGeom>
            <a:avLst/>
            <a:gdLst/>
            <a:ahLst/>
            <a:cxnLst/>
            <a:rect l="l" t="t" r="r" b="b"/>
            <a:pathLst>
              <a:path w="330469" h="182502" extrusionOk="0">
                <a:moveTo>
                  <a:pt x="6020" y="152848"/>
                </a:moveTo>
                <a:cubicBezTo>
                  <a:pt x="386" y="138870"/>
                  <a:pt x="-159" y="112857"/>
                  <a:pt x="31" y="89933"/>
                </a:cubicBezTo>
                <a:cubicBezTo>
                  <a:pt x="222" y="67010"/>
                  <a:pt x="-185" y="29840"/>
                  <a:pt x="7163" y="15307"/>
                </a:cubicBezTo>
                <a:cubicBezTo>
                  <a:pt x="14511" y="774"/>
                  <a:pt x="17446" y="5215"/>
                  <a:pt x="44120" y="2734"/>
                </a:cubicBezTo>
                <a:cubicBezTo>
                  <a:pt x="70794" y="253"/>
                  <a:pt x="123902" y="-596"/>
                  <a:pt x="167209" y="420"/>
                </a:cubicBezTo>
                <a:cubicBezTo>
                  <a:pt x="210516" y="1436"/>
                  <a:pt x="277106" y="1713"/>
                  <a:pt x="303962" y="8830"/>
                </a:cubicBezTo>
                <a:cubicBezTo>
                  <a:pt x="330818" y="15947"/>
                  <a:pt x="324282" y="27309"/>
                  <a:pt x="328346" y="43120"/>
                </a:cubicBezTo>
                <a:cubicBezTo>
                  <a:pt x="332410" y="58932"/>
                  <a:pt x="329616" y="83379"/>
                  <a:pt x="328346" y="103699"/>
                </a:cubicBezTo>
                <a:cubicBezTo>
                  <a:pt x="327076" y="124019"/>
                  <a:pt x="329299" y="152277"/>
                  <a:pt x="320726" y="165040"/>
                </a:cubicBezTo>
                <a:cubicBezTo>
                  <a:pt x="312154" y="177804"/>
                  <a:pt x="309134" y="177495"/>
                  <a:pt x="276911" y="180280"/>
                </a:cubicBezTo>
                <a:cubicBezTo>
                  <a:pt x="244688" y="183065"/>
                  <a:pt x="167903" y="182830"/>
                  <a:pt x="127390" y="181750"/>
                </a:cubicBezTo>
                <a:cubicBezTo>
                  <a:pt x="86877" y="180671"/>
                  <a:pt x="54061" y="178620"/>
                  <a:pt x="33833" y="173803"/>
                </a:cubicBezTo>
                <a:cubicBezTo>
                  <a:pt x="13605" y="168986"/>
                  <a:pt x="11654" y="166826"/>
                  <a:pt x="6020" y="152848"/>
                </a:cubicBezTo>
                <a:close/>
              </a:path>
            </a:pathLst>
          </a:custGeom>
          <a:solidFill>
            <a:schemeClr val="dk2"/>
          </a:solidFill>
          <a:ln>
            <a:noFill/>
          </a:ln>
        </p:spPr>
      </p:sp>
      <p:sp>
        <p:nvSpPr>
          <p:cNvPr id="923" name="Google Shape;923;p17"/>
          <p:cNvSpPr txBox="1">
            <a:spLocks noGrp="1"/>
          </p:cNvSpPr>
          <p:nvPr>
            <p:ph type="title"/>
          </p:nvPr>
        </p:nvSpPr>
        <p:spPr>
          <a:xfrm>
            <a:off x="4762437" y="1139114"/>
            <a:ext cx="3090600" cy="1703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24" name="Google Shape;924;p17"/>
          <p:cNvSpPr txBox="1">
            <a:spLocks noGrp="1"/>
          </p:cNvSpPr>
          <p:nvPr>
            <p:ph type="subTitle" idx="1"/>
          </p:nvPr>
        </p:nvSpPr>
        <p:spPr>
          <a:xfrm>
            <a:off x="4762737" y="2759386"/>
            <a:ext cx="3090000" cy="124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25" name="Google Shape;925;p17"/>
          <p:cNvSpPr>
            <a:spLocks noGrp="1"/>
          </p:cNvSpPr>
          <p:nvPr>
            <p:ph type="pic" idx="2"/>
          </p:nvPr>
        </p:nvSpPr>
        <p:spPr>
          <a:xfrm>
            <a:off x="1290963" y="791424"/>
            <a:ext cx="3090000" cy="3560700"/>
          </a:xfrm>
          <a:prstGeom prst="rect">
            <a:avLst/>
          </a:prstGeom>
          <a:noFill/>
          <a:ln>
            <a:noFill/>
          </a:ln>
        </p:spPr>
      </p:sp>
      <p:grpSp>
        <p:nvGrpSpPr>
          <p:cNvPr id="926" name="Google Shape;926;p17"/>
          <p:cNvGrpSpPr/>
          <p:nvPr/>
        </p:nvGrpSpPr>
        <p:grpSpPr>
          <a:xfrm>
            <a:off x="175975" y="3749100"/>
            <a:ext cx="8770174" cy="499861"/>
            <a:chOff x="175975" y="3749100"/>
            <a:chExt cx="8770174" cy="499861"/>
          </a:xfrm>
        </p:grpSpPr>
        <p:sp>
          <p:nvSpPr>
            <p:cNvPr id="927" name="Google Shape;927;p17"/>
            <p:cNvSpPr/>
            <p:nvPr/>
          </p:nvSpPr>
          <p:spPr>
            <a:xfrm>
              <a:off x="8725350" y="3966282"/>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7"/>
            <p:cNvSpPr/>
            <p:nvPr/>
          </p:nvSpPr>
          <p:spPr>
            <a:xfrm>
              <a:off x="8522825" y="3749100"/>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7"/>
            <p:cNvSpPr/>
            <p:nvPr/>
          </p:nvSpPr>
          <p:spPr>
            <a:xfrm>
              <a:off x="175975" y="3884682"/>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 name="Google Shape;930;p17"/>
          <p:cNvGrpSpPr/>
          <p:nvPr/>
        </p:nvGrpSpPr>
        <p:grpSpPr>
          <a:xfrm>
            <a:off x="75600" y="3557385"/>
            <a:ext cx="9343745" cy="2111526"/>
            <a:chOff x="75600" y="3557385"/>
            <a:chExt cx="9343745" cy="2111526"/>
          </a:xfrm>
        </p:grpSpPr>
        <p:grpSp>
          <p:nvGrpSpPr>
            <p:cNvPr id="931" name="Google Shape;931;p17"/>
            <p:cNvGrpSpPr/>
            <p:nvPr/>
          </p:nvGrpSpPr>
          <p:grpSpPr>
            <a:xfrm rot="744049">
              <a:off x="7971184" y="4295626"/>
              <a:ext cx="1329992" cy="1245001"/>
              <a:chOff x="4597800" y="2151525"/>
              <a:chExt cx="244575" cy="228950"/>
            </a:xfrm>
          </p:grpSpPr>
          <p:sp>
            <p:nvSpPr>
              <p:cNvPr id="932" name="Google Shape;932;p17"/>
              <p:cNvSpPr/>
              <p:nvPr/>
            </p:nvSpPr>
            <p:spPr>
              <a:xfrm>
                <a:off x="4613575" y="2200025"/>
                <a:ext cx="171725" cy="107275"/>
              </a:xfrm>
              <a:custGeom>
                <a:avLst/>
                <a:gdLst/>
                <a:ahLst/>
                <a:cxnLst/>
                <a:rect l="l" t="t" r="r" b="b"/>
                <a:pathLst>
                  <a:path w="6869" h="4291" extrusionOk="0">
                    <a:moveTo>
                      <a:pt x="6854" y="0"/>
                    </a:moveTo>
                    <a:cubicBezTo>
                      <a:pt x="6850" y="0"/>
                      <a:pt x="6846" y="2"/>
                      <a:pt x="6842" y="5"/>
                    </a:cubicBezTo>
                    <a:cubicBezTo>
                      <a:pt x="5841" y="1228"/>
                      <a:pt x="5112" y="2704"/>
                      <a:pt x="4729" y="4258"/>
                    </a:cubicBezTo>
                    <a:cubicBezTo>
                      <a:pt x="3792" y="3816"/>
                      <a:pt x="2830" y="3361"/>
                      <a:pt x="1802" y="3101"/>
                    </a:cubicBezTo>
                    <a:cubicBezTo>
                      <a:pt x="1217" y="2958"/>
                      <a:pt x="618" y="2873"/>
                      <a:pt x="13" y="2854"/>
                    </a:cubicBezTo>
                    <a:cubicBezTo>
                      <a:pt x="7" y="2854"/>
                      <a:pt x="0" y="2867"/>
                      <a:pt x="0" y="2873"/>
                    </a:cubicBezTo>
                    <a:cubicBezTo>
                      <a:pt x="0" y="2880"/>
                      <a:pt x="7" y="2893"/>
                      <a:pt x="13" y="2893"/>
                    </a:cubicBezTo>
                    <a:cubicBezTo>
                      <a:pt x="618" y="2906"/>
                      <a:pt x="1210" y="2990"/>
                      <a:pt x="1795" y="3133"/>
                    </a:cubicBezTo>
                    <a:cubicBezTo>
                      <a:pt x="2817" y="3387"/>
                      <a:pt x="3792" y="3849"/>
                      <a:pt x="4729" y="4291"/>
                    </a:cubicBezTo>
                    <a:lnTo>
                      <a:pt x="4735" y="4291"/>
                    </a:lnTo>
                    <a:lnTo>
                      <a:pt x="4748" y="4278"/>
                    </a:lnTo>
                    <a:cubicBezTo>
                      <a:pt x="5125" y="2730"/>
                      <a:pt x="5860" y="1247"/>
                      <a:pt x="6862" y="18"/>
                    </a:cubicBezTo>
                    <a:cubicBezTo>
                      <a:pt x="6868" y="18"/>
                      <a:pt x="6868" y="12"/>
                      <a:pt x="6862" y="5"/>
                    </a:cubicBezTo>
                    <a:cubicBezTo>
                      <a:pt x="6862" y="2"/>
                      <a:pt x="6859" y="0"/>
                      <a:pt x="6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3" name="Google Shape;933;p17"/>
              <p:cNvGrpSpPr/>
              <p:nvPr/>
            </p:nvGrpSpPr>
            <p:grpSpPr>
              <a:xfrm>
                <a:off x="4597800" y="2151525"/>
                <a:ext cx="244575" cy="228950"/>
                <a:chOff x="4978800" y="2151525"/>
                <a:chExt cx="244575" cy="228950"/>
              </a:xfrm>
            </p:grpSpPr>
            <p:sp>
              <p:nvSpPr>
                <p:cNvPr id="934" name="Google Shape;934;p17"/>
                <p:cNvSpPr/>
                <p:nvPr/>
              </p:nvSpPr>
              <p:spPr>
                <a:xfrm>
                  <a:off x="5045475" y="2151525"/>
                  <a:ext cx="77575" cy="157725"/>
                </a:xfrm>
                <a:custGeom>
                  <a:avLst/>
                  <a:gdLst/>
                  <a:ahLst/>
                  <a:cxnLst/>
                  <a:rect l="l" t="t" r="r" b="b"/>
                  <a:pathLst>
                    <a:path w="3103" h="6309" extrusionOk="0">
                      <a:moveTo>
                        <a:pt x="0" y="0"/>
                      </a:moveTo>
                      <a:lnTo>
                        <a:pt x="0" y="0"/>
                      </a:lnTo>
                      <a:cubicBezTo>
                        <a:pt x="33" y="878"/>
                        <a:pt x="176" y="1756"/>
                        <a:pt x="423" y="2602"/>
                      </a:cubicBezTo>
                      <a:cubicBezTo>
                        <a:pt x="371" y="2595"/>
                        <a:pt x="306" y="2576"/>
                        <a:pt x="247" y="2569"/>
                      </a:cubicBezTo>
                      <a:lnTo>
                        <a:pt x="247" y="2569"/>
                      </a:lnTo>
                      <a:cubicBezTo>
                        <a:pt x="540" y="3298"/>
                        <a:pt x="859" y="4026"/>
                        <a:pt x="1197" y="4742"/>
                      </a:cubicBezTo>
                      <a:cubicBezTo>
                        <a:pt x="1132" y="4748"/>
                        <a:pt x="1060" y="4748"/>
                        <a:pt x="995" y="4748"/>
                      </a:cubicBezTo>
                      <a:cubicBezTo>
                        <a:pt x="1470" y="5372"/>
                        <a:pt x="2075" y="5912"/>
                        <a:pt x="2758" y="6309"/>
                      </a:cubicBezTo>
                      <a:cubicBezTo>
                        <a:pt x="3070" y="5340"/>
                        <a:pt x="3102" y="4377"/>
                        <a:pt x="2790" y="3408"/>
                      </a:cubicBezTo>
                      <a:lnTo>
                        <a:pt x="2790" y="3408"/>
                      </a:lnTo>
                      <a:cubicBezTo>
                        <a:pt x="2751" y="3512"/>
                        <a:pt x="2699" y="3616"/>
                        <a:pt x="2654" y="3727"/>
                      </a:cubicBezTo>
                      <a:cubicBezTo>
                        <a:pt x="2393" y="2901"/>
                        <a:pt x="2042" y="2108"/>
                        <a:pt x="1626" y="1347"/>
                      </a:cubicBezTo>
                      <a:cubicBezTo>
                        <a:pt x="1619" y="1457"/>
                        <a:pt x="1606" y="1555"/>
                        <a:pt x="1593" y="1659"/>
                      </a:cubicBezTo>
                      <a:cubicBezTo>
                        <a:pt x="1119" y="1054"/>
                        <a:pt x="572" y="514"/>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7"/>
                <p:cNvSpPr/>
                <p:nvPr/>
              </p:nvSpPr>
              <p:spPr>
                <a:xfrm>
                  <a:off x="4978800" y="2260625"/>
                  <a:ext cx="135800" cy="55075"/>
                </a:xfrm>
                <a:custGeom>
                  <a:avLst/>
                  <a:gdLst/>
                  <a:ahLst/>
                  <a:cxnLst/>
                  <a:rect l="l" t="t" r="r" b="b"/>
                  <a:pathLst>
                    <a:path w="5432" h="2203" extrusionOk="0">
                      <a:moveTo>
                        <a:pt x="1711" y="0"/>
                      </a:moveTo>
                      <a:cubicBezTo>
                        <a:pt x="1776" y="59"/>
                        <a:pt x="1835" y="124"/>
                        <a:pt x="1887" y="182"/>
                      </a:cubicBezTo>
                      <a:cubicBezTo>
                        <a:pt x="1811" y="180"/>
                        <a:pt x="1735" y="179"/>
                        <a:pt x="1659" y="179"/>
                      </a:cubicBezTo>
                      <a:cubicBezTo>
                        <a:pt x="1105" y="179"/>
                        <a:pt x="555" y="239"/>
                        <a:pt x="1" y="319"/>
                      </a:cubicBezTo>
                      <a:cubicBezTo>
                        <a:pt x="573" y="768"/>
                        <a:pt x="1197" y="1138"/>
                        <a:pt x="1867" y="1425"/>
                      </a:cubicBezTo>
                      <a:cubicBezTo>
                        <a:pt x="1835" y="1457"/>
                        <a:pt x="1789" y="1490"/>
                        <a:pt x="1750" y="1522"/>
                      </a:cubicBezTo>
                      <a:cubicBezTo>
                        <a:pt x="2368" y="1724"/>
                        <a:pt x="2986" y="1906"/>
                        <a:pt x="3623" y="2069"/>
                      </a:cubicBezTo>
                      <a:cubicBezTo>
                        <a:pt x="3591" y="2108"/>
                        <a:pt x="3545" y="2160"/>
                        <a:pt x="3513" y="2199"/>
                      </a:cubicBezTo>
                      <a:cubicBezTo>
                        <a:pt x="3581" y="2201"/>
                        <a:pt x="3650" y="2203"/>
                        <a:pt x="3718" y="2203"/>
                      </a:cubicBezTo>
                      <a:cubicBezTo>
                        <a:pt x="4302" y="2203"/>
                        <a:pt x="4890" y="2104"/>
                        <a:pt x="5431" y="1906"/>
                      </a:cubicBezTo>
                      <a:cubicBezTo>
                        <a:pt x="4989" y="1197"/>
                        <a:pt x="4391" y="670"/>
                        <a:pt x="3623" y="345"/>
                      </a:cubicBezTo>
                      <a:lnTo>
                        <a:pt x="3623" y="345"/>
                      </a:lnTo>
                      <a:cubicBezTo>
                        <a:pt x="3662" y="430"/>
                        <a:pt x="3708" y="514"/>
                        <a:pt x="3753" y="605"/>
                      </a:cubicBezTo>
                      <a:cubicBezTo>
                        <a:pt x="3090" y="332"/>
                        <a:pt x="2407" y="130"/>
                        <a:pt x="17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7"/>
                <p:cNvSpPr/>
                <p:nvPr/>
              </p:nvSpPr>
              <p:spPr>
                <a:xfrm>
                  <a:off x="5017325" y="2307400"/>
                  <a:ext cx="97600" cy="60550"/>
                </a:xfrm>
                <a:custGeom>
                  <a:avLst/>
                  <a:gdLst/>
                  <a:ahLst/>
                  <a:cxnLst/>
                  <a:rect l="l" t="t" r="r" b="b"/>
                  <a:pathLst>
                    <a:path w="3904" h="2422" extrusionOk="0">
                      <a:moveTo>
                        <a:pt x="3270" y="0"/>
                      </a:moveTo>
                      <a:cubicBezTo>
                        <a:pt x="2832" y="0"/>
                        <a:pt x="2407" y="92"/>
                        <a:pt x="1998" y="295"/>
                      </a:cubicBezTo>
                      <a:cubicBezTo>
                        <a:pt x="2069" y="321"/>
                        <a:pt x="2147" y="334"/>
                        <a:pt x="2219" y="360"/>
                      </a:cubicBezTo>
                      <a:cubicBezTo>
                        <a:pt x="1705" y="601"/>
                        <a:pt x="1211" y="893"/>
                        <a:pt x="749" y="1238"/>
                      </a:cubicBezTo>
                      <a:cubicBezTo>
                        <a:pt x="814" y="1232"/>
                        <a:pt x="885" y="1232"/>
                        <a:pt x="950" y="1232"/>
                      </a:cubicBezTo>
                      <a:cubicBezTo>
                        <a:pt x="593" y="1596"/>
                        <a:pt x="281" y="1999"/>
                        <a:pt x="1" y="2422"/>
                      </a:cubicBezTo>
                      <a:cubicBezTo>
                        <a:pt x="573" y="2324"/>
                        <a:pt x="1139" y="2155"/>
                        <a:pt x="1672" y="1921"/>
                      </a:cubicBezTo>
                      <a:lnTo>
                        <a:pt x="1672" y="1921"/>
                      </a:lnTo>
                      <a:cubicBezTo>
                        <a:pt x="1672" y="1960"/>
                        <a:pt x="1666" y="1999"/>
                        <a:pt x="1666" y="2045"/>
                      </a:cubicBezTo>
                      <a:cubicBezTo>
                        <a:pt x="2128" y="1791"/>
                        <a:pt x="2576" y="1511"/>
                        <a:pt x="3012" y="1232"/>
                      </a:cubicBezTo>
                      <a:cubicBezTo>
                        <a:pt x="3012" y="1271"/>
                        <a:pt x="3025" y="1316"/>
                        <a:pt x="3032" y="1362"/>
                      </a:cubicBezTo>
                      <a:cubicBezTo>
                        <a:pt x="3396" y="984"/>
                        <a:pt x="3695" y="536"/>
                        <a:pt x="3903" y="61"/>
                      </a:cubicBezTo>
                      <a:cubicBezTo>
                        <a:pt x="3689" y="21"/>
                        <a:pt x="3478" y="0"/>
                        <a:pt x="32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7"/>
                <p:cNvSpPr/>
                <p:nvPr/>
              </p:nvSpPr>
              <p:spPr>
                <a:xfrm>
                  <a:off x="5080425" y="2308250"/>
                  <a:ext cx="35475" cy="72225"/>
                </a:xfrm>
                <a:custGeom>
                  <a:avLst/>
                  <a:gdLst/>
                  <a:ahLst/>
                  <a:cxnLst/>
                  <a:rect l="l" t="t" r="r" b="b"/>
                  <a:pathLst>
                    <a:path w="1419" h="2889" extrusionOk="0">
                      <a:moveTo>
                        <a:pt x="1327" y="1"/>
                      </a:moveTo>
                      <a:cubicBezTo>
                        <a:pt x="904" y="196"/>
                        <a:pt x="573" y="489"/>
                        <a:pt x="326" y="885"/>
                      </a:cubicBezTo>
                      <a:cubicBezTo>
                        <a:pt x="384" y="872"/>
                        <a:pt x="436" y="853"/>
                        <a:pt x="482" y="840"/>
                      </a:cubicBezTo>
                      <a:lnTo>
                        <a:pt x="482" y="840"/>
                      </a:lnTo>
                      <a:cubicBezTo>
                        <a:pt x="287" y="1178"/>
                        <a:pt x="124" y="1542"/>
                        <a:pt x="0" y="1919"/>
                      </a:cubicBezTo>
                      <a:cubicBezTo>
                        <a:pt x="46" y="1893"/>
                        <a:pt x="78" y="1861"/>
                        <a:pt x="117" y="1835"/>
                      </a:cubicBezTo>
                      <a:lnTo>
                        <a:pt x="117" y="1835"/>
                      </a:lnTo>
                      <a:cubicBezTo>
                        <a:pt x="59" y="2180"/>
                        <a:pt x="46" y="2537"/>
                        <a:pt x="52" y="2889"/>
                      </a:cubicBezTo>
                      <a:cubicBezTo>
                        <a:pt x="345" y="2602"/>
                        <a:pt x="599" y="2284"/>
                        <a:pt x="800" y="1932"/>
                      </a:cubicBezTo>
                      <a:lnTo>
                        <a:pt x="846" y="2011"/>
                      </a:lnTo>
                      <a:cubicBezTo>
                        <a:pt x="1008" y="1685"/>
                        <a:pt x="1158" y="1347"/>
                        <a:pt x="1288" y="1015"/>
                      </a:cubicBezTo>
                      <a:lnTo>
                        <a:pt x="1353" y="1081"/>
                      </a:lnTo>
                      <a:cubicBezTo>
                        <a:pt x="1418" y="723"/>
                        <a:pt x="1399" y="352"/>
                        <a:pt x="13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7"/>
                <p:cNvSpPr/>
                <p:nvPr/>
              </p:nvSpPr>
              <p:spPr>
                <a:xfrm>
                  <a:off x="5108050" y="2181775"/>
                  <a:ext cx="68475" cy="126825"/>
                </a:xfrm>
                <a:custGeom>
                  <a:avLst/>
                  <a:gdLst/>
                  <a:ahLst/>
                  <a:cxnLst/>
                  <a:rect l="l" t="t" r="r" b="b"/>
                  <a:pathLst>
                    <a:path w="2739" h="5073" extrusionOk="0">
                      <a:moveTo>
                        <a:pt x="2739" y="0"/>
                      </a:moveTo>
                      <a:cubicBezTo>
                        <a:pt x="2245" y="403"/>
                        <a:pt x="1783" y="826"/>
                        <a:pt x="1360" y="1294"/>
                      </a:cubicBezTo>
                      <a:cubicBezTo>
                        <a:pt x="1354" y="1216"/>
                        <a:pt x="1354" y="1125"/>
                        <a:pt x="1347" y="1041"/>
                      </a:cubicBezTo>
                      <a:cubicBezTo>
                        <a:pt x="970" y="1646"/>
                        <a:pt x="651" y="2283"/>
                        <a:pt x="391" y="2953"/>
                      </a:cubicBezTo>
                      <a:cubicBezTo>
                        <a:pt x="359" y="2862"/>
                        <a:pt x="326" y="2771"/>
                        <a:pt x="287" y="2686"/>
                      </a:cubicBezTo>
                      <a:cubicBezTo>
                        <a:pt x="20" y="3473"/>
                        <a:pt x="1" y="4273"/>
                        <a:pt x="216" y="5073"/>
                      </a:cubicBezTo>
                      <a:cubicBezTo>
                        <a:pt x="788" y="4774"/>
                        <a:pt x="1308" y="4371"/>
                        <a:pt x="1731" y="3870"/>
                      </a:cubicBezTo>
                      <a:cubicBezTo>
                        <a:pt x="1679" y="3863"/>
                        <a:pt x="1620" y="3863"/>
                        <a:pt x="1562" y="3857"/>
                      </a:cubicBezTo>
                      <a:cubicBezTo>
                        <a:pt x="1874" y="3284"/>
                        <a:pt x="2167" y="2699"/>
                        <a:pt x="2440" y="2107"/>
                      </a:cubicBezTo>
                      <a:lnTo>
                        <a:pt x="2440" y="2107"/>
                      </a:lnTo>
                      <a:cubicBezTo>
                        <a:pt x="2394" y="2114"/>
                        <a:pt x="2342" y="2127"/>
                        <a:pt x="2284" y="2127"/>
                      </a:cubicBezTo>
                      <a:cubicBezTo>
                        <a:pt x="2531" y="1444"/>
                        <a:pt x="2687" y="729"/>
                        <a:pt x="273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7"/>
                <p:cNvSpPr/>
                <p:nvPr/>
              </p:nvSpPr>
              <p:spPr>
                <a:xfrm>
                  <a:off x="5113750" y="2271025"/>
                  <a:ext cx="109625" cy="44450"/>
                </a:xfrm>
                <a:custGeom>
                  <a:avLst/>
                  <a:gdLst/>
                  <a:ahLst/>
                  <a:cxnLst/>
                  <a:rect l="l" t="t" r="r" b="b"/>
                  <a:pathLst>
                    <a:path w="4385" h="1778" extrusionOk="0">
                      <a:moveTo>
                        <a:pt x="3012" y="1"/>
                      </a:moveTo>
                      <a:lnTo>
                        <a:pt x="3012" y="1"/>
                      </a:lnTo>
                      <a:cubicBezTo>
                        <a:pt x="2452" y="105"/>
                        <a:pt x="1900" y="267"/>
                        <a:pt x="1360" y="482"/>
                      </a:cubicBezTo>
                      <a:cubicBezTo>
                        <a:pt x="1392" y="410"/>
                        <a:pt x="1431" y="345"/>
                        <a:pt x="1464" y="267"/>
                      </a:cubicBezTo>
                      <a:lnTo>
                        <a:pt x="1464" y="267"/>
                      </a:lnTo>
                      <a:cubicBezTo>
                        <a:pt x="840" y="527"/>
                        <a:pt x="358" y="963"/>
                        <a:pt x="1" y="1529"/>
                      </a:cubicBezTo>
                      <a:cubicBezTo>
                        <a:pt x="466" y="1698"/>
                        <a:pt x="953" y="1777"/>
                        <a:pt x="1437" y="1777"/>
                      </a:cubicBezTo>
                      <a:cubicBezTo>
                        <a:pt x="1474" y="1777"/>
                        <a:pt x="1511" y="1777"/>
                        <a:pt x="1548" y="1776"/>
                      </a:cubicBezTo>
                      <a:cubicBezTo>
                        <a:pt x="1522" y="1744"/>
                        <a:pt x="1490" y="1698"/>
                        <a:pt x="1464" y="1666"/>
                      </a:cubicBezTo>
                      <a:cubicBezTo>
                        <a:pt x="1978" y="1535"/>
                        <a:pt x="2485" y="1392"/>
                        <a:pt x="2979" y="1230"/>
                      </a:cubicBezTo>
                      <a:cubicBezTo>
                        <a:pt x="2947" y="1204"/>
                        <a:pt x="2914" y="1178"/>
                        <a:pt x="2882" y="1145"/>
                      </a:cubicBezTo>
                      <a:cubicBezTo>
                        <a:pt x="3415" y="918"/>
                        <a:pt x="3929" y="618"/>
                        <a:pt x="4384" y="261"/>
                      </a:cubicBezTo>
                      <a:cubicBezTo>
                        <a:pt x="3935" y="197"/>
                        <a:pt x="3481" y="148"/>
                        <a:pt x="3022" y="148"/>
                      </a:cubicBezTo>
                      <a:cubicBezTo>
                        <a:pt x="2969" y="148"/>
                        <a:pt x="2916" y="149"/>
                        <a:pt x="2862" y="150"/>
                      </a:cubicBezTo>
                      <a:lnTo>
                        <a:pt x="30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7"/>
                <p:cNvSpPr/>
                <p:nvPr/>
              </p:nvSpPr>
              <p:spPr>
                <a:xfrm>
                  <a:off x="5114250" y="2303725"/>
                  <a:ext cx="74150" cy="30275"/>
                </a:xfrm>
                <a:custGeom>
                  <a:avLst/>
                  <a:gdLst/>
                  <a:ahLst/>
                  <a:cxnLst/>
                  <a:rect l="l" t="t" r="r" b="b"/>
                  <a:pathLst>
                    <a:path w="2966" h="1211" extrusionOk="0">
                      <a:moveTo>
                        <a:pt x="842" y="0"/>
                      </a:moveTo>
                      <a:cubicBezTo>
                        <a:pt x="559" y="0"/>
                        <a:pt x="277" y="62"/>
                        <a:pt x="0" y="175"/>
                      </a:cubicBezTo>
                      <a:cubicBezTo>
                        <a:pt x="202" y="475"/>
                        <a:pt x="468" y="728"/>
                        <a:pt x="774" y="923"/>
                      </a:cubicBezTo>
                      <a:cubicBezTo>
                        <a:pt x="774" y="891"/>
                        <a:pt x="774" y="858"/>
                        <a:pt x="761" y="832"/>
                      </a:cubicBezTo>
                      <a:lnTo>
                        <a:pt x="761" y="832"/>
                      </a:lnTo>
                      <a:cubicBezTo>
                        <a:pt x="1106" y="962"/>
                        <a:pt x="1444" y="1086"/>
                        <a:pt x="1789" y="1190"/>
                      </a:cubicBezTo>
                      <a:cubicBezTo>
                        <a:pt x="1782" y="1164"/>
                        <a:pt x="1769" y="1131"/>
                        <a:pt x="1763" y="1105"/>
                      </a:cubicBezTo>
                      <a:lnTo>
                        <a:pt x="1763" y="1105"/>
                      </a:lnTo>
                      <a:cubicBezTo>
                        <a:pt x="2077" y="1173"/>
                        <a:pt x="2396" y="1211"/>
                        <a:pt x="2716" y="1211"/>
                      </a:cubicBezTo>
                      <a:cubicBezTo>
                        <a:pt x="2799" y="1211"/>
                        <a:pt x="2883" y="1208"/>
                        <a:pt x="2966" y="1203"/>
                      </a:cubicBezTo>
                      <a:cubicBezTo>
                        <a:pt x="2712" y="962"/>
                        <a:pt x="2445" y="735"/>
                        <a:pt x="2153" y="540"/>
                      </a:cubicBezTo>
                      <a:cubicBezTo>
                        <a:pt x="2198" y="533"/>
                        <a:pt x="2244" y="520"/>
                        <a:pt x="2289" y="514"/>
                      </a:cubicBezTo>
                      <a:cubicBezTo>
                        <a:pt x="1932" y="351"/>
                        <a:pt x="1548" y="221"/>
                        <a:pt x="1171" y="130"/>
                      </a:cubicBezTo>
                      <a:cubicBezTo>
                        <a:pt x="1216" y="110"/>
                        <a:pt x="1268" y="84"/>
                        <a:pt x="1307" y="58"/>
                      </a:cubicBezTo>
                      <a:cubicBezTo>
                        <a:pt x="1153" y="19"/>
                        <a:pt x="997" y="0"/>
                        <a:pt x="8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7"/>
                <p:cNvSpPr/>
                <p:nvPr/>
              </p:nvSpPr>
              <p:spPr>
                <a:xfrm>
                  <a:off x="5112950" y="2306475"/>
                  <a:ext cx="28475" cy="54650"/>
                </a:xfrm>
                <a:custGeom>
                  <a:avLst/>
                  <a:gdLst/>
                  <a:ahLst/>
                  <a:cxnLst/>
                  <a:rect l="l" t="t" r="r" b="b"/>
                  <a:pathLst>
                    <a:path w="1139" h="2186" extrusionOk="0">
                      <a:moveTo>
                        <a:pt x="65" y="0"/>
                      </a:moveTo>
                      <a:lnTo>
                        <a:pt x="0" y="33"/>
                      </a:lnTo>
                      <a:cubicBezTo>
                        <a:pt x="195" y="794"/>
                        <a:pt x="507" y="1516"/>
                        <a:pt x="924" y="2186"/>
                      </a:cubicBezTo>
                      <a:cubicBezTo>
                        <a:pt x="989" y="2127"/>
                        <a:pt x="1067" y="2082"/>
                        <a:pt x="1138" y="2023"/>
                      </a:cubicBezTo>
                      <a:cubicBezTo>
                        <a:pt x="540" y="1060"/>
                        <a:pt x="65" y="7"/>
                        <a:pt x="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7"/>
                <p:cNvSpPr/>
                <p:nvPr/>
              </p:nvSpPr>
              <p:spPr>
                <a:xfrm>
                  <a:off x="5034075" y="2278500"/>
                  <a:ext cx="170750" cy="77875"/>
                </a:xfrm>
                <a:custGeom>
                  <a:avLst/>
                  <a:gdLst/>
                  <a:ahLst/>
                  <a:cxnLst/>
                  <a:rect l="l" t="t" r="r" b="b"/>
                  <a:pathLst>
                    <a:path w="6830" h="3115" extrusionOk="0">
                      <a:moveTo>
                        <a:pt x="6817" y="1"/>
                      </a:moveTo>
                      <a:cubicBezTo>
                        <a:pt x="5613" y="254"/>
                        <a:pt x="4384" y="645"/>
                        <a:pt x="3168" y="1152"/>
                      </a:cubicBezTo>
                      <a:cubicBezTo>
                        <a:pt x="2017" y="1620"/>
                        <a:pt x="957" y="2277"/>
                        <a:pt x="14" y="3090"/>
                      </a:cubicBezTo>
                      <a:cubicBezTo>
                        <a:pt x="1" y="3090"/>
                        <a:pt x="1" y="3103"/>
                        <a:pt x="14" y="3109"/>
                      </a:cubicBezTo>
                      <a:cubicBezTo>
                        <a:pt x="14" y="3113"/>
                        <a:pt x="15" y="3114"/>
                        <a:pt x="18" y="3114"/>
                      </a:cubicBezTo>
                      <a:cubicBezTo>
                        <a:pt x="20" y="3114"/>
                        <a:pt x="24" y="3113"/>
                        <a:pt x="27" y="3109"/>
                      </a:cubicBezTo>
                      <a:cubicBezTo>
                        <a:pt x="963" y="2297"/>
                        <a:pt x="2030" y="1646"/>
                        <a:pt x="3175" y="1165"/>
                      </a:cubicBezTo>
                      <a:cubicBezTo>
                        <a:pt x="4391" y="664"/>
                        <a:pt x="5620" y="274"/>
                        <a:pt x="6823" y="20"/>
                      </a:cubicBezTo>
                      <a:cubicBezTo>
                        <a:pt x="6830" y="20"/>
                        <a:pt x="6830" y="14"/>
                        <a:pt x="6830" y="14"/>
                      </a:cubicBezTo>
                      <a:cubicBezTo>
                        <a:pt x="6830" y="1"/>
                        <a:pt x="6823" y="1"/>
                        <a:pt x="681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3" name="Google Shape;943;p17"/>
              <p:cNvSpPr/>
              <p:nvPr/>
            </p:nvSpPr>
            <p:spPr>
              <a:xfrm>
                <a:off x="4708375" y="2307450"/>
                <a:ext cx="79850" cy="49275"/>
              </a:xfrm>
              <a:custGeom>
                <a:avLst/>
                <a:gdLst/>
                <a:ahLst/>
                <a:cxnLst/>
                <a:rect l="l" t="t" r="r" b="b"/>
                <a:pathLst>
                  <a:path w="3194" h="1971" extrusionOk="0">
                    <a:moveTo>
                      <a:pt x="943" y="0"/>
                    </a:moveTo>
                    <a:lnTo>
                      <a:pt x="937" y="7"/>
                    </a:lnTo>
                    <a:cubicBezTo>
                      <a:pt x="468" y="592"/>
                      <a:pt x="150" y="1275"/>
                      <a:pt x="0" y="1958"/>
                    </a:cubicBezTo>
                    <a:cubicBezTo>
                      <a:pt x="0" y="1964"/>
                      <a:pt x="0" y="1971"/>
                      <a:pt x="13" y="1971"/>
                    </a:cubicBezTo>
                    <a:cubicBezTo>
                      <a:pt x="20" y="1971"/>
                      <a:pt x="26" y="1971"/>
                      <a:pt x="26" y="1964"/>
                    </a:cubicBezTo>
                    <a:cubicBezTo>
                      <a:pt x="176" y="1295"/>
                      <a:pt x="488" y="618"/>
                      <a:pt x="956" y="33"/>
                    </a:cubicBezTo>
                    <a:cubicBezTo>
                      <a:pt x="1737" y="72"/>
                      <a:pt x="2497" y="319"/>
                      <a:pt x="3167" y="729"/>
                    </a:cubicBezTo>
                    <a:lnTo>
                      <a:pt x="3180" y="729"/>
                    </a:lnTo>
                    <a:cubicBezTo>
                      <a:pt x="3193" y="722"/>
                      <a:pt x="3187" y="716"/>
                      <a:pt x="3180" y="696"/>
                    </a:cubicBezTo>
                    <a:cubicBezTo>
                      <a:pt x="2504" y="280"/>
                      <a:pt x="1737" y="39"/>
                      <a:pt x="9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7"/>
              <p:cNvSpPr/>
              <p:nvPr/>
            </p:nvSpPr>
            <p:spPr>
              <a:xfrm>
                <a:off x="4673725" y="2168600"/>
                <a:ext cx="58575" cy="139025"/>
              </a:xfrm>
              <a:custGeom>
                <a:avLst/>
                <a:gdLst/>
                <a:ahLst/>
                <a:cxnLst/>
                <a:rect l="l" t="t" r="r" b="b"/>
                <a:pathLst>
                  <a:path w="2343" h="5561" extrusionOk="0">
                    <a:moveTo>
                      <a:pt x="7" y="0"/>
                    </a:moveTo>
                    <a:cubicBezTo>
                      <a:pt x="1" y="0"/>
                      <a:pt x="1" y="7"/>
                      <a:pt x="1" y="13"/>
                    </a:cubicBezTo>
                    <a:cubicBezTo>
                      <a:pt x="586" y="1828"/>
                      <a:pt x="1367" y="3694"/>
                      <a:pt x="2316" y="5554"/>
                    </a:cubicBezTo>
                    <a:cubicBezTo>
                      <a:pt x="2316" y="5561"/>
                      <a:pt x="2323" y="5561"/>
                      <a:pt x="2329" y="5561"/>
                    </a:cubicBezTo>
                    <a:cubicBezTo>
                      <a:pt x="2342" y="5554"/>
                      <a:pt x="2342" y="5548"/>
                      <a:pt x="2342" y="5535"/>
                    </a:cubicBezTo>
                    <a:cubicBezTo>
                      <a:pt x="1386" y="3681"/>
                      <a:pt x="619" y="1821"/>
                      <a:pt x="20" y="7"/>
                    </a:cubicBezTo>
                    <a:cubicBezTo>
                      <a:pt x="20" y="0"/>
                      <a:pt x="14" y="0"/>
                      <a:pt x="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7"/>
              <p:cNvSpPr/>
              <p:nvPr/>
            </p:nvSpPr>
            <p:spPr>
              <a:xfrm>
                <a:off x="4760875" y="2296150"/>
                <a:ext cx="17275" cy="7100"/>
              </a:xfrm>
              <a:custGeom>
                <a:avLst/>
                <a:gdLst/>
                <a:ahLst/>
                <a:cxnLst/>
                <a:rect l="l" t="t" r="r" b="b"/>
                <a:pathLst>
                  <a:path w="691" h="284" extrusionOk="0">
                    <a:moveTo>
                      <a:pt x="17" y="1"/>
                    </a:moveTo>
                    <a:cubicBezTo>
                      <a:pt x="10" y="1"/>
                      <a:pt x="7" y="6"/>
                      <a:pt x="7" y="10"/>
                    </a:cubicBezTo>
                    <a:cubicBezTo>
                      <a:pt x="1" y="23"/>
                      <a:pt x="7" y="30"/>
                      <a:pt x="14" y="30"/>
                    </a:cubicBezTo>
                    <a:cubicBezTo>
                      <a:pt x="254" y="62"/>
                      <a:pt x="469" y="153"/>
                      <a:pt x="664" y="283"/>
                    </a:cubicBezTo>
                    <a:lnTo>
                      <a:pt x="684" y="283"/>
                    </a:lnTo>
                    <a:cubicBezTo>
                      <a:pt x="690" y="264"/>
                      <a:pt x="690" y="257"/>
                      <a:pt x="684" y="257"/>
                    </a:cubicBezTo>
                    <a:cubicBezTo>
                      <a:pt x="489" y="127"/>
                      <a:pt x="261" y="36"/>
                      <a:pt x="27" y="4"/>
                    </a:cubicBezTo>
                    <a:cubicBezTo>
                      <a:pt x="23" y="2"/>
                      <a:pt x="20" y="1"/>
                      <a:pt x="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7"/>
              <p:cNvSpPr/>
              <p:nvPr/>
            </p:nvSpPr>
            <p:spPr>
              <a:xfrm>
                <a:off x="4777300" y="2280875"/>
                <a:ext cx="15475" cy="10350"/>
              </a:xfrm>
              <a:custGeom>
                <a:avLst/>
                <a:gdLst/>
                <a:ahLst/>
                <a:cxnLst/>
                <a:rect l="l" t="t" r="r" b="b"/>
                <a:pathLst>
                  <a:path w="619" h="414" extrusionOk="0">
                    <a:moveTo>
                      <a:pt x="600" y="0"/>
                    </a:moveTo>
                    <a:cubicBezTo>
                      <a:pt x="597" y="0"/>
                      <a:pt x="595" y="1"/>
                      <a:pt x="592" y="3"/>
                    </a:cubicBezTo>
                    <a:cubicBezTo>
                      <a:pt x="417" y="159"/>
                      <a:pt x="222" y="289"/>
                      <a:pt x="7" y="387"/>
                    </a:cubicBezTo>
                    <a:cubicBezTo>
                      <a:pt x="1" y="387"/>
                      <a:pt x="1" y="394"/>
                      <a:pt x="1" y="407"/>
                    </a:cubicBezTo>
                    <a:cubicBezTo>
                      <a:pt x="1" y="413"/>
                      <a:pt x="7" y="413"/>
                      <a:pt x="20" y="413"/>
                    </a:cubicBezTo>
                    <a:lnTo>
                      <a:pt x="66" y="387"/>
                    </a:lnTo>
                    <a:cubicBezTo>
                      <a:pt x="261" y="289"/>
                      <a:pt x="436" y="166"/>
                      <a:pt x="612" y="23"/>
                    </a:cubicBezTo>
                    <a:cubicBezTo>
                      <a:pt x="612" y="23"/>
                      <a:pt x="618" y="10"/>
                      <a:pt x="612" y="3"/>
                    </a:cubicBezTo>
                    <a:cubicBezTo>
                      <a:pt x="612" y="3"/>
                      <a:pt x="606" y="0"/>
                      <a:pt x="6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17"/>
              <p:cNvSpPr/>
              <p:nvPr/>
            </p:nvSpPr>
            <p:spPr>
              <a:xfrm>
                <a:off x="4750975" y="2310400"/>
                <a:ext cx="6675" cy="10400"/>
              </a:xfrm>
              <a:custGeom>
                <a:avLst/>
                <a:gdLst/>
                <a:ahLst/>
                <a:cxnLst/>
                <a:rect l="l" t="t" r="r" b="b"/>
                <a:pathLst>
                  <a:path w="267" h="416" extrusionOk="0">
                    <a:moveTo>
                      <a:pt x="13" y="0"/>
                    </a:moveTo>
                    <a:cubicBezTo>
                      <a:pt x="11" y="0"/>
                      <a:pt x="9" y="2"/>
                      <a:pt x="7" y="6"/>
                    </a:cubicBezTo>
                    <a:cubicBezTo>
                      <a:pt x="7" y="6"/>
                      <a:pt x="0" y="12"/>
                      <a:pt x="7" y="19"/>
                    </a:cubicBezTo>
                    <a:cubicBezTo>
                      <a:pt x="104" y="136"/>
                      <a:pt x="182" y="273"/>
                      <a:pt x="241" y="409"/>
                    </a:cubicBezTo>
                    <a:cubicBezTo>
                      <a:pt x="241" y="416"/>
                      <a:pt x="247" y="416"/>
                      <a:pt x="260" y="416"/>
                    </a:cubicBezTo>
                    <a:cubicBezTo>
                      <a:pt x="267" y="416"/>
                      <a:pt x="267" y="409"/>
                      <a:pt x="267" y="403"/>
                    </a:cubicBezTo>
                    <a:cubicBezTo>
                      <a:pt x="202" y="253"/>
                      <a:pt x="117" y="123"/>
                      <a:pt x="20" y="6"/>
                    </a:cubicBezTo>
                    <a:cubicBezTo>
                      <a:pt x="20" y="6"/>
                      <a:pt x="17" y="0"/>
                      <a:pt x="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17"/>
              <p:cNvSpPr/>
              <p:nvPr/>
            </p:nvSpPr>
            <p:spPr>
              <a:xfrm>
                <a:off x="4721375" y="2323225"/>
                <a:ext cx="4900" cy="14325"/>
              </a:xfrm>
              <a:custGeom>
                <a:avLst/>
                <a:gdLst/>
                <a:ahLst/>
                <a:cxnLst/>
                <a:rect l="l" t="t" r="r" b="b"/>
                <a:pathLst>
                  <a:path w="196" h="573" extrusionOk="0">
                    <a:moveTo>
                      <a:pt x="13" y="0"/>
                    </a:moveTo>
                    <a:cubicBezTo>
                      <a:pt x="0" y="0"/>
                      <a:pt x="0" y="13"/>
                      <a:pt x="0" y="20"/>
                    </a:cubicBezTo>
                    <a:cubicBezTo>
                      <a:pt x="46" y="208"/>
                      <a:pt x="98" y="390"/>
                      <a:pt x="176" y="566"/>
                    </a:cubicBezTo>
                    <a:cubicBezTo>
                      <a:pt x="176" y="573"/>
                      <a:pt x="182" y="573"/>
                      <a:pt x="189" y="573"/>
                    </a:cubicBezTo>
                    <a:cubicBezTo>
                      <a:pt x="189" y="573"/>
                      <a:pt x="195" y="566"/>
                      <a:pt x="189" y="547"/>
                    </a:cubicBezTo>
                    <a:cubicBezTo>
                      <a:pt x="117" y="377"/>
                      <a:pt x="59" y="195"/>
                      <a:pt x="26" y="13"/>
                    </a:cubicBezTo>
                    <a:cubicBezTo>
                      <a:pt x="26" y="0"/>
                      <a:pt x="20" y="0"/>
                      <a:pt x="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17"/>
              <p:cNvSpPr/>
              <p:nvPr/>
            </p:nvSpPr>
            <p:spPr>
              <a:xfrm>
                <a:off x="4691950" y="2325000"/>
                <a:ext cx="4900" cy="17175"/>
              </a:xfrm>
              <a:custGeom>
                <a:avLst/>
                <a:gdLst/>
                <a:ahLst/>
                <a:cxnLst/>
                <a:rect l="l" t="t" r="r" b="b"/>
                <a:pathLst>
                  <a:path w="196" h="687" extrusionOk="0">
                    <a:moveTo>
                      <a:pt x="189" y="1"/>
                    </a:moveTo>
                    <a:cubicBezTo>
                      <a:pt x="182" y="1"/>
                      <a:pt x="169" y="1"/>
                      <a:pt x="169" y="14"/>
                    </a:cubicBezTo>
                    <a:cubicBezTo>
                      <a:pt x="72" y="215"/>
                      <a:pt x="26" y="437"/>
                      <a:pt x="0" y="664"/>
                    </a:cubicBezTo>
                    <a:cubicBezTo>
                      <a:pt x="0" y="671"/>
                      <a:pt x="0" y="677"/>
                      <a:pt x="20" y="677"/>
                    </a:cubicBezTo>
                    <a:cubicBezTo>
                      <a:pt x="20" y="677"/>
                      <a:pt x="26" y="677"/>
                      <a:pt x="33" y="664"/>
                    </a:cubicBezTo>
                    <a:cubicBezTo>
                      <a:pt x="46" y="443"/>
                      <a:pt x="104" y="222"/>
                      <a:pt x="195" y="20"/>
                    </a:cubicBezTo>
                    <a:cubicBezTo>
                      <a:pt x="195" y="14"/>
                      <a:pt x="195" y="1"/>
                      <a:pt x="189" y="1"/>
                    </a:cubicBezTo>
                    <a:close/>
                    <a:moveTo>
                      <a:pt x="20" y="677"/>
                    </a:moveTo>
                    <a:cubicBezTo>
                      <a:pt x="13" y="684"/>
                      <a:pt x="13" y="687"/>
                      <a:pt x="15" y="687"/>
                    </a:cubicBezTo>
                    <a:cubicBezTo>
                      <a:pt x="16" y="687"/>
                      <a:pt x="20" y="684"/>
                      <a:pt x="20" y="67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17"/>
              <p:cNvSpPr/>
              <p:nvPr/>
            </p:nvSpPr>
            <p:spPr>
              <a:xfrm>
                <a:off x="4673725" y="2332800"/>
                <a:ext cx="9300" cy="1325"/>
              </a:xfrm>
              <a:custGeom>
                <a:avLst/>
                <a:gdLst/>
                <a:ahLst/>
                <a:cxnLst/>
                <a:rect l="l" t="t" r="r" b="b"/>
                <a:pathLst>
                  <a:path w="372" h="53" extrusionOk="0">
                    <a:moveTo>
                      <a:pt x="352" y="1"/>
                    </a:moveTo>
                    <a:cubicBezTo>
                      <a:pt x="297" y="18"/>
                      <a:pt x="239" y="26"/>
                      <a:pt x="178" y="26"/>
                    </a:cubicBezTo>
                    <a:cubicBezTo>
                      <a:pt x="124" y="26"/>
                      <a:pt x="69" y="20"/>
                      <a:pt x="14" y="7"/>
                    </a:cubicBezTo>
                    <a:cubicBezTo>
                      <a:pt x="7" y="7"/>
                      <a:pt x="1" y="7"/>
                      <a:pt x="1" y="20"/>
                    </a:cubicBezTo>
                    <a:cubicBezTo>
                      <a:pt x="1" y="27"/>
                      <a:pt x="1" y="33"/>
                      <a:pt x="7" y="33"/>
                    </a:cubicBezTo>
                    <a:cubicBezTo>
                      <a:pt x="59" y="46"/>
                      <a:pt x="115" y="52"/>
                      <a:pt x="171" y="52"/>
                    </a:cubicBezTo>
                    <a:cubicBezTo>
                      <a:pt x="235" y="52"/>
                      <a:pt x="300" y="44"/>
                      <a:pt x="365" y="27"/>
                    </a:cubicBezTo>
                    <a:cubicBezTo>
                      <a:pt x="371" y="27"/>
                      <a:pt x="371" y="20"/>
                      <a:pt x="371" y="7"/>
                    </a:cubicBezTo>
                    <a:cubicBezTo>
                      <a:pt x="371" y="1"/>
                      <a:pt x="365" y="1"/>
                      <a:pt x="3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7"/>
              <p:cNvSpPr/>
              <p:nvPr/>
            </p:nvSpPr>
            <p:spPr>
              <a:xfrm>
                <a:off x="4682675" y="2292325"/>
                <a:ext cx="18875" cy="8000"/>
              </a:xfrm>
              <a:custGeom>
                <a:avLst/>
                <a:gdLst/>
                <a:ahLst/>
                <a:cxnLst/>
                <a:rect l="l" t="t" r="r" b="b"/>
                <a:pathLst>
                  <a:path w="755" h="320" extrusionOk="0">
                    <a:moveTo>
                      <a:pt x="735" y="1"/>
                    </a:moveTo>
                    <a:cubicBezTo>
                      <a:pt x="488" y="79"/>
                      <a:pt x="241" y="183"/>
                      <a:pt x="7" y="293"/>
                    </a:cubicBezTo>
                    <a:cubicBezTo>
                      <a:pt x="0" y="293"/>
                      <a:pt x="0" y="306"/>
                      <a:pt x="0" y="313"/>
                    </a:cubicBezTo>
                    <a:cubicBezTo>
                      <a:pt x="0" y="319"/>
                      <a:pt x="7" y="319"/>
                      <a:pt x="13" y="319"/>
                    </a:cubicBezTo>
                    <a:cubicBezTo>
                      <a:pt x="241" y="209"/>
                      <a:pt x="488" y="111"/>
                      <a:pt x="735" y="27"/>
                    </a:cubicBezTo>
                    <a:lnTo>
                      <a:pt x="755" y="14"/>
                    </a:lnTo>
                    <a:cubicBezTo>
                      <a:pt x="755" y="1"/>
                      <a:pt x="748" y="1"/>
                      <a:pt x="7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7"/>
              <p:cNvSpPr/>
              <p:nvPr/>
            </p:nvSpPr>
            <p:spPr>
              <a:xfrm>
                <a:off x="4656650" y="2269325"/>
                <a:ext cx="11100" cy="11325"/>
              </a:xfrm>
              <a:custGeom>
                <a:avLst/>
                <a:gdLst/>
                <a:ahLst/>
                <a:cxnLst/>
                <a:rect l="l" t="t" r="r" b="b"/>
                <a:pathLst>
                  <a:path w="444" h="453" extrusionOk="0">
                    <a:moveTo>
                      <a:pt x="14" y="1"/>
                    </a:moveTo>
                    <a:cubicBezTo>
                      <a:pt x="12" y="1"/>
                      <a:pt x="10" y="1"/>
                      <a:pt x="7" y="4"/>
                    </a:cubicBezTo>
                    <a:cubicBezTo>
                      <a:pt x="7" y="4"/>
                      <a:pt x="1" y="10"/>
                      <a:pt x="7" y="23"/>
                    </a:cubicBezTo>
                    <a:cubicBezTo>
                      <a:pt x="137" y="173"/>
                      <a:pt x="274" y="322"/>
                      <a:pt x="424" y="452"/>
                    </a:cubicBezTo>
                    <a:lnTo>
                      <a:pt x="437" y="452"/>
                    </a:lnTo>
                    <a:cubicBezTo>
                      <a:pt x="443" y="446"/>
                      <a:pt x="443" y="433"/>
                      <a:pt x="437" y="433"/>
                    </a:cubicBezTo>
                    <a:cubicBezTo>
                      <a:pt x="281" y="296"/>
                      <a:pt x="144" y="160"/>
                      <a:pt x="20" y="4"/>
                    </a:cubicBezTo>
                    <a:cubicBezTo>
                      <a:pt x="20" y="4"/>
                      <a:pt x="18" y="1"/>
                      <a:pt x="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7"/>
              <p:cNvSpPr/>
              <p:nvPr/>
            </p:nvSpPr>
            <p:spPr>
              <a:xfrm>
                <a:off x="4697300" y="2265975"/>
                <a:ext cx="18400" cy="8325"/>
              </a:xfrm>
              <a:custGeom>
                <a:avLst/>
                <a:gdLst/>
                <a:ahLst/>
                <a:cxnLst/>
                <a:rect l="l" t="t" r="r" b="b"/>
                <a:pathLst>
                  <a:path w="736" h="333" extrusionOk="0">
                    <a:moveTo>
                      <a:pt x="14" y="1"/>
                    </a:moveTo>
                    <a:cubicBezTo>
                      <a:pt x="7" y="1"/>
                      <a:pt x="1" y="1"/>
                      <a:pt x="1" y="7"/>
                    </a:cubicBezTo>
                    <a:cubicBezTo>
                      <a:pt x="1" y="14"/>
                      <a:pt x="1" y="27"/>
                      <a:pt x="7" y="27"/>
                    </a:cubicBezTo>
                    <a:cubicBezTo>
                      <a:pt x="261" y="92"/>
                      <a:pt x="495" y="196"/>
                      <a:pt x="716" y="333"/>
                    </a:cubicBezTo>
                    <a:lnTo>
                      <a:pt x="729" y="333"/>
                    </a:lnTo>
                    <a:cubicBezTo>
                      <a:pt x="736" y="326"/>
                      <a:pt x="736" y="320"/>
                      <a:pt x="723" y="320"/>
                    </a:cubicBezTo>
                    <a:cubicBezTo>
                      <a:pt x="502" y="170"/>
                      <a:pt x="267" y="66"/>
                      <a:pt x="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7"/>
              <p:cNvSpPr/>
              <p:nvPr/>
            </p:nvSpPr>
            <p:spPr>
              <a:xfrm>
                <a:off x="4700725" y="2219150"/>
                <a:ext cx="5050" cy="22625"/>
              </a:xfrm>
              <a:custGeom>
                <a:avLst/>
                <a:gdLst/>
                <a:ahLst/>
                <a:cxnLst/>
                <a:rect l="l" t="t" r="r" b="b"/>
                <a:pathLst>
                  <a:path w="202" h="905" extrusionOk="0">
                    <a:moveTo>
                      <a:pt x="195" y="1"/>
                    </a:moveTo>
                    <a:cubicBezTo>
                      <a:pt x="189" y="1"/>
                      <a:pt x="176" y="1"/>
                      <a:pt x="176" y="14"/>
                    </a:cubicBezTo>
                    <a:cubicBezTo>
                      <a:pt x="65" y="287"/>
                      <a:pt x="0" y="593"/>
                      <a:pt x="7" y="898"/>
                    </a:cubicBezTo>
                    <a:cubicBezTo>
                      <a:pt x="7" y="898"/>
                      <a:pt x="7" y="905"/>
                      <a:pt x="26" y="905"/>
                    </a:cubicBezTo>
                    <a:cubicBezTo>
                      <a:pt x="26" y="905"/>
                      <a:pt x="33" y="898"/>
                      <a:pt x="33" y="892"/>
                    </a:cubicBezTo>
                    <a:cubicBezTo>
                      <a:pt x="26" y="599"/>
                      <a:pt x="85" y="294"/>
                      <a:pt x="202" y="20"/>
                    </a:cubicBezTo>
                    <a:cubicBezTo>
                      <a:pt x="202" y="14"/>
                      <a:pt x="202" y="1"/>
                      <a:pt x="1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7"/>
              <p:cNvSpPr/>
              <p:nvPr/>
            </p:nvSpPr>
            <p:spPr>
              <a:xfrm>
                <a:off x="4678275" y="2211125"/>
                <a:ext cx="15000" cy="10825"/>
              </a:xfrm>
              <a:custGeom>
                <a:avLst/>
                <a:gdLst/>
                <a:ahLst/>
                <a:cxnLst/>
                <a:rect l="l" t="t" r="r" b="b"/>
                <a:pathLst>
                  <a:path w="600" h="433" extrusionOk="0">
                    <a:moveTo>
                      <a:pt x="18" y="0"/>
                    </a:moveTo>
                    <a:cubicBezTo>
                      <a:pt x="16" y="0"/>
                      <a:pt x="14" y="3"/>
                      <a:pt x="14" y="10"/>
                    </a:cubicBezTo>
                    <a:cubicBezTo>
                      <a:pt x="1" y="16"/>
                      <a:pt x="1" y="23"/>
                      <a:pt x="14" y="23"/>
                    </a:cubicBezTo>
                    <a:cubicBezTo>
                      <a:pt x="209" y="153"/>
                      <a:pt x="391" y="283"/>
                      <a:pt x="573" y="433"/>
                    </a:cubicBezTo>
                    <a:lnTo>
                      <a:pt x="586" y="433"/>
                    </a:lnTo>
                    <a:cubicBezTo>
                      <a:pt x="599" y="419"/>
                      <a:pt x="599" y="413"/>
                      <a:pt x="586" y="413"/>
                    </a:cubicBezTo>
                    <a:cubicBezTo>
                      <a:pt x="411" y="270"/>
                      <a:pt x="222" y="127"/>
                      <a:pt x="27" y="10"/>
                    </a:cubicBezTo>
                    <a:cubicBezTo>
                      <a:pt x="24" y="3"/>
                      <a:pt x="20" y="0"/>
                      <a:pt x="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7"/>
              <p:cNvSpPr/>
              <p:nvPr/>
            </p:nvSpPr>
            <p:spPr>
              <a:xfrm>
                <a:off x="4739575" y="2268275"/>
                <a:ext cx="21650" cy="13500"/>
              </a:xfrm>
              <a:custGeom>
                <a:avLst/>
                <a:gdLst/>
                <a:ahLst/>
                <a:cxnLst/>
                <a:rect l="l" t="t" r="r" b="b"/>
                <a:pathLst>
                  <a:path w="866" h="540" extrusionOk="0">
                    <a:moveTo>
                      <a:pt x="853" y="0"/>
                    </a:moveTo>
                    <a:cubicBezTo>
                      <a:pt x="560" y="150"/>
                      <a:pt x="274" y="332"/>
                      <a:pt x="7" y="527"/>
                    </a:cubicBezTo>
                    <a:cubicBezTo>
                      <a:pt x="7" y="527"/>
                      <a:pt x="1" y="533"/>
                      <a:pt x="7" y="540"/>
                    </a:cubicBezTo>
                    <a:lnTo>
                      <a:pt x="20" y="540"/>
                    </a:lnTo>
                    <a:cubicBezTo>
                      <a:pt x="280" y="345"/>
                      <a:pt x="567" y="176"/>
                      <a:pt x="859" y="20"/>
                    </a:cubicBezTo>
                    <a:cubicBezTo>
                      <a:pt x="866" y="20"/>
                      <a:pt x="866" y="13"/>
                      <a:pt x="866" y="7"/>
                    </a:cubicBezTo>
                    <a:cubicBezTo>
                      <a:pt x="866" y="0"/>
                      <a:pt x="859" y="0"/>
                      <a:pt x="8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17"/>
              <p:cNvSpPr/>
              <p:nvPr/>
            </p:nvSpPr>
            <p:spPr>
              <a:xfrm>
                <a:off x="4744950" y="2245350"/>
                <a:ext cx="3925" cy="13175"/>
              </a:xfrm>
              <a:custGeom>
                <a:avLst/>
                <a:gdLst/>
                <a:ahLst/>
                <a:cxnLst/>
                <a:rect l="l" t="t" r="r" b="b"/>
                <a:pathLst>
                  <a:path w="157" h="527" extrusionOk="0">
                    <a:moveTo>
                      <a:pt x="13" y="0"/>
                    </a:moveTo>
                    <a:cubicBezTo>
                      <a:pt x="0" y="0"/>
                      <a:pt x="0" y="13"/>
                      <a:pt x="0" y="20"/>
                    </a:cubicBezTo>
                    <a:cubicBezTo>
                      <a:pt x="85" y="176"/>
                      <a:pt x="130" y="345"/>
                      <a:pt x="130" y="514"/>
                    </a:cubicBezTo>
                    <a:cubicBezTo>
                      <a:pt x="130" y="514"/>
                      <a:pt x="130" y="527"/>
                      <a:pt x="150" y="527"/>
                    </a:cubicBezTo>
                    <a:lnTo>
                      <a:pt x="156" y="514"/>
                    </a:lnTo>
                    <a:cubicBezTo>
                      <a:pt x="156" y="345"/>
                      <a:pt x="104" y="163"/>
                      <a:pt x="26" y="13"/>
                    </a:cubicBezTo>
                    <a:cubicBezTo>
                      <a:pt x="26" y="0"/>
                      <a:pt x="20" y="0"/>
                      <a:pt x="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17"/>
              <p:cNvSpPr/>
              <p:nvPr/>
            </p:nvSpPr>
            <p:spPr>
              <a:xfrm>
                <a:off x="4760400" y="2222250"/>
                <a:ext cx="18400" cy="12375"/>
              </a:xfrm>
              <a:custGeom>
                <a:avLst/>
                <a:gdLst/>
                <a:ahLst/>
                <a:cxnLst/>
                <a:rect l="l" t="t" r="r" b="b"/>
                <a:pathLst>
                  <a:path w="736" h="495" extrusionOk="0">
                    <a:moveTo>
                      <a:pt x="716" y="1"/>
                    </a:moveTo>
                    <a:cubicBezTo>
                      <a:pt x="455" y="124"/>
                      <a:pt x="221" y="287"/>
                      <a:pt x="13" y="482"/>
                    </a:cubicBezTo>
                    <a:cubicBezTo>
                      <a:pt x="0" y="482"/>
                      <a:pt x="0" y="488"/>
                      <a:pt x="13" y="495"/>
                    </a:cubicBezTo>
                    <a:lnTo>
                      <a:pt x="26" y="495"/>
                    </a:lnTo>
                    <a:cubicBezTo>
                      <a:pt x="241" y="300"/>
                      <a:pt x="475" y="150"/>
                      <a:pt x="729" y="27"/>
                    </a:cubicBezTo>
                    <a:cubicBezTo>
                      <a:pt x="735" y="27"/>
                      <a:pt x="735" y="20"/>
                      <a:pt x="735" y="7"/>
                    </a:cubicBezTo>
                    <a:cubicBezTo>
                      <a:pt x="735" y="1"/>
                      <a:pt x="729" y="1"/>
                      <a:pt x="7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 name="Google Shape;959;p17"/>
            <p:cNvGrpSpPr/>
            <p:nvPr/>
          </p:nvGrpSpPr>
          <p:grpSpPr>
            <a:xfrm>
              <a:off x="8765890" y="3641435"/>
              <a:ext cx="139716" cy="131888"/>
              <a:chOff x="3459075" y="2396200"/>
              <a:chExt cx="59350" cy="56025"/>
            </a:xfrm>
          </p:grpSpPr>
          <p:sp>
            <p:nvSpPr>
              <p:cNvPr id="960" name="Google Shape;960;p17"/>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7"/>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7"/>
            <p:cNvGrpSpPr/>
            <p:nvPr/>
          </p:nvGrpSpPr>
          <p:grpSpPr>
            <a:xfrm rot="-674986">
              <a:off x="7469853" y="4648679"/>
              <a:ext cx="486009" cy="282674"/>
              <a:chOff x="3308175" y="2424200"/>
              <a:chExt cx="36450" cy="21200"/>
            </a:xfrm>
          </p:grpSpPr>
          <p:sp>
            <p:nvSpPr>
              <p:cNvPr id="963" name="Google Shape;963;p17"/>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7"/>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 name="Google Shape;965;p17"/>
            <p:cNvGrpSpPr/>
            <p:nvPr/>
          </p:nvGrpSpPr>
          <p:grpSpPr>
            <a:xfrm>
              <a:off x="75600" y="3557385"/>
              <a:ext cx="952724" cy="1437779"/>
              <a:chOff x="75600" y="3557385"/>
              <a:chExt cx="952724" cy="1437779"/>
            </a:xfrm>
          </p:grpSpPr>
          <p:grpSp>
            <p:nvGrpSpPr>
              <p:cNvPr id="966" name="Google Shape;966;p17"/>
              <p:cNvGrpSpPr/>
              <p:nvPr/>
            </p:nvGrpSpPr>
            <p:grpSpPr>
              <a:xfrm>
                <a:off x="323299" y="4841088"/>
                <a:ext cx="173850" cy="154076"/>
                <a:chOff x="3121200" y="2543625"/>
                <a:chExt cx="73850" cy="65450"/>
              </a:xfrm>
            </p:grpSpPr>
            <p:sp>
              <p:nvSpPr>
                <p:cNvPr id="967" name="Google Shape;967;p17"/>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7"/>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 name="Google Shape;969;p17"/>
              <p:cNvGrpSpPr/>
              <p:nvPr/>
            </p:nvGrpSpPr>
            <p:grpSpPr>
              <a:xfrm rot="3917398">
                <a:off x="509010" y="4045226"/>
                <a:ext cx="153962" cy="124770"/>
                <a:chOff x="3145425" y="2401425"/>
                <a:chExt cx="65400" cy="53000"/>
              </a:xfrm>
            </p:grpSpPr>
            <p:sp>
              <p:nvSpPr>
                <p:cNvPr id="970" name="Google Shape;970;p17"/>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7"/>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972;p17"/>
              <p:cNvGrpSpPr/>
              <p:nvPr/>
            </p:nvGrpSpPr>
            <p:grpSpPr>
              <a:xfrm rot="2071574">
                <a:off x="630602" y="4507162"/>
                <a:ext cx="375940" cy="193672"/>
                <a:chOff x="3517425" y="2546025"/>
                <a:chExt cx="146525" cy="75475"/>
              </a:xfrm>
            </p:grpSpPr>
            <p:sp>
              <p:nvSpPr>
                <p:cNvPr id="973" name="Google Shape;973;p17"/>
                <p:cNvSpPr/>
                <p:nvPr/>
              </p:nvSpPr>
              <p:spPr>
                <a:xfrm>
                  <a:off x="3527200" y="2563375"/>
                  <a:ext cx="136750" cy="58125"/>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7"/>
                <p:cNvSpPr/>
                <p:nvPr/>
              </p:nvSpPr>
              <p:spPr>
                <a:xfrm>
                  <a:off x="3517425" y="2546025"/>
                  <a:ext cx="137425" cy="64925"/>
                </a:xfrm>
                <a:custGeom>
                  <a:avLst/>
                  <a:gdLst/>
                  <a:ahLst/>
                  <a:cxnLst/>
                  <a:rect l="l" t="t" r="r" b="b"/>
                  <a:pathLst>
                    <a:path w="5497" h="2597" extrusionOk="0">
                      <a:moveTo>
                        <a:pt x="1362" y="0"/>
                      </a:moveTo>
                      <a:cubicBezTo>
                        <a:pt x="842" y="0"/>
                        <a:pt x="324" y="394"/>
                        <a:pt x="170" y="928"/>
                      </a:cubicBezTo>
                      <a:cubicBezTo>
                        <a:pt x="1" y="1514"/>
                        <a:pt x="313" y="2060"/>
                        <a:pt x="885" y="2138"/>
                      </a:cubicBezTo>
                      <a:lnTo>
                        <a:pt x="3981" y="2587"/>
                      </a:lnTo>
                      <a:cubicBezTo>
                        <a:pt x="4028" y="2593"/>
                        <a:pt x="4075" y="2596"/>
                        <a:pt x="4123" y="2596"/>
                      </a:cubicBezTo>
                      <a:cubicBezTo>
                        <a:pt x="4649" y="2596"/>
                        <a:pt x="5166" y="2207"/>
                        <a:pt x="5321" y="1670"/>
                      </a:cubicBezTo>
                      <a:cubicBezTo>
                        <a:pt x="5497" y="1084"/>
                        <a:pt x="5178" y="538"/>
                        <a:pt x="4606" y="453"/>
                      </a:cubicBezTo>
                      <a:lnTo>
                        <a:pt x="1510" y="11"/>
                      </a:lnTo>
                      <a:cubicBezTo>
                        <a:pt x="1461" y="4"/>
                        <a:pt x="1411" y="0"/>
                        <a:pt x="13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7"/>
                <p:cNvSpPr/>
                <p:nvPr/>
              </p:nvSpPr>
              <p:spPr>
                <a:xfrm>
                  <a:off x="3579375" y="2555225"/>
                  <a:ext cx="10125" cy="44425"/>
                </a:xfrm>
                <a:custGeom>
                  <a:avLst/>
                  <a:gdLst/>
                  <a:ahLst/>
                  <a:cxnLst/>
                  <a:rect l="l" t="t" r="r" b="b"/>
                  <a:pathLst>
                    <a:path w="405" h="1777" extrusionOk="0">
                      <a:moveTo>
                        <a:pt x="404" y="1"/>
                      </a:moveTo>
                      <a:lnTo>
                        <a:pt x="404" y="1"/>
                      </a:lnTo>
                      <a:cubicBezTo>
                        <a:pt x="1" y="690"/>
                        <a:pt x="27" y="1776"/>
                        <a:pt x="27" y="1776"/>
                      </a:cubicBezTo>
                      <a:lnTo>
                        <a:pt x="404" y="1"/>
                      </a:lnTo>
                      <a:close/>
                    </a:path>
                  </a:pathLst>
                </a:custGeom>
                <a:solidFill>
                  <a:srgbClr val="8A7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7"/>
                <p:cNvSpPr/>
                <p:nvPr/>
              </p:nvSpPr>
              <p:spPr>
                <a:xfrm>
                  <a:off x="3573850" y="2555225"/>
                  <a:ext cx="15975" cy="44425"/>
                </a:xfrm>
                <a:custGeom>
                  <a:avLst/>
                  <a:gdLst/>
                  <a:ahLst/>
                  <a:cxnLst/>
                  <a:rect l="l" t="t" r="r" b="b"/>
                  <a:pathLst>
                    <a:path w="639" h="1777" extrusionOk="0">
                      <a:moveTo>
                        <a:pt x="625" y="1"/>
                      </a:moveTo>
                      <a:lnTo>
                        <a:pt x="625" y="1"/>
                      </a:lnTo>
                      <a:cubicBezTo>
                        <a:pt x="475" y="85"/>
                        <a:pt x="358" y="216"/>
                        <a:pt x="280" y="365"/>
                      </a:cubicBezTo>
                      <a:cubicBezTo>
                        <a:pt x="40" y="794"/>
                        <a:pt x="1" y="1341"/>
                        <a:pt x="248" y="1776"/>
                      </a:cubicBezTo>
                      <a:cubicBezTo>
                        <a:pt x="482" y="1354"/>
                        <a:pt x="554" y="931"/>
                        <a:pt x="606" y="469"/>
                      </a:cubicBezTo>
                      <a:cubicBezTo>
                        <a:pt x="619" y="326"/>
                        <a:pt x="638" y="177"/>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7"/>
              <p:cNvGrpSpPr/>
              <p:nvPr/>
            </p:nvGrpSpPr>
            <p:grpSpPr>
              <a:xfrm>
                <a:off x="75600" y="4287474"/>
                <a:ext cx="421557" cy="304965"/>
                <a:chOff x="153821" y="4044091"/>
                <a:chExt cx="559391" cy="404678"/>
              </a:xfrm>
            </p:grpSpPr>
            <p:sp>
              <p:nvSpPr>
                <p:cNvPr id="978" name="Google Shape;978;p17"/>
                <p:cNvSpPr/>
                <p:nvPr/>
              </p:nvSpPr>
              <p:spPr>
                <a:xfrm rot="-1360361">
                  <a:off x="227461" y="4168752"/>
                  <a:ext cx="465594" cy="197930"/>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979" name="Google Shape;979;p17"/>
                <p:cNvSpPr/>
                <p:nvPr/>
              </p:nvSpPr>
              <p:spPr>
                <a:xfrm rot="-1360361">
                  <a:off x="178353" y="4125727"/>
                  <a:ext cx="467892" cy="221086"/>
                </a:xfrm>
                <a:custGeom>
                  <a:avLst/>
                  <a:gdLst/>
                  <a:ahLst/>
                  <a:cxnLst/>
                  <a:rect l="l" t="t" r="r" b="b"/>
                  <a:pathLst>
                    <a:path w="5497" h="2597" extrusionOk="0">
                      <a:moveTo>
                        <a:pt x="1362" y="0"/>
                      </a:moveTo>
                      <a:cubicBezTo>
                        <a:pt x="842" y="0"/>
                        <a:pt x="324" y="394"/>
                        <a:pt x="170" y="928"/>
                      </a:cubicBezTo>
                      <a:cubicBezTo>
                        <a:pt x="1" y="1514"/>
                        <a:pt x="313" y="2060"/>
                        <a:pt x="885" y="2138"/>
                      </a:cubicBezTo>
                      <a:lnTo>
                        <a:pt x="3981" y="2587"/>
                      </a:lnTo>
                      <a:cubicBezTo>
                        <a:pt x="4028" y="2593"/>
                        <a:pt x="4075" y="2596"/>
                        <a:pt x="4123" y="2596"/>
                      </a:cubicBezTo>
                      <a:cubicBezTo>
                        <a:pt x="4649" y="2596"/>
                        <a:pt x="5166" y="2207"/>
                        <a:pt x="5321" y="1670"/>
                      </a:cubicBezTo>
                      <a:cubicBezTo>
                        <a:pt x="5497" y="1084"/>
                        <a:pt x="5178" y="538"/>
                        <a:pt x="4606" y="453"/>
                      </a:cubicBezTo>
                      <a:lnTo>
                        <a:pt x="1510" y="11"/>
                      </a:lnTo>
                      <a:cubicBezTo>
                        <a:pt x="1461" y="4"/>
                        <a:pt x="1411" y="0"/>
                        <a:pt x="1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7"/>
                <p:cNvSpPr/>
                <p:nvPr/>
              </p:nvSpPr>
              <p:spPr>
                <a:xfrm rot="-1360361">
                  <a:off x="370216" y="4162975"/>
                  <a:ext cx="54390" cy="151278"/>
                </a:xfrm>
                <a:custGeom>
                  <a:avLst/>
                  <a:gdLst/>
                  <a:ahLst/>
                  <a:cxnLst/>
                  <a:rect l="l" t="t" r="r" b="b"/>
                  <a:pathLst>
                    <a:path w="639" h="1777" extrusionOk="0">
                      <a:moveTo>
                        <a:pt x="625" y="1"/>
                      </a:moveTo>
                      <a:lnTo>
                        <a:pt x="625" y="1"/>
                      </a:lnTo>
                      <a:cubicBezTo>
                        <a:pt x="475" y="85"/>
                        <a:pt x="358" y="216"/>
                        <a:pt x="280" y="365"/>
                      </a:cubicBezTo>
                      <a:cubicBezTo>
                        <a:pt x="40" y="794"/>
                        <a:pt x="1" y="1341"/>
                        <a:pt x="248" y="1776"/>
                      </a:cubicBezTo>
                      <a:cubicBezTo>
                        <a:pt x="482" y="1354"/>
                        <a:pt x="554" y="931"/>
                        <a:pt x="606" y="469"/>
                      </a:cubicBezTo>
                      <a:cubicBezTo>
                        <a:pt x="619" y="326"/>
                        <a:pt x="638" y="177"/>
                        <a:pt x="625" y="1"/>
                      </a:cubicBezTo>
                      <a:close/>
                    </a:path>
                  </a:pathLst>
                </a:custGeom>
                <a:solidFill>
                  <a:srgbClr val="162A45">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17"/>
                <p:cNvSpPr/>
                <p:nvPr/>
              </p:nvSpPr>
              <p:spPr>
                <a:xfrm rot="-1360361">
                  <a:off x="227461" y="4168752"/>
                  <a:ext cx="465594" cy="197930"/>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rgbClr val="162A45">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2" name="Google Shape;982;p17"/>
              <p:cNvGrpSpPr/>
              <p:nvPr/>
            </p:nvGrpSpPr>
            <p:grpSpPr>
              <a:xfrm>
                <a:off x="305465" y="3557385"/>
                <a:ext cx="139716" cy="131888"/>
                <a:chOff x="3459075" y="2396200"/>
                <a:chExt cx="59350" cy="56025"/>
              </a:xfrm>
            </p:grpSpPr>
            <p:sp>
              <p:nvSpPr>
                <p:cNvPr id="983" name="Google Shape;983;p17"/>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7"/>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449"/>
        <p:cNvGrpSpPr/>
        <p:nvPr/>
      </p:nvGrpSpPr>
      <p:grpSpPr>
        <a:xfrm>
          <a:off x="0" y="0"/>
          <a:ext cx="0" cy="0"/>
          <a:chOff x="0" y="0"/>
          <a:chExt cx="0" cy="0"/>
        </a:xfrm>
      </p:grpSpPr>
      <p:grpSp>
        <p:nvGrpSpPr>
          <p:cNvPr id="1450" name="Google Shape;1450;p26"/>
          <p:cNvGrpSpPr/>
          <p:nvPr/>
        </p:nvGrpSpPr>
        <p:grpSpPr>
          <a:xfrm>
            <a:off x="-8695" y="-168611"/>
            <a:ext cx="8686931" cy="5467412"/>
            <a:chOff x="-8695" y="-168611"/>
            <a:chExt cx="8686931" cy="5467412"/>
          </a:xfrm>
        </p:grpSpPr>
        <p:sp>
          <p:nvSpPr>
            <p:cNvPr id="1451" name="Google Shape;1451;p26"/>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26"/>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6"/>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6"/>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6"/>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26"/>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26"/>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6"/>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6"/>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26"/>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26"/>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6"/>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6"/>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26"/>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26"/>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6" name="Google Shape;1466;p26"/>
          <p:cNvSpPr/>
          <p:nvPr/>
        </p:nvSpPr>
        <p:spPr>
          <a:xfrm rot="10800000">
            <a:off x="389459" y="233582"/>
            <a:ext cx="8316725" cy="4607950"/>
          </a:xfrm>
          <a:custGeom>
            <a:avLst/>
            <a:gdLst/>
            <a:ahLst/>
            <a:cxnLst/>
            <a:rect l="l" t="t" r="r" b="b"/>
            <a:pathLst>
              <a:path w="332669" h="184318" extrusionOk="0">
                <a:moveTo>
                  <a:pt x="6520" y="15803"/>
                </a:moveTo>
                <a:cubicBezTo>
                  <a:pt x="7981" y="6342"/>
                  <a:pt x="7409" y="6215"/>
                  <a:pt x="11092" y="3611"/>
                </a:cubicBezTo>
                <a:cubicBezTo>
                  <a:pt x="14775" y="1008"/>
                  <a:pt x="14902" y="690"/>
                  <a:pt x="28618" y="182"/>
                </a:cubicBezTo>
                <a:cubicBezTo>
                  <a:pt x="42334" y="-326"/>
                  <a:pt x="62146" y="373"/>
                  <a:pt x="93388" y="563"/>
                </a:cubicBezTo>
                <a:cubicBezTo>
                  <a:pt x="124630" y="754"/>
                  <a:pt x="184320" y="1325"/>
                  <a:pt x="216070" y="1325"/>
                </a:cubicBezTo>
                <a:cubicBezTo>
                  <a:pt x="247820" y="1325"/>
                  <a:pt x="266553" y="-199"/>
                  <a:pt x="283888" y="563"/>
                </a:cubicBezTo>
                <a:cubicBezTo>
                  <a:pt x="301224" y="1325"/>
                  <a:pt x="312400" y="-262"/>
                  <a:pt x="320083" y="5897"/>
                </a:cubicBezTo>
                <a:cubicBezTo>
                  <a:pt x="327767" y="12057"/>
                  <a:pt x="327894" y="17264"/>
                  <a:pt x="329989" y="37520"/>
                </a:cubicBezTo>
                <a:cubicBezTo>
                  <a:pt x="332085" y="57777"/>
                  <a:pt x="332529" y="106227"/>
                  <a:pt x="332656" y="127436"/>
                </a:cubicBezTo>
                <a:cubicBezTo>
                  <a:pt x="332783" y="148645"/>
                  <a:pt x="331958" y="156392"/>
                  <a:pt x="330751" y="164774"/>
                </a:cubicBezTo>
                <a:cubicBezTo>
                  <a:pt x="329545" y="173156"/>
                  <a:pt x="329545" y="174934"/>
                  <a:pt x="325417" y="177728"/>
                </a:cubicBezTo>
                <a:cubicBezTo>
                  <a:pt x="321290" y="180522"/>
                  <a:pt x="315575" y="180459"/>
                  <a:pt x="305986" y="181538"/>
                </a:cubicBezTo>
                <a:cubicBezTo>
                  <a:pt x="296398" y="182618"/>
                  <a:pt x="298112" y="183824"/>
                  <a:pt x="267886" y="184205"/>
                </a:cubicBezTo>
                <a:cubicBezTo>
                  <a:pt x="237660" y="184586"/>
                  <a:pt x="157587" y="183888"/>
                  <a:pt x="124630" y="183824"/>
                </a:cubicBezTo>
                <a:cubicBezTo>
                  <a:pt x="91674" y="183761"/>
                  <a:pt x="87927" y="184142"/>
                  <a:pt x="70147" y="183824"/>
                </a:cubicBezTo>
                <a:cubicBezTo>
                  <a:pt x="52367" y="183507"/>
                  <a:pt x="28936" y="184459"/>
                  <a:pt x="17950" y="181919"/>
                </a:cubicBezTo>
                <a:cubicBezTo>
                  <a:pt x="6965" y="179379"/>
                  <a:pt x="7219" y="178300"/>
                  <a:pt x="4234" y="168584"/>
                </a:cubicBezTo>
                <a:cubicBezTo>
                  <a:pt x="1250" y="158869"/>
                  <a:pt x="361" y="141660"/>
                  <a:pt x="43" y="123626"/>
                </a:cubicBezTo>
                <a:cubicBezTo>
                  <a:pt x="-274" y="105592"/>
                  <a:pt x="1250" y="78351"/>
                  <a:pt x="2329" y="60380"/>
                </a:cubicBezTo>
                <a:cubicBezTo>
                  <a:pt x="3409" y="42410"/>
                  <a:pt x="5060" y="25265"/>
                  <a:pt x="6520" y="15803"/>
                </a:cubicBezTo>
                <a:close/>
              </a:path>
            </a:pathLst>
          </a:custGeom>
          <a:solidFill>
            <a:schemeClr val="dk2"/>
          </a:solidFill>
          <a:ln>
            <a:noFill/>
          </a:ln>
        </p:spPr>
      </p:sp>
      <p:sp>
        <p:nvSpPr>
          <p:cNvPr id="1467" name="Google Shape;1467;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68" name="Google Shape;1468;p26"/>
          <p:cNvSpPr txBox="1">
            <a:spLocks noGrp="1"/>
          </p:cNvSpPr>
          <p:nvPr>
            <p:ph type="subTitle" idx="1"/>
          </p:nvPr>
        </p:nvSpPr>
        <p:spPr>
          <a:xfrm>
            <a:off x="716612" y="2310103"/>
            <a:ext cx="24324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69" name="Google Shape;1469;p26"/>
          <p:cNvSpPr txBox="1">
            <a:spLocks noGrp="1"/>
          </p:cNvSpPr>
          <p:nvPr>
            <p:ph type="subTitle" idx="2"/>
          </p:nvPr>
        </p:nvSpPr>
        <p:spPr>
          <a:xfrm>
            <a:off x="3357300" y="3070140"/>
            <a:ext cx="24324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70" name="Google Shape;1470;p26"/>
          <p:cNvSpPr txBox="1">
            <a:spLocks noGrp="1"/>
          </p:cNvSpPr>
          <p:nvPr>
            <p:ph type="subTitle" idx="3"/>
          </p:nvPr>
        </p:nvSpPr>
        <p:spPr>
          <a:xfrm>
            <a:off x="5997988" y="2310103"/>
            <a:ext cx="24294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71" name="Google Shape;1471;p26"/>
          <p:cNvSpPr txBox="1">
            <a:spLocks noGrp="1"/>
          </p:cNvSpPr>
          <p:nvPr>
            <p:ph type="subTitle" idx="4"/>
          </p:nvPr>
        </p:nvSpPr>
        <p:spPr>
          <a:xfrm>
            <a:off x="716612" y="2020575"/>
            <a:ext cx="2432400" cy="4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472" name="Google Shape;1472;p26"/>
          <p:cNvSpPr txBox="1">
            <a:spLocks noGrp="1"/>
          </p:cNvSpPr>
          <p:nvPr>
            <p:ph type="subTitle" idx="5"/>
          </p:nvPr>
        </p:nvSpPr>
        <p:spPr>
          <a:xfrm>
            <a:off x="3357300" y="2780612"/>
            <a:ext cx="2432400" cy="4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473" name="Google Shape;1473;p26"/>
          <p:cNvSpPr txBox="1">
            <a:spLocks noGrp="1"/>
          </p:cNvSpPr>
          <p:nvPr>
            <p:ph type="subTitle" idx="6"/>
          </p:nvPr>
        </p:nvSpPr>
        <p:spPr>
          <a:xfrm>
            <a:off x="5997988" y="2020575"/>
            <a:ext cx="2429400" cy="47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grpSp>
        <p:nvGrpSpPr>
          <p:cNvPr id="1474" name="Google Shape;1474;p26"/>
          <p:cNvGrpSpPr/>
          <p:nvPr/>
        </p:nvGrpSpPr>
        <p:grpSpPr>
          <a:xfrm>
            <a:off x="101288" y="77988"/>
            <a:ext cx="8935443" cy="4947175"/>
            <a:chOff x="101288" y="77988"/>
            <a:chExt cx="8935443" cy="4947175"/>
          </a:xfrm>
        </p:grpSpPr>
        <p:grpSp>
          <p:nvGrpSpPr>
            <p:cNvPr id="1475" name="Google Shape;1475;p26"/>
            <p:cNvGrpSpPr/>
            <p:nvPr/>
          </p:nvGrpSpPr>
          <p:grpSpPr>
            <a:xfrm rot="4355946">
              <a:off x="8406252" y="4737785"/>
              <a:ext cx="336155" cy="195514"/>
              <a:chOff x="3308175" y="2424200"/>
              <a:chExt cx="36450" cy="21200"/>
            </a:xfrm>
          </p:grpSpPr>
          <p:sp>
            <p:nvSpPr>
              <p:cNvPr id="1476" name="Google Shape;1476;p26"/>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6"/>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8" name="Google Shape;1478;p26"/>
            <p:cNvGrpSpPr/>
            <p:nvPr/>
          </p:nvGrpSpPr>
          <p:grpSpPr>
            <a:xfrm rot="3921990">
              <a:off x="437152" y="134276"/>
              <a:ext cx="287099" cy="254449"/>
              <a:chOff x="3121200" y="2543625"/>
              <a:chExt cx="73850" cy="65450"/>
            </a:xfrm>
          </p:grpSpPr>
          <p:sp>
            <p:nvSpPr>
              <p:cNvPr id="1479" name="Google Shape;1479;p26"/>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26"/>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1" name="Google Shape;1481;p26"/>
            <p:cNvGrpSpPr/>
            <p:nvPr/>
          </p:nvGrpSpPr>
          <p:grpSpPr>
            <a:xfrm rot="-1555372">
              <a:off x="139053" y="617131"/>
              <a:ext cx="242024" cy="228477"/>
              <a:chOff x="3459075" y="2396200"/>
              <a:chExt cx="59350" cy="56025"/>
            </a:xfrm>
          </p:grpSpPr>
          <p:sp>
            <p:nvSpPr>
              <p:cNvPr id="1482" name="Google Shape;1482;p26"/>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26"/>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4" name="Google Shape;1484;p26"/>
            <p:cNvGrpSpPr/>
            <p:nvPr/>
          </p:nvGrpSpPr>
          <p:grpSpPr>
            <a:xfrm rot="2700000">
              <a:off x="8732676" y="4472290"/>
              <a:ext cx="266694" cy="216143"/>
              <a:chOff x="3145425" y="2401425"/>
              <a:chExt cx="65400" cy="53000"/>
            </a:xfrm>
          </p:grpSpPr>
          <p:sp>
            <p:nvSpPr>
              <p:cNvPr id="1485" name="Google Shape;1485;p26"/>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26"/>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87" name="Google Shape;1487;p26"/>
          <p:cNvGrpSpPr/>
          <p:nvPr/>
        </p:nvGrpSpPr>
        <p:grpSpPr>
          <a:xfrm>
            <a:off x="278925" y="539500"/>
            <a:ext cx="8623676" cy="4340838"/>
            <a:chOff x="278925" y="539500"/>
            <a:chExt cx="8623676" cy="4340838"/>
          </a:xfrm>
        </p:grpSpPr>
        <p:sp>
          <p:nvSpPr>
            <p:cNvPr id="1488" name="Google Shape;1488;p26"/>
            <p:cNvSpPr/>
            <p:nvPr/>
          </p:nvSpPr>
          <p:spPr>
            <a:xfrm>
              <a:off x="8578275" y="69930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26"/>
            <p:cNvSpPr/>
            <p:nvPr/>
          </p:nvSpPr>
          <p:spPr>
            <a:xfrm>
              <a:off x="302588" y="42608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26"/>
            <p:cNvSpPr/>
            <p:nvPr/>
          </p:nvSpPr>
          <p:spPr>
            <a:xfrm>
              <a:off x="8829450" y="539500"/>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26"/>
            <p:cNvSpPr/>
            <p:nvPr/>
          </p:nvSpPr>
          <p:spPr>
            <a:xfrm>
              <a:off x="544125" y="4790725"/>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26"/>
            <p:cNvSpPr/>
            <p:nvPr/>
          </p:nvSpPr>
          <p:spPr>
            <a:xfrm>
              <a:off x="278925" y="457935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493"/>
        <p:cNvGrpSpPr/>
        <p:nvPr/>
      </p:nvGrpSpPr>
      <p:grpSpPr>
        <a:xfrm>
          <a:off x="0" y="0"/>
          <a:ext cx="0" cy="0"/>
          <a:chOff x="0" y="0"/>
          <a:chExt cx="0" cy="0"/>
        </a:xfrm>
      </p:grpSpPr>
      <p:grpSp>
        <p:nvGrpSpPr>
          <p:cNvPr id="1494" name="Google Shape;1494;p27"/>
          <p:cNvGrpSpPr/>
          <p:nvPr/>
        </p:nvGrpSpPr>
        <p:grpSpPr>
          <a:xfrm flipH="1">
            <a:off x="219905" y="-168611"/>
            <a:ext cx="8686931" cy="5467412"/>
            <a:chOff x="-8695" y="-168611"/>
            <a:chExt cx="8686931" cy="5467412"/>
          </a:xfrm>
        </p:grpSpPr>
        <p:sp>
          <p:nvSpPr>
            <p:cNvPr id="1495" name="Google Shape;1495;p27"/>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27"/>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27"/>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27"/>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27"/>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27"/>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27"/>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27"/>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27"/>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27"/>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27"/>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27"/>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27"/>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27"/>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27"/>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10" name="Google Shape;1510;p27"/>
          <p:cNvSpPr/>
          <p:nvPr/>
        </p:nvSpPr>
        <p:spPr>
          <a:xfrm flipH="1">
            <a:off x="389459" y="233582"/>
            <a:ext cx="8316725" cy="4607950"/>
          </a:xfrm>
          <a:custGeom>
            <a:avLst/>
            <a:gdLst/>
            <a:ahLst/>
            <a:cxnLst/>
            <a:rect l="l" t="t" r="r" b="b"/>
            <a:pathLst>
              <a:path w="332669" h="184318" extrusionOk="0">
                <a:moveTo>
                  <a:pt x="6520" y="15803"/>
                </a:moveTo>
                <a:cubicBezTo>
                  <a:pt x="7981" y="6342"/>
                  <a:pt x="7409" y="6215"/>
                  <a:pt x="11092" y="3611"/>
                </a:cubicBezTo>
                <a:cubicBezTo>
                  <a:pt x="14775" y="1008"/>
                  <a:pt x="14902" y="690"/>
                  <a:pt x="28618" y="182"/>
                </a:cubicBezTo>
                <a:cubicBezTo>
                  <a:pt x="42334" y="-326"/>
                  <a:pt x="62146" y="373"/>
                  <a:pt x="93388" y="563"/>
                </a:cubicBezTo>
                <a:cubicBezTo>
                  <a:pt x="124630" y="754"/>
                  <a:pt x="184320" y="1325"/>
                  <a:pt x="216070" y="1325"/>
                </a:cubicBezTo>
                <a:cubicBezTo>
                  <a:pt x="247820" y="1325"/>
                  <a:pt x="266553" y="-199"/>
                  <a:pt x="283888" y="563"/>
                </a:cubicBezTo>
                <a:cubicBezTo>
                  <a:pt x="301224" y="1325"/>
                  <a:pt x="312400" y="-262"/>
                  <a:pt x="320083" y="5897"/>
                </a:cubicBezTo>
                <a:cubicBezTo>
                  <a:pt x="327767" y="12057"/>
                  <a:pt x="327894" y="17264"/>
                  <a:pt x="329989" y="37520"/>
                </a:cubicBezTo>
                <a:cubicBezTo>
                  <a:pt x="332085" y="57777"/>
                  <a:pt x="332529" y="106227"/>
                  <a:pt x="332656" y="127436"/>
                </a:cubicBezTo>
                <a:cubicBezTo>
                  <a:pt x="332783" y="148645"/>
                  <a:pt x="331958" y="156392"/>
                  <a:pt x="330751" y="164774"/>
                </a:cubicBezTo>
                <a:cubicBezTo>
                  <a:pt x="329545" y="173156"/>
                  <a:pt x="329545" y="174934"/>
                  <a:pt x="325417" y="177728"/>
                </a:cubicBezTo>
                <a:cubicBezTo>
                  <a:pt x="321290" y="180522"/>
                  <a:pt x="315575" y="180459"/>
                  <a:pt x="305986" y="181538"/>
                </a:cubicBezTo>
                <a:cubicBezTo>
                  <a:pt x="296398" y="182618"/>
                  <a:pt x="298112" y="183824"/>
                  <a:pt x="267886" y="184205"/>
                </a:cubicBezTo>
                <a:cubicBezTo>
                  <a:pt x="237660" y="184586"/>
                  <a:pt x="157587" y="183888"/>
                  <a:pt x="124630" y="183824"/>
                </a:cubicBezTo>
                <a:cubicBezTo>
                  <a:pt x="91674" y="183761"/>
                  <a:pt x="87927" y="184142"/>
                  <a:pt x="70147" y="183824"/>
                </a:cubicBezTo>
                <a:cubicBezTo>
                  <a:pt x="52367" y="183507"/>
                  <a:pt x="28936" y="184459"/>
                  <a:pt x="17950" y="181919"/>
                </a:cubicBezTo>
                <a:cubicBezTo>
                  <a:pt x="6965" y="179379"/>
                  <a:pt x="7219" y="178300"/>
                  <a:pt x="4234" y="168584"/>
                </a:cubicBezTo>
                <a:cubicBezTo>
                  <a:pt x="1250" y="158869"/>
                  <a:pt x="361" y="141660"/>
                  <a:pt x="43" y="123626"/>
                </a:cubicBezTo>
                <a:cubicBezTo>
                  <a:pt x="-274" y="105592"/>
                  <a:pt x="1250" y="78351"/>
                  <a:pt x="2329" y="60380"/>
                </a:cubicBezTo>
                <a:cubicBezTo>
                  <a:pt x="3409" y="42410"/>
                  <a:pt x="5060" y="25265"/>
                  <a:pt x="6520" y="15803"/>
                </a:cubicBezTo>
                <a:close/>
              </a:path>
            </a:pathLst>
          </a:custGeom>
          <a:solidFill>
            <a:schemeClr val="dk2"/>
          </a:solidFill>
          <a:ln>
            <a:noFill/>
          </a:ln>
        </p:spPr>
      </p:sp>
      <p:sp>
        <p:nvSpPr>
          <p:cNvPr id="1511" name="Google Shape;1511;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12" name="Google Shape;1512;p27"/>
          <p:cNvSpPr txBox="1">
            <a:spLocks noGrp="1"/>
          </p:cNvSpPr>
          <p:nvPr>
            <p:ph type="subTitle" idx="1"/>
          </p:nvPr>
        </p:nvSpPr>
        <p:spPr>
          <a:xfrm>
            <a:off x="1935686" y="2052134"/>
            <a:ext cx="22674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3" name="Google Shape;1513;p27"/>
          <p:cNvSpPr txBox="1">
            <a:spLocks noGrp="1"/>
          </p:cNvSpPr>
          <p:nvPr>
            <p:ph type="subTitle" idx="2"/>
          </p:nvPr>
        </p:nvSpPr>
        <p:spPr>
          <a:xfrm>
            <a:off x="5494367" y="2052135"/>
            <a:ext cx="22677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4" name="Google Shape;1514;p27"/>
          <p:cNvSpPr txBox="1">
            <a:spLocks noGrp="1"/>
          </p:cNvSpPr>
          <p:nvPr>
            <p:ph type="subTitle" idx="3"/>
          </p:nvPr>
        </p:nvSpPr>
        <p:spPr>
          <a:xfrm>
            <a:off x="1935686" y="3522453"/>
            <a:ext cx="22674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5" name="Google Shape;1515;p27"/>
          <p:cNvSpPr txBox="1">
            <a:spLocks noGrp="1"/>
          </p:cNvSpPr>
          <p:nvPr>
            <p:ph type="subTitle" idx="4"/>
          </p:nvPr>
        </p:nvSpPr>
        <p:spPr>
          <a:xfrm>
            <a:off x="5494367" y="3522460"/>
            <a:ext cx="22677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16" name="Google Shape;1516;p27"/>
          <p:cNvSpPr txBox="1">
            <a:spLocks noGrp="1"/>
          </p:cNvSpPr>
          <p:nvPr>
            <p:ph type="subTitle" idx="5"/>
          </p:nvPr>
        </p:nvSpPr>
        <p:spPr>
          <a:xfrm>
            <a:off x="1935674" y="1813075"/>
            <a:ext cx="2267400" cy="419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517" name="Google Shape;1517;p27"/>
          <p:cNvSpPr txBox="1">
            <a:spLocks noGrp="1"/>
          </p:cNvSpPr>
          <p:nvPr>
            <p:ph type="subTitle" idx="6"/>
          </p:nvPr>
        </p:nvSpPr>
        <p:spPr>
          <a:xfrm>
            <a:off x="1935674" y="3283468"/>
            <a:ext cx="2267400" cy="419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518" name="Google Shape;1518;p27"/>
          <p:cNvSpPr txBox="1">
            <a:spLocks noGrp="1"/>
          </p:cNvSpPr>
          <p:nvPr>
            <p:ph type="subTitle" idx="7"/>
          </p:nvPr>
        </p:nvSpPr>
        <p:spPr>
          <a:xfrm>
            <a:off x="5494351" y="1813075"/>
            <a:ext cx="2267700" cy="419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519" name="Google Shape;1519;p27"/>
          <p:cNvSpPr txBox="1">
            <a:spLocks noGrp="1"/>
          </p:cNvSpPr>
          <p:nvPr>
            <p:ph type="subTitle" idx="8"/>
          </p:nvPr>
        </p:nvSpPr>
        <p:spPr>
          <a:xfrm>
            <a:off x="5494351" y="3283475"/>
            <a:ext cx="2267700" cy="419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grpSp>
        <p:nvGrpSpPr>
          <p:cNvPr id="1520" name="Google Shape;1520;p27"/>
          <p:cNvGrpSpPr/>
          <p:nvPr/>
        </p:nvGrpSpPr>
        <p:grpSpPr>
          <a:xfrm>
            <a:off x="180850" y="1017723"/>
            <a:ext cx="8691376" cy="3263013"/>
            <a:chOff x="180850" y="1017723"/>
            <a:chExt cx="8691376" cy="3263013"/>
          </a:xfrm>
        </p:grpSpPr>
        <p:sp>
          <p:nvSpPr>
            <p:cNvPr id="1521" name="Google Shape;1521;p27"/>
            <p:cNvSpPr/>
            <p:nvPr/>
          </p:nvSpPr>
          <p:spPr>
            <a:xfrm>
              <a:off x="8578275" y="399805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27"/>
            <p:cNvSpPr/>
            <p:nvPr/>
          </p:nvSpPr>
          <p:spPr>
            <a:xfrm>
              <a:off x="389438" y="10177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27"/>
            <p:cNvSpPr/>
            <p:nvPr/>
          </p:nvSpPr>
          <p:spPr>
            <a:xfrm>
              <a:off x="8799075" y="3707075"/>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27"/>
            <p:cNvSpPr/>
            <p:nvPr/>
          </p:nvSpPr>
          <p:spPr>
            <a:xfrm>
              <a:off x="180850" y="123160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27"/>
            <p:cNvSpPr/>
            <p:nvPr/>
          </p:nvSpPr>
          <p:spPr>
            <a:xfrm>
              <a:off x="8688788" y="34830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27"/>
            <p:cNvSpPr/>
            <p:nvPr/>
          </p:nvSpPr>
          <p:spPr>
            <a:xfrm>
              <a:off x="317625" y="1577975"/>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27"/>
          <p:cNvGrpSpPr/>
          <p:nvPr/>
        </p:nvGrpSpPr>
        <p:grpSpPr>
          <a:xfrm>
            <a:off x="160820" y="183360"/>
            <a:ext cx="8818781" cy="4821768"/>
            <a:chOff x="160820" y="183360"/>
            <a:chExt cx="8818781" cy="4821768"/>
          </a:xfrm>
        </p:grpSpPr>
        <p:grpSp>
          <p:nvGrpSpPr>
            <p:cNvPr id="1528" name="Google Shape;1528;p27"/>
            <p:cNvGrpSpPr/>
            <p:nvPr/>
          </p:nvGrpSpPr>
          <p:grpSpPr>
            <a:xfrm>
              <a:off x="243799" y="674391"/>
              <a:ext cx="220800" cy="208435"/>
              <a:chOff x="3459075" y="2396200"/>
              <a:chExt cx="59350" cy="56025"/>
            </a:xfrm>
          </p:grpSpPr>
          <p:sp>
            <p:nvSpPr>
              <p:cNvPr id="1529" name="Google Shape;1529;p27"/>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27"/>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1" name="Google Shape;1531;p27"/>
            <p:cNvGrpSpPr/>
            <p:nvPr/>
          </p:nvGrpSpPr>
          <p:grpSpPr>
            <a:xfrm>
              <a:off x="8529190" y="1975936"/>
              <a:ext cx="318966" cy="282672"/>
              <a:chOff x="3121200" y="2543625"/>
              <a:chExt cx="73850" cy="65450"/>
            </a:xfrm>
          </p:grpSpPr>
          <p:sp>
            <p:nvSpPr>
              <p:cNvPr id="1532" name="Google Shape;1532;p27"/>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27"/>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4" name="Google Shape;1534;p27"/>
            <p:cNvGrpSpPr/>
            <p:nvPr/>
          </p:nvGrpSpPr>
          <p:grpSpPr>
            <a:xfrm>
              <a:off x="8758804" y="2403923"/>
              <a:ext cx="220797" cy="178923"/>
              <a:chOff x="3145425" y="2401425"/>
              <a:chExt cx="65400" cy="53000"/>
            </a:xfrm>
          </p:grpSpPr>
          <p:sp>
            <p:nvSpPr>
              <p:cNvPr id="1535" name="Google Shape;1535;p27"/>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27"/>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7" name="Google Shape;1537;p27"/>
            <p:cNvGrpSpPr/>
            <p:nvPr/>
          </p:nvGrpSpPr>
          <p:grpSpPr>
            <a:xfrm rot="8631577">
              <a:off x="186132" y="263675"/>
              <a:ext cx="336153" cy="195515"/>
              <a:chOff x="3308175" y="2424200"/>
              <a:chExt cx="36450" cy="21200"/>
            </a:xfrm>
          </p:grpSpPr>
          <p:sp>
            <p:nvSpPr>
              <p:cNvPr id="1538" name="Google Shape;1538;p27"/>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27"/>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0" name="Google Shape;1540;p27"/>
            <p:cNvGrpSpPr/>
            <p:nvPr/>
          </p:nvGrpSpPr>
          <p:grpSpPr>
            <a:xfrm rot="-4103747">
              <a:off x="438650" y="4702517"/>
              <a:ext cx="336147" cy="213924"/>
              <a:chOff x="3609300" y="2412850"/>
              <a:chExt cx="56125" cy="35725"/>
            </a:xfrm>
          </p:grpSpPr>
          <p:sp>
            <p:nvSpPr>
              <p:cNvPr id="1541" name="Google Shape;1541;p27"/>
              <p:cNvSpPr/>
              <p:nvPr/>
            </p:nvSpPr>
            <p:spPr>
              <a:xfrm>
                <a:off x="3609300" y="2412850"/>
                <a:ext cx="32550" cy="27950"/>
              </a:xfrm>
              <a:custGeom>
                <a:avLst/>
                <a:gdLst/>
                <a:ahLst/>
                <a:cxnLst/>
                <a:rect l="l" t="t" r="r" b="b"/>
                <a:pathLst>
                  <a:path w="1302" h="1118" extrusionOk="0">
                    <a:moveTo>
                      <a:pt x="511" y="0"/>
                    </a:moveTo>
                    <a:cubicBezTo>
                      <a:pt x="340" y="0"/>
                      <a:pt x="175" y="97"/>
                      <a:pt x="98" y="265"/>
                    </a:cubicBezTo>
                    <a:cubicBezTo>
                      <a:pt x="1" y="480"/>
                      <a:pt x="98" y="753"/>
                      <a:pt x="326" y="851"/>
                    </a:cubicBezTo>
                    <a:lnTo>
                      <a:pt x="931" y="1117"/>
                    </a:lnTo>
                    <a:lnTo>
                      <a:pt x="1301" y="304"/>
                    </a:lnTo>
                    <a:lnTo>
                      <a:pt x="690" y="38"/>
                    </a:lnTo>
                    <a:cubicBezTo>
                      <a:pt x="632" y="12"/>
                      <a:pt x="571" y="0"/>
                      <a:pt x="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27"/>
              <p:cNvSpPr/>
              <p:nvPr/>
            </p:nvSpPr>
            <p:spPr>
              <a:xfrm>
                <a:off x="3632550" y="2420600"/>
                <a:ext cx="32875" cy="27975"/>
              </a:xfrm>
              <a:custGeom>
                <a:avLst/>
                <a:gdLst/>
                <a:ahLst/>
                <a:cxnLst/>
                <a:rect l="l" t="t" r="r" b="b"/>
                <a:pathLst>
                  <a:path w="1315" h="1119" extrusionOk="0">
                    <a:moveTo>
                      <a:pt x="371" y="1"/>
                    </a:moveTo>
                    <a:lnTo>
                      <a:pt x="1" y="814"/>
                    </a:lnTo>
                    <a:lnTo>
                      <a:pt x="612" y="1081"/>
                    </a:lnTo>
                    <a:cubicBezTo>
                      <a:pt x="671" y="1106"/>
                      <a:pt x="733" y="1118"/>
                      <a:pt x="794" y="1118"/>
                    </a:cubicBezTo>
                    <a:cubicBezTo>
                      <a:pt x="964" y="1118"/>
                      <a:pt x="1125" y="1021"/>
                      <a:pt x="1197" y="853"/>
                    </a:cubicBezTo>
                    <a:cubicBezTo>
                      <a:pt x="1314" y="638"/>
                      <a:pt x="1204" y="378"/>
                      <a:pt x="976" y="268"/>
                    </a:cubicBezTo>
                    <a:lnTo>
                      <a:pt x="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3" name="Google Shape;1543;p27"/>
            <p:cNvGrpSpPr/>
            <p:nvPr/>
          </p:nvGrpSpPr>
          <p:grpSpPr>
            <a:xfrm>
              <a:off x="317636" y="4410805"/>
              <a:ext cx="194250" cy="193927"/>
              <a:chOff x="3326075" y="2546450"/>
              <a:chExt cx="81800" cy="81650"/>
            </a:xfrm>
          </p:grpSpPr>
          <p:sp>
            <p:nvSpPr>
              <p:cNvPr id="1544" name="Google Shape;1544;p27"/>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27"/>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6" name="Google Shape;1546;p27"/>
            <p:cNvGrpSpPr/>
            <p:nvPr/>
          </p:nvGrpSpPr>
          <p:grpSpPr>
            <a:xfrm>
              <a:off x="233127" y="4784966"/>
              <a:ext cx="116246" cy="116057"/>
              <a:chOff x="3326075" y="2546450"/>
              <a:chExt cx="81800" cy="81650"/>
            </a:xfrm>
          </p:grpSpPr>
          <p:sp>
            <p:nvSpPr>
              <p:cNvPr id="1547" name="Google Shape;1547;p27"/>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548;p27"/>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666"/>
        <p:cNvGrpSpPr/>
        <p:nvPr/>
      </p:nvGrpSpPr>
      <p:grpSpPr>
        <a:xfrm>
          <a:off x="0" y="0"/>
          <a:ext cx="0" cy="0"/>
          <a:chOff x="0" y="0"/>
          <a:chExt cx="0" cy="0"/>
        </a:xfrm>
      </p:grpSpPr>
      <p:grpSp>
        <p:nvGrpSpPr>
          <p:cNvPr id="1667" name="Google Shape;1667;p29"/>
          <p:cNvGrpSpPr/>
          <p:nvPr/>
        </p:nvGrpSpPr>
        <p:grpSpPr>
          <a:xfrm rot="10800000" flipH="1">
            <a:off x="219905" y="-168611"/>
            <a:ext cx="8686931" cy="5467412"/>
            <a:chOff x="-8695" y="-168611"/>
            <a:chExt cx="8686931" cy="5467412"/>
          </a:xfrm>
        </p:grpSpPr>
        <p:sp>
          <p:nvSpPr>
            <p:cNvPr id="1668" name="Google Shape;1668;p29"/>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29"/>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29"/>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29"/>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29"/>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29"/>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29"/>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29"/>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29"/>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29"/>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29"/>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29"/>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29"/>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29"/>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29"/>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3" name="Google Shape;1683;p29"/>
          <p:cNvSpPr/>
          <p:nvPr/>
        </p:nvSpPr>
        <p:spPr>
          <a:xfrm>
            <a:off x="389459" y="233582"/>
            <a:ext cx="8316725" cy="4607950"/>
          </a:xfrm>
          <a:custGeom>
            <a:avLst/>
            <a:gdLst/>
            <a:ahLst/>
            <a:cxnLst/>
            <a:rect l="l" t="t" r="r" b="b"/>
            <a:pathLst>
              <a:path w="332669" h="184318" extrusionOk="0">
                <a:moveTo>
                  <a:pt x="6520" y="15803"/>
                </a:moveTo>
                <a:cubicBezTo>
                  <a:pt x="7981" y="6342"/>
                  <a:pt x="7409" y="6215"/>
                  <a:pt x="11092" y="3611"/>
                </a:cubicBezTo>
                <a:cubicBezTo>
                  <a:pt x="14775" y="1008"/>
                  <a:pt x="14902" y="690"/>
                  <a:pt x="28618" y="182"/>
                </a:cubicBezTo>
                <a:cubicBezTo>
                  <a:pt x="42334" y="-326"/>
                  <a:pt x="62146" y="373"/>
                  <a:pt x="93388" y="563"/>
                </a:cubicBezTo>
                <a:cubicBezTo>
                  <a:pt x="124630" y="754"/>
                  <a:pt x="184320" y="1325"/>
                  <a:pt x="216070" y="1325"/>
                </a:cubicBezTo>
                <a:cubicBezTo>
                  <a:pt x="247820" y="1325"/>
                  <a:pt x="266553" y="-199"/>
                  <a:pt x="283888" y="563"/>
                </a:cubicBezTo>
                <a:cubicBezTo>
                  <a:pt x="301224" y="1325"/>
                  <a:pt x="312400" y="-262"/>
                  <a:pt x="320083" y="5897"/>
                </a:cubicBezTo>
                <a:cubicBezTo>
                  <a:pt x="327767" y="12057"/>
                  <a:pt x="327894" y="17264"/>
                  <a:pt x="329989" y="37520"/>
                </a:cubicBezTo>
                <a:cubicBezTo>
                  <a:pt x="332085" y="57777"/>
                  <a:pt x="332529" y="106227"/>
                  <a:pt x="332656" y="127436"/>
                </a:cubicBezTo>
                <a:cubicBezTo>
                  <a:pt x="332783" y="148645"/>
                  <a:pt x="331958" y="156392"/>
                  <a:pt x="330751" y="164774"/>
                </a:cubicBezTo>
                <a:cubicBezTo>
                  <a:pt x="329545" y="173156"/>
                  <a:pt x="329545" y="174934"/>
                  <a:pt x="325417" y="177728"/>
                </a:cubicBezTo>
                <a:cubicBezTo>
                  <a:pt x="321290" y="180522"/>
                  <a:pt x="315575" y="180459"/>
                  <a:pt x="305986" y="181538"/>
                </a:cubicBezTo>
                <a:cubicBezTo>
                  <a:pt x="296398" y="182618"/>
                  <a:pt x="298112" y="183824"/>
                  <a:pt x="267886" y="184205"/>
                </a:cubicBezTo>
                <a:cubicBezTo>
                  <a:pt x="237660" y="184586"/>
                  <a:pt x="157587" y="183888"/>
                  <a:pt x="124630" y="183824"/>
                </a:cubicBezTo>
                <a:cubicBezTo>
                  <a:pt x="91674" y="183761"/>
                  <a:pt x="87927" y="184142"/>
                  <a:pt x="70147" y="183824"/>
                </a:cubicBezTo>
                <a:cubicBezTo>
                  <a:pt x="52367" y="183507"/>
                  <a:pt x="28936" y="184459"/>
                  <a:pt x="17950" y="181919"/>
                </a:cubicBezTo>
                <a:cubicBezTo>
                  <a:pt x="6965" y="179379"/>
                  <a:pt x="7219" y="178300"/>
                  <a:pt x="4234" y="168584"/>
                </a:cubicBezTo>
                <a:cubicBezTo>
                  <a:pt x="1250" y="158869"/>
                  <a:pt x="361" y="141660"/>
                  <a:pt x="43" y="123626"/>
                </a:cubicBezTo>
                <a:cubicBezTo>
                  <a:pt x="-274" y="105592"/>
                  <a:pt x="1250" y="78351"/>
                  <a:pt x="2329" y="60380"/>
                </a:cubicBezTo>
                <a:cubicBezTo>
                  <a:pt x="3409" y="42410"/>
                  <a:pt x="5060" y="25265"/>
                  <a:pt x="6520" y="15803"/>
                </a:cubicBezTo>
                <a:close/>
              </a:path>
            </a:pathLst>
          </a:custGeom>
          <a:solidFill>
            <a:schemeClr val="dk2"/>
          </a:solidFill>
          <a:ln>
            <a:noFill/>
          </a:ln>
        </p:spPr>
      </p:sp>
      <p:sp>
        <p:nvSpPr>
          <p:cNvPr id="1684" name="Google Shape;1684;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85" name="Google Shape;1685;p29"/>
          <p:cNvSpPr txBox="1">
            <a:spLocks noGrp="1"/>
          </p:cNvSpPr>
          <p:nvPr>
            <p:ph type="subTitle" idx="1"/>
          </p:nvPr>
        </p:nvSpPr>
        <p:spPr>
          <a:xfrm>
            <a:off x="868475" y="1968784"/>
            <a:ext cx="23043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6" name="Google Shape;1686;p29"/>
          <p:cNvSpPr txBox="1">
            <a:spLocks noGrp="1"/>
          </p:cNvSpPr>
          <p:nvPr>
            <p:ph type="subTitle" idx="2"/>
          </p:nvPr>
        </p:nvSpPr>
        <p:spPr>
          <a:xfrm>
            <a:off x="3458662" y="1968785"/>
            <a:ext cx="23043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7" name="Google Shape;1687;p29"/>
          <p:cNvSpPr txBox="1">
            <a:spLocks noGrp="1"/>
          </p:cNvSpPr>
          <p:nvPr>
            <p:ph type="subTitle" idx="3"/>
          </p:nvPr>
        </p:nvSpPr>
        <p:spPr>
          <a:xfrm>
            <a:off x="868475" y="3581103"/>
            <a:ext cx="23043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8" name="Google Shape;1688;p29"/>
          <p:cNvSpPr txBox="1">
            <a:spLocks noGrp="1"/>
          </p:cNvSpPr>
          <p:nvPr>
            <p:ph type="subTitle" idx="4"/>
          </p:nvPr>
        </p:nvSpPr>
        <p:spPr>
          <a:xfrm>
            <a:off x="3458662" y="3581110"/>
            <a:ext cx="23043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89" name="Google Shape;1689;p29"/>
          <p:cNvSpPr txBox="1">
            <a:spLocks noGrp="1"/>
          </p:cNvSpPr>
          <p:nvPr>
            <p:ph type="subTitle" idx="5"/>
          </p:nvPr>
        </p:nvSpPr>
        <p:spPr>
          <a:xfrm>
            <a:off x="6048850" y="1968784"/>
            <a:ext cx="2306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0" name="Google Shape;1690;p29"/>
          <p:cNvSpPr txBox="1">
            <a:spLocks noGrp="1"/>
          </p:cNvSpPr>
          <p:nvPr>
            <p:ph type="subTitle" idx="6"/>
          </p:nvPr>
        </p:nvSpPr>
        <p:spPr>
          <a:xfrm>
            <a:off x="6048850" y="3581103"/>
            <a:ext cx="2306400" cy="635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1" name="Google Shape;1691;p29"/>
          <p:cNvSpPr txBox="1">
            <a:spLocks noGrp="1"/>
          </p:cNvSpPr>
          <p:nvPr>
            <p:ph type="subTitle" idx="7"/>
          </p:nvPr>
        </p:nvSpPr>
        <p:spPr>
          <a:xfrm>
            <a:off x="872998" y="1715900"/>
            <a:ext cx="2295300" cy="43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692" name="Google Shape;1692;p29"/>
          <p:cNvSpPr txBox="1">
            <a:spLocks noGrp="1"/>
          </p:cNvSpPr>
          <p:nvPr>
            <p:ph type="subTitle" idx="8"/>
          </p:nvPr>
        </p:nvSpPr>
        <p:spPr>
          <a:xfrm>
            <a:off x="3463189" y="1715900"/>
            <a:ext cx="2295300" cy="43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693" name="Google Shape;1693;p29"/>
          <p:cNvSpPr txBox="1">
            <a:spLocks noGrp="1"/>
          </p:cNvSpPr>
          <p:nvPr>
            <p:ph type="subTitle" idx="9"/>
          </p:nvPr>
        </p:nvSpPr>
        <p:spPr>
          <a:xfrm>
            <a:off x="6053380" y="1715900"/>
            <a:ext cx="2297400" cy="43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694" name="Google Shape;1694;p29"/>
          <p:cNvSpPr txBox="1">
            <a:spLocks noGrp="1"/>
          </p:cNvSpPr>
          <p:nvPr>
            <p:ph type="subTitle" idx="13"/>
          </p:nvPr>
        </p:nvSpPr>
        <p:spPr>
          <a:xfrm>
            <a:off x="872998" y="3328294"/>
            <a:ext cx="2295300" cy="43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695" name="Google Shape;1695;p29"/>
          <p:cNvSpPr txBox="1">
            <a:spLocks noGrp="1"/>
          </p:cNvSpPr>
          <p:nvPr>
            <p:ph type="subTitle" idx="14"/>
          </p:nvPr>
        </p:nvSpPr>
        <p:spPr>
          <a:xfrm>
            <a:off x="3463189" y="3328300"/>
            <a:ext cx="2295300" cy="43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sp>
        <p:nvSpPr>
          <p:cNvPr id="1696" name="Google Shape;1696;p29"/>
          <p:cNvSpPr txBox="1">
            <a:spLocks noGrp="1"/>
          </p:cNvSpPr>
          <p:nvPr>
            <p:ph type="subTitle" idx="15"/>
          </p:nvPr>
        </p:nvSpPr>
        <p:spPr>
          <a:xfrm>
            <a:off x="6053380" y="3328294"/>
            <a:ext cx="2297400" cy="433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assion One"/>
              <a:buNone/>
              <a:defRPr sz="2000">
                <a:solidFill>
                  <a:schemeClr val="dk1"/>
                </a:solidFill>
                <a:latin typeface="Passion One"/>
                <a:ea typeface="Passion One"/>
                <a:cs typeface="Passion One"/>
                <a:sym typeface="Passion One"/>
              </a:defRPr>
            </a:lvl1pPr>
            <a:lvl2pPr lvl="1"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2pPr>
            <a:lvl3pPr lvl="2"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3pPr>
            <a:lvl4pPr lvl="3"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4pPr>
            <a:lvl5pPr lvl="4"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5pPr>
            <a:lvl6pPr lvl="5"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6pPr>
            <a:lvl7pPr lvl="6"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7pPr>
            <a:lvl8pPr lvl="7"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8pPr>
            <a:lvl9pPr lvl="8" algn="ctr" rtl="0">
              <a:lnSpc>
                <a:spcPct val="100000"/>
              </a:lnSpc>
              <a:spcBef>
                <a:spcPts val="0"/>
              </a:spcBef>
              <a:spcAft>
                <a:spcPts val="0"/>
              </a:spcAft>
              <a:buSzPts val="2400"/>
              <a:buFont typeface="Passion One"/>
              <a:buNone/>
              <a:defRPr sz="2400" b="1">
                <a:latin typeface="Passion One"/>
                <a:ea typeface="Passion One"/>
                <a:cs typeface="Passion One"/>
                <a:sym typeface="Passion One"/>
              </a:defRPr>
            </a:lvl9pPr>
          </a:lstStyle>
          <a:p>
            <a:endParaRPr/>
          </a:p>
        </p:txBody>
      </p:sp>
      <p:grpSp>
        <p:nvGrpSpPr>
          <p:cNvPr id="1697" name="Google Shape;1697;p29"/>
          <p:cNvGrpSpPr/>
          <p:nvPr/>
        </p:nvGrpSpPr>
        <p:grpSpPr>
          <a:xfrm>
            <a:off x="35983" y="204557"/>
            <a:ext cx="8793025" cy="4755231"/>
            <a:chOff x="35983" y="204557"/>
            <a:chExt cx="8793025" cy="4755231"/>
          </a:xfrm>
        </p:grpSpPr>
        <p:grpSp>
          <p:nvGrpSpPr>
            <p:cNvPr id="1698" name="Google Shape;1698;p29"/>
            <p:cNvGrpSpPr/>
            <p:nvPr/>
          </p:nvGrpSpPr>
          <p:grpSpPr>
            <a:xfrm rot="2071645">
              <a:off x="8288889" y="4584033"/>
              <a:ext cx="498877" cy="257009"/>
              <a:chOff x="3517425" y="2546025"/>
              <a:chExt cx="146525" cy="75475"/>
            </a:xfrm>
          </p:grpSpPr>
          <p:sp>
            <p:nvSpPr>
              <p:cNvPr id="1699" name="Google Shape;1699;p29"/>
              <p:cNvSpPr/>
              <p:nvPr/>
            </p:nvSpPr>
            <p:spPr>
              <a:xfrm>
                <a:off x="3527200" y="2563375"/>
                <a:ext cx="136750" cy="58125"/>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9"/>
              <p:cNvSpPr/>
              <p:nvPr/>
            </p:nvSpPr>
            <p:spPr>
              <a:xfrm>
                <a:off x="3517425" y="2546025"/>
                <a:ext cx="137425" cy="64925"/>
              </a:xfrm>
              <a:custGeom>
                <a:avLst/>
                <a:gdLst/>
                <a:ahLst/>
                <a:cxnLst/>
                <a:rect l="l" t="t" r="r" b="b"/>
                <a:pathLst>
                  <a:path w="5497" h="2597" extrusionOk="0">
                    <a:moveTo>
                      <a:pt x="1362" y="0"/>
                    </a:moveTo>
                    <a:cubicBezTo>
                      <a:pt x="842" y="0"/>
                      <a:pt x="324" y="394"/>
                      <a:pt x="170" y="928"/>
                    </a:cubicBezTo>
                    <a:cubicBezTo>
                      <a:pt x="1" y="1514"/>
                      <a:pt x="313" y="2060"/>
                      <a:pt x="885" y="2138"/>
                    </a:cubicBezTo>
                    <a:lnTo>
                      <a:pt x="3981" y="2587"/>
                    </a:lnTo>
                    <a:cubicBezTo>
                      <a:pt x="4028" y="2593"/>
                      <a:pt x="4075" y="2596"/>
                      <a:pt x="4123" y="2596"/>
                    </a:cubicBezTo>
                    <a:cubicBezTo>
                      <a:pt x="4649" y="2596"/>
                      <a:pt x="5166" y="2207"/>
                      <a:pt x="5321" y="1670"/>
                    </a:cubicBezTo>
                    <a:cubicBezTo>
                      <a:pt x="5497" y="1084"/>
                      <a:pt x="5178" y="538"/>
                      <a:pt x="4606" y="453"/>
                    </a:cubicBezTo>
                    <a:lnTo>
                      <a:pt x="1510" y="11"/>
                    </a:lnTo>
                    <a:cubicBezTo>
                      <a:pt x="1461" y="4"/>
                      <a:pt x="1411" y="0"/>
                      <a:pt x="13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29"/>
              <p:cNvSpPr/>
              <p:nvPr/>
            </p:nvSpPr>
            <p:spPr>
              <a:xfrm>
                <a:off x="3579375" y="2555225"/>
                <a:ext cx="10125" cy="44425"/>
              </a:xfrm>
              <a:custGeom>
                <a:avLst/>
                <a:gdLst/>
                <a:ahLst/>
                <a:cxnLst/>
                <a:rect l="l" t="t" r="r" b="b"/>
                <a:pathLst>
                  <a:path w="405" h="1777" extrusionOk="0">
                    <a:moveTo>
                      <a:pt x="404" y="1"/>
                    </a:moveTo>
                    <a:lnTo>
                      <a:pt x="404" y="1"/>
                    </a:lnTo>
                    <a:cubicBezTo>
                      <a:pt x="1" y="690"/>
                      <a:pt x="27" y="1776"/>
                      <a:pt x="27" y="1776"/>
                    </a:cubicBezTo>
                    <a:lnTo>
                      <a:pt x="404" y="1"/>
                    </a:lnTo>
                    <a:close/>
                  </a:path>
                </a:pathLst>
              </a:custGeom>
              <a:solidFill>
                <a:srgbClr val="8A7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29"/>
              <p:cNvSpPr/>
              <p:nvPr/>
            </p:nvSpPr>
            <p:spPr>
              <a:xfrm>
                <a:off x="3573850" y="2555225"/>
                <a:ext cx="15975" cy="44425"/>
              </a:xfrm>
              <a:custGeom>
                <a:avLst/>
                <a:gdLst/>
                <a:ahLst/>
                <a:cxnLst/>
                <a:rect l="l" t="t" r="r" b="b"/>
                <a:pathLst>
                  <a:path w="639" h="1777" extrusionOk="0">
                    <a:moveTo>
                      <a:pt x="625" y="1"/>
                    </a:moveTo>
                    <a:lnTo>
                      <a:pt x="625" y="1"/>
                    </a:lnTo>
                    <a:cubicBezTo>
                      <a:pt x="475" y="85"/>
                      <a:pt x="358" y="216"/>
                      <a:pt x="280" y="365"/>
                    </a:cubicBezTo>
                    <a:cubicBezTo>
                      <a:pt x="40" y="794"/>
                      <a:pt x="1" y="1341"/>
                      <a:pt x="248" y="1776"/>
                    </a:cubicBezTo>
                    <a:cubicBezTo>
                      <a:pt x="482" y="1354"/>
                      <a:pt x="554" y="931"/>
                      <a:pt x="606" y="469"/>
                    </a:cubicBezTo>
                    <a:cubicBezTo>
                      <a:pt x="619" y="326"/>
                      <a:pt x="638" y="177"/>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3" name="Google Shape;1703;p29"/>
            <p:cNvGrpSpPr/>
            <p:nvPr/>
          </p:nvGrpSpPr>
          <p:grpSpPr>
            <a:xfrm>
              <a:off x="389452" y="714721"/>
              <a:ext cx="318943" cy="282672"/>
              <a:chOff x="3121200" y="2543625"/>
              <a:chExt cx="73850" cy="65450"/>
            </a:xfrm>
          </p:grpSpPr>
          <p:sp>
            <p:nvSpPr>
              <p:cNvPr id="1704" name="Google Shape;1704;p29"/>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29"/>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6" name="Google Shape;1706;p29"/>
            <p:cNvGrpSpPr/>
            <p:nvPr/>
          </p:nvGrpSpPr>
          <p:grpSpPr>
            <a:xfrm>
              <a:off x="8562313" y="4249147"/>
              <a:ext cx="266695" cy="216139"/>
              <a:chOff x="3145425" y="2401425"/>
              <a:chExt cx="65400" cy="53000"/>
            </a:xfrm>
          </p:grpSpPr>
          <p:sp>
            <p:nvSpPr>
              <p:cNvPr id="1707" name="Google Shape;1707;p29"/>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9"/>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9" name="Google Shape;1709;p29"/>
            <p:cNvGrpSpPr/>
            <p:nvPr/>
          </p:nvGrpSpPr>
          <p:grpSpPr>
            <a:xfrm rot="1789255">
              <a:off x="99570" y="316856"/>
              <a:ext cx="559402" cy="404685"/>
              <a:chOff x="153821" y="4044091"/>
              <a:chExt cx="559391" cy="404678"/>
            </a:xfrm>
          </p:grpSpPr>
          <p:sp>
            <p:nvSpPr>
              <p:cNvPr id="1710" name="Google Shape;1710;p29"/>
              <p:cNvSpPr/>
              <p:nvPr/>
            </p:nvSpPr>
            <p:spPr>
              <a:xfrm rot="-1360361">
                <a:off x="227461" y="4168752"/>
                <a:ext cx="465594" cy="197930"/>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711" name="Google Shape;1711;p29"/>
              <p:cNvSpPr/>
              <p:nvPr/>
            </p:nvSpPr>
            <p:spPr>
              <a:xfrm rot="-1360361">
                <a:off x="178353" y="4125727"/>
                <a:ext cx="467892" cy="221086"/>
              </a:xfrm>
              <a:custGeom>
                <a:avLst/>
                <a:gdLst/>
                <a:ahLst/>
                <a:cxnLst/>
                <a:rect l="l" t="t" r="r" b="b"/>
                <a:pathLst>
                  <a:path w="5497" h="2597" extrusionOk="0">
                    <a:moveTo>
                      <a:pt x="1362" y="0"/>
                    </a:moveTo>
                    <a:cubicBezTo>
                      <a:pt x="842" y="0"/>
                      <a:pt x="324" y="394"/>
                      <a:pt x="170" y="928"/>
                    </a:cubicBezTo>
                    <a:cubicBezTo>
                      <a:pt x="1" y="1514"/>
                      <a:pt x="313" y="2060"/>
                      <a:pt x="885" y="2138"/>
                    </a:cubicBezTo>
                    <a:lnTo>
                      <a:pt x="3981" y="2587"/>
                    </a:lnTo>
                    <a:cubicBezTo>
                      <a:pt x="4028" y="2593"/>
                      <a:pt x="4075" y="2596"/>
                      <a:pt x="4123" y="2596"/>
                    </a:cubicBezTo>
                    <a:cubicBezTo>
                      <a:pt x="4649" y="2596"/>
                      <a:pt x="5166" y="2207"/>
                      <a:pt x="5321" y="1670"/>
                    </a:cubicBezTo>
                    <a:cubicBezTo>
                      <a:pt x="5497" y="1084"/>
                      <a:pt x="5178" y="538"/>
                      <a:pt x="4606" y="453"/>
                    </a:cubicBezTo>
                    <a:lnTo>
                      <a:pt x="1510" y="11"/>
                    </a:lnTo>
                    <a:cubicBezTo>
                      <a:pt x="1461" y="4"/>
                      <a:pt x="1411" y="0"/>
                      <a:pt x="1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29"/>
              <p:cNvSpPr/>
              <p:nvPr/>
            </p:nvSpPr>
            <p:spPr>
              <a:xfrm rot="-1360361">
                <a:off x="370216" y="4162975"/>
                <a:ext cx="54390" cy="151278"/>
              </a:xfrm>
              <a:custGeom>
                <a:avLst/>
                <a:gdLst/>
                <a:ahLst/>
                <a:cxnLst/>
                <a:rect l="l" t="t" r="r" b="b"/>
                <a:pathLst>
                  <a:path w="639" h="1777" extrusionOk="0">
                    <a:moveTo>
                      <a:pt x="625" y="1"/>
                    </a:moveTo>
                    <a:lnTo>
                      <a:pt x="625" y="1"/>
                    </a:lnTo>
                    <a:cubicBezTo>
                      <a:pt x="475" y="85"/>
                      <a:pt x="358" y="216"/>
                      <a:pt x="280" y="365"/>
                    </a:cubicBezTo>
                    <a:cubicBezTo>
                      <a:pt x="40" y="794"/>
                      <a:pt x="1" y="1341"/>
                      <a:pt x="248" y="1776"/>
                    </a:cubicBezTo>
                    <a:cubicBezTo>
                      <a:pt x="482" y="1354"/>
                      <a:pt x="554" y="931"/>
                      <a:pt x="606" y="469"/>
                    </a:cubicBezTo>
                    <a:cubicBezTo>
                      <a:pt x="619" y="326"/>
                      <a:pt x="638" y="177"/>
                      <a:pt x="625" y="1"/>
                    </a:cubicBezTo>
                    <a:close/>
                  </a:path>
                </a:pathLst>
              </a:custGeom>
              <a:solidFill>
                <a:srgbClr val="162A45">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29"/>
              <p:cNvSpPr/>
              <p:nvPr/>
            </p:nvSpPr>
            <p:spPr>
              <a:xfrm rot="-1360361">
                <a:off x="227461" y="4168752"/>
                <a:ext cx="465594" cy="197930"/>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rgbClr val="162A45">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4" name="Google Shape;1714;p29"/>
          <p:cNvGrpSpPr/>
          <p:nvPr/>
        </p:nvGrpSpPr>
        <p:grpSpPr>
          <a:xfrm>
            <a:off x="168650" y="115310"/>
            <a:ext cx="7571326" cy="4917664"/>
            <a:chOff x="168650" y="115310"/>
            <a:chExt cx="7571326" cy="4917664"/>
          </a:xfrm>
        </p:grpSpPr>
        <p:sp>
          <p:nvSpPr>
            <p:cNvPr id="1715" name="Google Shape;1715;p29"/>
            <p:cNvSpPr/>
            <p:nvPr/>
          </p:nvSpPr>
          <p:spPr>
            <a:xfrm>
              <a:off x="1203400" y="471940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29"/>
            <p:cNvSpPr/>
            <p:nvPr/>
          </p:nvSpPr>
          <p:spPr>
            <a:xfrm>
              <a:off x="1577263" y="488414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9"/>
            <p:cNvSpPr/>
            <p:nvPr/>
          </p:nvSpPr>
          <p:spPr>
            <a:xfrm>
              <a:off x="7666825" y="275963"/>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29"/>
            <p:cNvSpPr/>
            <p:nvPr/>
          </p:nvSpPr>
          <p:spPr>
            <a:xfrm>
              <a:off x="7495363" y="115310"/>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29"/>
            <p:cNvSpPr/>
            <p:nvPr/>
          </p:nvSpPr>
          <p:spPr>
            <a:xfrm>
              <a:off x="168650" y="1122020"/>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9"/>
            <p:cNvSpPr/>
            <p:nvPr/>
          </p:nvSpPr>
          <p:spPr>
            <a:xfrm>
              <a:off x="666788" y="234385"/>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884"/>
        <p:cNvGrpSpPr/>
        <p:nvPr/>
      </p:nvGrpSpPr>
      <p:grpSpPr>
        <a:xfrm>
          <a:off x="0" y="0"/>
          <a:ext cx="0" cy="0"/>
          <a:chOff x="0" y="0"/>
          <a:chExt cx="0" cy="0"/>
        </a:xfrm>
      </p:grpSpPr>
      <p:grpSp>
        <p:nvGrpSpPr>
          <p:cNvPr id="1885" name="Google Shape;1885;p32"/>
          <p:cNvGrpSpPr/>
          <p:nvPr/>
        </p:nvGrpSpPr>
        <p:grpSpPr>
          <a:xfrm>
            <a:off x="-8695" y="-168611"/>
            <a:ext cx="8686931" cy="5467412"/>
            <a:chOff x="-8695" y="-168611"/>
            <a:chExt cx="8686931" cy="5467412"/>
          </a:xfrm>
        </p:grpSpPr>
        <p:sp>
          <p:nvSpPr>
            <p:cNvPr id="1886" name="Google Shape;1886;p32"/>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32"/>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32"/>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32"/>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32"/>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32"/>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32"/>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32"/>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32"/>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32"/>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32"/>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32"/>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2"/>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2"/>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2"/>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1" name="Google Shape;1901;p32"/>
          <p:cNvSpPr/>
          <p:nvPr/>
        </p:nvSpPr>
        <p:spPr>
          <a:xfrm>
            <a:off x="478157" y="303126"/>
            <a:ext cx="8261725" cy="4562550"/>
          </a:xfrm>
          <a:custGeom>
            <a:avLst/>
            <a:gdLst/>
            <a:ahLst/>
            <a:cxnLst/>
            <a:rect l="l" t="t" r="r" b="b"/>
            <a:pathLst>
              <a:path w="330469" h="182502" extrusionOk="0">
                <a:moveTo>
                  <a:pt x="6020" y="152848"/>
                </a:moveTo>
                <a:cubicBezTo>
                  <a:pt x="386" y="138870"/>
                  <a:pt x="-159" y="112857"/>
                  <a:pt x="31" y="89933"/>
                </a:cubicBezTo>
                <a:cubicBezTo>
                  <a:pt x="222" y="67010"/>
                  <a:pt x="-185" y="29840"/>
                  <a:pt x="7163" y="15307"/>
                </a:cubicBezTo>
                <a:cubicBezTo>
                  <a:pt x="14511" y="774"/>
                  <a:pt x="17446" y="5215"/>
                  <a:pt x="44120" y="2734"/>
                </a:cubicBezTo>
                <a:cubicBezTo>
                  <a:pt x="70794" y="253"/>
                  <a:pt x="123902" y="-596"/>
                  <a:pt x="167209" y="420"/>
                </a:cubicBezTo>
                <a:cubicBezTo>
                  <a:pt x="210516" y="1436"/>
                  <a:pt x="277106" y="1713"/>
                  <a:pt x="303962" y="8830"/>
                </a:cubicBezTo>
                <a:cubicBezTo>
                  <a:pt x="330818" y="15947"/>
                  <a:pt x="324282" y="27309"/>
                  <a:pt x="328346" y="43120"/>
                </a:cubicBezTo>
                <a:cubicBezTo>
                  <a:pt x="332410" y="58932"/>
                  <a:pt x="329616" y="83379"/>
                  <a:pt x="328346" y="103699"/>
                </a:cubicBezTo>
                <a:cubicBezTo>
                  <a:pt x="327076" y="124019"/>
                  <a:pt x="329299" y="152277"/>
                  <a:pt x="320726" y="165040"/>
                </a:cubicBezTo>
                <a:cubicBezTo>
                  <a:pt x="312154" y="177804"/>
                  <a:pt x="309134" y="177495"/>
                  <a:pt x="276911" y="180280"/>
                </a:cubicBezTo>
                <a:cubicBezTo>
                  <a:pt x="244688" y="183065"/>
                  <a:pt x="167903" y="182830"/>
                  <a:pt x="127390" y="181750"/>
                </a:cubicBezTo>
                <a:cubicBezTo>
                  <a:pt x="86877" y="180671"/>
                  <a:pt x="54061" y="178620"/>
                  <a:pt x="33833" y="173803"/>
                </a:cubicBezTo>
                <a:cubicBezTo>
                  <a:pt x="13605" y="168986"/>
                  <a:pt x="11654" y="166826"/>
                  <a:pt x="6020" y="152848"/>
                </a:cubicBezTo>
                <a:close/>
              </a:path>
            </a:pathLst>
          </a:custGeom>
          <a:solidFill>
            <a:schemeClr val="dk2"/>
          </a:solidFill>
          <a:ln>
            <a:noFill/>
          </a:ln>
        </p:spPr>
      </p:sp>
      <p:sp>
        <p:nvSpPr>
          <p:cNvPr id="1902" name="Google Shape;1902;p32"/>
          <p:cNvSpPr txBox="1">
            <a:spLocks noGrp="1"/>
          </p:cNvSpPr>
          <p:nvPr>
            <p:ph type="title"/>
          </p:nvPr>
        </p:nvSpPr>
        <p:spPr>
          <a:xfrm>
            <a:off x="2098497" y="883258"/>
            <a:ext cx="49470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03" name="Google Shape;1903;p32"/>
          <p:cNvSpPr txBox="1">
            <a:spLocks noGrp="1"/>
          </p:cNvSpPr>
          <p:nvPr>
            <p:ph type="subTitle" idx="1"/>
          </p:nvPr>
        </p:nvSpPr>
        <p:spPr>
          <a:xfrm>
            <a:off x="2098497" y="1818583"/>
            <a:ext cx="4947000" cy="1119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04" name="Google Shape;1904;p32"/>
          <p:cNvSpPr txBox="1"/>
          <p:nvPr/>
        </p:nvSpPr>
        <p:spPr>
          <a:xfrm>
            <a:off x="2099097" y="3436682"/>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Asap"/>
                <a:ea typeface="Asap"/>
                <a:cs typeface="Asap"/>
                <a:sym typeface="Asap"/>
              </a:rPr>
              <a:t>CREDITS:</a:t>
            </a:r>
            <a:r>
              <a:rPr lang="en" sz="1200">
                <a:solidFill>
                  <a:schemeClr val="dk1"/>
                </a:solidFill>
                <a:latin typeface="Asap"/>
                <a:ea typeface="Asap"/>
                <a:cs typeface="Asap"/>
                <a:sym typeface="Asap"/>
              </a:rPr>
              <a:t> This presentation template was created by </a:t>
            </a:r>
            <a:r>
              <a:rPr lang="en" sz="1200" b="1" u="sng">
                <a:solidFill>
                  <a:schemeClr val="dk1"/>
                </a:solidFill>
                <a:latin typeface="Asap"/>
                <a:ea typeface="Asap"/>
                <a:cs typeface="Asap"/>
                <a:sym typeface="Asap"/>
                <a:hlinkClick r:id="rId2">
                  <a:extLst>
                    <a:ext uri="{A12FA001-AC4F-418D-AE19-62706E023703}">
                      <ahyp:hlinkClr xmlns:ahyp="http://schemas.microsoft.com/office/drawing/2018/hyperlinkcolor" val="tx"/>
                    </a:ext>
                  </a:extLst>
                </a:hlinkClick>
              </a:rPr>
              <a:t>Slidesgo</a:t>
            </a:r>
            <a:r>
              <a:rPr lang="en" sz="1200">
                <a:solidFill>
                  <a:schemeClr val="dk1"/>
                </a:solidFill>
                <a:latin typeface="Asap"/>
                <a:ea typeface="Asap"/>
                <a:cs typeface="Asap"/>
                <a:sym typeface="Asap"/>
              </a:rPr>
              <a:t>, and includes icons by </a:t>
            </a:r>
            <a:r>
              <a:rPr lang="en" sz="1200" b="1" u="sng">
                <a:solidFill>
                  <a:schemeClr val="dk1"/>
                </a:solidFill>
                <a:latin typeface="Asap"/>
                <a:ea typeface="Asap"/>
                <a:cs typeface="Asap"/>
                <a:sym typeface="Asap"/>
                <a:hlinkClick r:id="rId3">
                  <a:extLst>
                    <a:ext uri="{A12FA001-AC4F-418D-AE19-62706E023703}">
                      <ahyp:hlinkClr xmlns:ahyp="http://schemas.microsoft.com/office/drawing/2018/hyperlinkcolor" val="tx"/>
                    </a:ext>
                  </a:extLst>
                </a:hlinkClick>
              </a:rPr>
              <a:t>Flaticon</a:t>
            </a:r>
            <a:r>
              <a:rPr lang="en" sz="1200">
                <a:solidFill>
                  <a:schemeClr val="dk1"/>
                </a:solidFill>
                <a:latin typeface="Asap"/>
                <a:ea typeface="Asap"/>
                <a:cs typeface="Asap"/>
                <a:sym typeface="Asap"/>
              </a:rPr>
              <a:t>, and infographics &amp; images by </a:t>
            </a:r>
            <a:r>
              <a:rPr lang="en" sz="1200" b="1" u="sng">
                <a:solidFill>
                  <a:schemeClr val="dk1"/>
                </a:solidFill>
                <a:latin typeface="Asap"/>
                <a:ea typeface="Asap"/>
                <a:cs typeface="Asap"/>
                <a:sym typeface="Asap"/>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Asap"/>
                <a:ea typeface="Asap"/>
                <a:cs typeface="Asap"/>
                <a:sym typeface="Asap"/>
              </a:rPr>
              <a:t> </a:t>
            </a:r>
            <a:endParaRPr sz="1200" b="1" u="sng">
              <a:solidFill>
                <a:schemeClr val="dk1"/>
              </a:solidFill>
              <a:latin typeface="Asap"/>
              <a:ea typeface="Asap"/>
              <a:cs typeface="Asap"/>
              <a:sym typeface="Asap"/>
            </a:endParaRPr>
          </a:p>
        </p:txBody>
      </p:sp>
      <p:grpSp>
        <p:nvGrpSpPr>
          <p:cNvPr id="1905" name="Google Shape;1905;p32"/>
          <p:cNvGrpSpPr/>
          <p:nvPr/>
        </p:nvGrpSpPr>
        <p:grpSpPr>
          <a:xfrm>
            <a:off x="169650" y="249323"/>
            <a:ext cx="862164" cy="4484189"/>
            <a:chOff x="169650" y="249323"/>
            <a:chExt cx="862164" cy="4484189"/>
          </a:xfrm>
        </p:grpSpPr>
        <p:sp>
          <p:nvSpPr>
            <p:cNvPr id="1906" name="Google Shape;1906;p32"/>
            <p:cNvSpPr/>
            <p:nvPr/>
          </p:nvSpPr>
          <p:spPr>
            <a:xfrm>
              <a:off x="323275" y="416370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2"/>
            <p:cNvSpPr/>
            <p:nvPr/>
          </p:nvSpPr>
          <p:spPr>
            <a:xfrm>
              <a:off x="495563" y="4584685"/>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2"/>
            <p:cNvSpPr/>
            <p:nvPr/>
          </p:nvSpPr>
          <p:spPr>
            <a:xfrm>
              <a:off x="169650" y="883257"/>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2"/>
            <p:cNvSpPr/>
            <p:nvPr/>
          </p:nvSpPr>
          <p:spPr>
            <a:xfrm>
              <a:off x="915563" y="2493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0" name="Google Shape;1910;p32"/>
          <p:cNvGrpSpPr/>
          <p:nvPr/>
        </p:nvGrpSpPr>
        <p:grpSpPr>
          <a:xfrm>
            <a:off x="12" y="-38274"/>
            <a:ext cx="9044665" cy="5113057"/>
            <a:chOff x="12" y="-38274"/>
            <a:chExt cx="9044665" cy="5113057"/>
          </a:xfrm>
        </p:grpSpPr>
        <p:grpSp>
          <p:nvGrpSpPr>
            <p:cNvPr id="1911" name="Google Shape;1911;p32"/>
            <p:cNvGrpSpPr/>
            <p:nvPr/>
          </p:nvGrpSpPr>
          <p:grpSpPr>
            <a:xfrm rot="10308641" flipH="1">
              <a:off x="65567" y="26209"/>
              <a:ext cx="976269" cy="990318"/>
              <a:chOff x="6094825" y="3423575"/>
              <a:chExt cx="472525" cy="479325"/>
            </a:xfrm>
          </p:grpSpPr>
          <p:sp>
            <p:nvSpPr>
              <p:cNvPr id="1912" name="Google Shape;1912;p32"/>
              <p:cNvSpPr/>
              <p:nvPr/>
            </p:nvSpPr>
            <p:spPr>
              <a:xfrm>
                <a:off x="6094825" y="3496475"/>
                <a:ext cx="395775" cy="406425"/>
              </a:xfrm>
              <a:custGeom>
                <a:avLst/>
                <a:gdLst/>
                <a:ahLst/>
                <a:cxnLst/>
                <a:rect l="l" t="t" r="r" b="b"/>
                <a:pathLst>
                  <a:path w="15831" h="16257" extrusionOk="0">
                    <a:moveTo>
                      <a:pt x="8052" y="0"/>
                    </a:moveTo>
                    <a:lnTo>
                      <a:pt x="196" y="9814"/>
                    </a:lnTo>
                    <a:cubicBezTo>
                      <a:pt x="1" y="10061"/>
                      <a:pt x="66" y="10478"/>
                      <a:pt x="332" y="10985"/>
                    </a:cubicBezTo>
                    <a:cubicBezTo>
                      <a:pt x="644" y="11590"/>
                      <a:pt x="1230" y="12331"/>
                      <a:pt x="2010" y="13086"/>
                    </a:cubicBezTo>
                    <a:cubicBezTo>
                      <a:pt x="2348" y="13417"/>
                      <a:pt x="2739" y="13762"/>
                      <a:pt x="3155" y="14094"/>
                    </a:cubicBezTo>
                    <a:cubicBezTo>
                      <a:pt x="4823" y="15428"/>
                      <a:pt x="6503" y="16256"/>
                      <a:pt x="7407" y="16256"/>
                    </a:cubicBezTo>
                    <a:cubicBezTo>
                      <a:pt x="7666" y="16256"/>
                      <a:pt x="7861" y="16188"/>
                      <a:pt x="7974" y="16045"/>
                    </a:cubicBezTo>
                    <a:lnTo>
                      <a:pt x="15830" y="6231"/>
                    </a:lnTo>
                    <a:lnTo>
                      <a:pt x="805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2"/>
              <p:cNvSpPr/>
              <p:nvPr/>
            </p:nvSpPr>
            <p:spPr>
              <a:xfrm>
                <a:off x="6196450" y="3622800"/>
                <a:ext cx="269750" cy="258400"/>
              </a:xfrm>
              <a:custGeom>
                <a:avLst/>
                <a:gdLst/>
                <a:ahLst/>
                <a:cxnLst/>
                <a:rect l="l" t="t" r="r" b="b"/>
                <a:pathLst>
                  <a:path w="10790" h="10336" extrusionOk="0">
                    <a:moveTo>
                      <a:pt x="6328" y="1"/>
                    </a:moveTo>
                    <a:lnTo>
                      <a:pt x="0" y="7903"/>
                    </a:lnTo>
                    <a:cubicBezTo>
                      <a:pt x="0" y="7903"/>
                      <a:pt x="1984" y="10335"/>
                      <a:pt x="4369" y="10335"/>
                    </a:cubicBezTo>
                    <a:cubicBezTo>
                      <a:pt x="4385" y="10335"/>
                      <a:pt x="4400" y="10335"/>
                      <a:pt x="4416" y="10335"/>
                    </a:cubicBezTo>
                    <a:lnTo>
                      <a:pt x="10790" y="2433"/>
                    </a:lnTo>
                    <a:cubicBezTo>
                      <a:pt x="8429" y="1848"/>
                      <a:pt x="6328" y="1"/>
                      <a:pt x="63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2"/>
              <p:cNvSpPr/>
              <p:nvPr/>
            </p:nvSpPr>
            <p:spPr>
              <a:xfrm>
                <a:off x="6103450" y="3509650"/>
                <a:ext cx="260150" cy="313975"/>
              </a:xfrm>
              <a:custGeom>
                <a:avLst/>
                <a:gdLst/>
                <a:ahLst/>
                <a:cxnLst/>
                <a:rect l="l" t="t" r="r" b="b"/>
                <a:pathLst>
                  <a:path w="10406" h="12559" extrusionOk="0">
                    <a:moveTo>
                      <a:pt x="8364" y="0"/>
                    </a:moveTo>
                    <a:lnTo>
                      <a:pt x="0" y="10458"/>
                    </a:lnTo>
                    <a:cubicBezTo>
                      <a:pt x="306" y="11063"/>
                      <a:pt x="891" y="11804"/>
                      <a:pt x="1672" y="12559"/>
                    </a:cubicBezTo>
                    <a:lnTo>
                      <a:pt x="10406" y="1639"/>
                    </a:lnTo>
                    <a:lnTo>
                      <a:pt x="8364" y="0"/>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2"/>
              <p:cNvSpPr/>
              <p:nvPr/>
            </p:nvSpPr>
            <p:spPr>
              <a:xfrm>
                <a:off x="6266025" y="3471600"/>
                <a:ext cx="248150" cy="193775"/>
              </a:xfrm>
              <a:custGeom>
                <a:avLst/>
                <a:gdLst/>
                <a:ahLst/>
                <a:cxnLst/>
                <a:rect l="l" t="t" r="r" b="b"/>
                <a:pathLst>
                  <a:path w="9926" h="7751" extrusionOk="0">
                    <a:moveTo>
                      <a:pt x="1627" y="0"/>
                    </a:moveTo>
                    <a:lnTo>
                      <a:pt x="1627" y="0"/>
                    </a:lnTo>
                    <a:cubicBezTo>
                      <a:pt x="1308" y="13"/>
                      <a:pt x="1048" y="117"/>
                      <a:pt x="879" y="338"/>
                    </a:cubicBezTo>
                    <a:cubicBezTo>
                      <a:pt x="1" y="1431"/>
                      <a:pt x="2329" y="3935"/>
                      <a:pt x="4105" y="5359"/>
                    </a:cubicBezTo>
                    <a:cubicBezTo>
                      <a:pt x="5483" y="6464"/>
                      <a:pt x="7585" y="7751"/>
                      <a:pt x="8857" y="7751"/>
                    </a:cubicBezTo>
                    <a:cubicBezTo>
                      <a:pt x="9218" y="7751"/>
                      <a:pt x="9512" y="7648"/>
                      <a:pt x="9704" y="7408"/>
                    </a:cubicBezTo>
                    <a:cubicBezTo>
                      <a:pt x="9873" y="7187"/>
                      <a:pt x="9925" y="6907"/>
                      <a:pt x="9873" y="6601"/>
                    </a:cubicBezTo>
                    <a:lnTo>
                      <a:pt x="9873" y="6601"/>
                    </a:lnTo>
                    <a:cubicBezTo>
                      <a:pt x="9808" y="6634"/>
                      <a:pt x="9730" y="6660"/>
                      <a:pt x="9646" y="6673"/>
                    </a:cubicBezTo>
                    <a:cubicBezTo>
                      <a:pt x="9574" y="6693"/>
                      <a:pt x="9496" y="6699"/>
                      <a:pt x="9412" y="6699"/>
                    </a:cubicBezTo>
                    <a:lnTo>
                      <a:pt x="8989" y="7232"/>
                    </a:lnTo>
                    <a:lnTo>
                      <a:pt x="8982" y="7278"/>
                    </a:lnTo>
                    <a:lnTo>
                      <a:pt x="8976" y="7278"/>
                    </a:lnTo>
                    <a:cubicBezTo>
                      <a:pt x="8208" y="7252"/>
                      <a:pt x="6550" y="6614"/>
                      <a:pt x="4456" y="4937"/>
                    </a:cubicBezTo>
                    <a:cubicBezTo>
                      <a:pt x="2355" y="3259"/>
                      <a:pt x="1373" y="1789"/>
                      <a:pt x="1178" y="1047"/>
                    </a:cubicBezTo>
                    <a:lnTo>
                      <a:pt x="1633" y="482"/>
                    </a:lnTo>
                    <a:cubicBezTo>
                      <a:pt x="1614" y="397"/>
                      <a:pt x="1607" y="319"/>
                      <a:pt x="1607" y="241"/>
                    </a:cubicBezTo>
                    <a:cubicBezTo>
                      <a:pt x="1601" y="156"/>
                      <a:pt x="1607" y="72"/>
                      <a:pt x="162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2"/>
              <p:cNvSpPr/>
              <p:nvPr/>
            </p:nvSpPr>
            <p:spPr>
              <a:xfrm>
                <a:off x="6295300" y="3483300"/>
                <a:ext cx="205550" cy="169775"/>
              </a:xfrm>
              <a:custGeom>
                <a:avLst/>
                <a:gdLst/>
                <a:ahLst/>
                <a:cxnLst/>
                <a:rect l="l" t="t" r="r" b="b"/>
                <a:pathLst>
                  <a:path w="8222" h="6791" extrusionOk="0">
                    <a:moveTo>
                      <a:pt x="443" y="1"/>
                    </a:moveTo>
                    <a:lnTo>
                      <a:pt x="0" y="566"/>
                    </a:lnTo>
                    <a:cubicBezTo>
                      <a:pt x="202" y="1301"/>
                      <a:pt x="1184" y="2778"/>
                      <a:pt x="3272" y="4449"/>
                    </a:cubicBezTo>
                    <a:cubicBezTo>
                      <a:pt x="5379" y="6133"/>
                      <a:pt x="7031" y="6764"/>
                      <a:pt x="7792" y="6790"/>
                    </a:cubicBezTo>
                    <a:lnTo>
                      <a:pt x="7805" y="6790"/>
                    </a:lnTo>
                    <a:lnTo>
                      <a:pt x="7805" y="6758"/>
                    </a:lnTo>
                    <a:lnTo>
                      <a:pt x="8221" y="6231"/>
                    </a:lnTo>
                    <a:lnTo>
                      <a:pt x="8221" y="6225"/>
                    </a:lnTo>
                    <a:cubicBezTo>
                      <a:pt x="8212" y="6225"/>
                      <a:pt x="8203" y="6225"/>
                      <a:pt x="8195" y="6225"/>
                    </a:cubicBezTo>
                    <a:cubicBezTo>
                      <a:pt x="6930" y="6225"/>
                      <a:pt x="4825" y="4852"/>
                      <a:pt x="3682" y="3935"/>
                    </a:cubicBezTo>
                    <a:cubicBezTo>
                      <a:pt x="2524" y="3018"/>
                      <a:pt x="703" y="1256"/>
                      <a:pt x="4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2"/>
              <p:cNvSpPr/>
              <p:nvPr/>
            </p:nvSpPr>
            <p:spPr>
              <a:xfrm>
                <a:off x="6306675" y="3483300"/>
                <a:ext cx="25" cy="25"/>
              </a:xfrm>
              <a:custGeom>
                <a:avLst/>
                <a:gdLst/>
                <a:ahLst/>
                <a:cxnLst/>
                <a:rect l="l" t="t" r="r" b="b"/>
                <a:pathLst>
                  <a:path w="1" h="1" extrusionOk="0">
                    <a:moveTo>
                      <a:pt x="1" y="1"/>
                    </a:moveTo>
                    <a:lnTo>
                      <a:pt x="1" y="1"/>
                    </a:lnTo>
                    <a:lnTo>
                      <a:pt x="1" y="1"/>
                    </a:lnTo>
                    <a:close/>
                  </a:path>
                </a:pathLst>
              </a:custGeom>
              <a:solidFill>
                <a:srgbClr val="DE87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2"/>
              <p:cNvSpPr/>
              <p:nvPr/>
            </p:nvSpPr>
            <p:spPr>
              <a:xfrm>
                <a:off x="6501150" y="3638900"/>
                <a:ext cx="175" cy="100"/>
              </a:xfrm>
              <a:custGeom>
                <a:avLst/>
                <a:gdLst/>
                <a:ahLst/>
                <a:cxnLst/>
                <a:rect l="l" t="t" r="r" b="b"/>
                <a:pathLst>
                  <a:path w="7" h="4" extrusionOk="0">
                    <a:moveTo>
                      <a:pt x="0" y="1"/>
                    </a:moveTo>
                    <a:cubicBezTo>
                      <a:pt x="0" y="1"/>
                      <a:pt x="0" y="3"/>
                      <a:pt x="2" y="3"/>
                    </a:cubicBezTo>
                    <a:cubicBezTo>
                      <a:pt x="3" y="3"/>
                      <a:pt x="4" y="3"/>
                      <a:pt x="7" y="1"/>
                    </a:cubicBezTo>
                    <a:close/>
                  </a:path>
                </a:pathLst>
              </a:custGeom>
              <a:solidFill>
                <a:srgbClr val="DE87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2"/>
              <p:cNvSpPr/>
              <p:nvPr/>
            </p:nvSpPr>
            <p:spPr>
              <a:xfrm>
                <a:off x="6306675" y="3483150"/>
                <a:ext cx="194650" cy="155950"/>
              </a:xfrm>
              <a:custGeom>
                <a:avLst/>
                <a:gdLst/>
                <a:ahLst/>
                <a:cxnLst/>
                <a:rect l="l" t="t" r="r" b="b"/>
                <a:pathLst>
                  <a:path w="7786" h="6238" extrusionOk="0">
                    <a:moveTo>
                      <a:pt x="7779" y="6231"/>
                    </a:moveTo>
                    <a:cubicBezTo>
                      <a:pt x="7779" y="6237"/>
                      <a:pt x="7779" y="6237"/>
                      <a:pt x="7779" y="6231"/>
                    </a:cubicBezTo>
                    <a:lnTo>
                      <a:pt x="7786" y="6231"/>
                    </a:lnTo>
                    <a:close/>
                    <a:moveTo>
                      <a:pt x="1" y="0"/>
                    </a:moveTo>
                    <a:lnTo>
                      <a:pt x="1" y="0"/>
                    </a:lnTo>
                    <a:cubicBezTo>
                      <a:pt x="1" y="7"/>
                      <a:pt x="1" y="7"/>
                      <a:pt x="1" y="0"/>
                    </a:cubicBezTo>
                    <a:cubicBezTo>
                      <a:pt x="1" y="7"/>
                      <a:pt x="1" y="7"/>
                      <a:pt x="1" y="0"/>
                    </a:cubicBezTo>
                    <a:close/>
                  </a:path>
                </a:pathLst>
              </a:custGeom>
              <a:solidFill>
                <a:srgbClr val="DE87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2"/>
              <p:cNvSpPr/>
              <p:nvPr/>
            </p:nvSpPr>
            <p:spPr>
              <a:xfrm>
                <a:off x="6306200" y="3453550"/>
                <a:ext cx="220325" cy="185400"/>
              </a:xfrm>
              <a:custGeom>
                <a:avLst/>
                <a:gdLst/>
                <a:ahLst/>
                <a:cxnLst/>
                <a:rect l="l" t="t" r="r" b="b"/>
                <a:pathLst>
                  <a:path w="8813" h="7416" extrusionOk="0">
                    <a:moveTo>
                      <a:pt x="982" y="0"/>
                    </a:moveTo>
                    <a:lnTo>
                      <a:pt x="982" y="0"/>
                    </a:lnTo>
                    <a:cubicBezTo>
                      <a:pt x="651" y="7"/>
                      <a:pt x="371" y="104"/>
                      <a:pt x="189" y="339"/>
                    </a:cubicBezTo>
                    <a:cubicBezTo>
                      <a:pt x="98" y="456"/>
                      <a:pt x="39" y="573"/>
                      <a:pt x="13" y="703"/>
                    </a:cubicBezTo>
                    <a:cubicBezTo>
                      <a:pt x="0" y="787"/>
                      <a:pt x="0" y="865"/>
                      <a:pt x="0" y="950"/>
                    </a:cubicBezTo>
                    <a:cubicBezTo>
                      <a:pt x="0" y="1028"/>
                      <a:pt x="7" y="1106"/>
                      <a:pt x="26" y="1184"/>
                    </a:cubicBezTo>
                    <a:lnTo>
                      <a:pt x="26" y="1191"/>
                    </a:lnTo>
                    <a:cubicBezTo>
                      <a:pt x="273" y="2446"/>
                      <a:pt x="2094" y="4202"/>
                      <a:pt x="3252" y="5125"/>
                    </a:cubicBezTo>
                    <a:cubicBezTo>
                      <a:pt x="4384" y="6045"/>
                      <a:pt x="6475" y="7415"/>
                      <a:pt x="7754" y="7415"/>
                    </a:cubicBezTo>
                    <a:cubicBezTo>
                      <a:pt x="7769" y="7415"/>
                      <a:pt x="7783" y="7415"/>
                      <a:pt x="7798" y="7415"/>
                    </a:cubicBezTo>
                    <a:lnTo>
                      <a:pt x="7805" y="7415"/>
                    </a:lnTo>
                    <a:cubicBezTo>
                      <a:pt x="7883" y="7415"/>
                      <a:pt x="7967" y="7402"/>
                      <a:pt x="8039" y="7389"/>
                    </a:cubicBezTo>
                    <a:cubicBezTo>
                      <a:pt x="8123" y="7369"/>
                      <a:pt x="8195" y="7349"/>
                      <a:pt x="8266" y="7317"/>
                    </a:cubicBezTo>
                    <a:cubicBezTo>
                      <a:pt x="8390" y="7258"/>
                      <a:pt x="8494" y="7174"/>
                      <a:pt x="8585" y="7070"/>
                    </a:cubicBezTo>
                    <a:cubicBezTo>
                      <a:pt x="8774" y="6836"/>
                      <a:pt x="8813" y="6550"/>
                      <a:pt x="8741" y="6198"/>
                    </a:cubicBezTo>
                    <a:lnTo>
                      <a:pt x="8741" y="6198"/>
                    </a:lnTo>
                    <a:lnTo>
                      <a:pt x="8260" y="6803"/>
                    </a:lnTo>
                    <a:cubicBezTo>
                      <a:pt x="8234" y="6836"/>
                      <a:pt x="8195" y="6862"/>
                      <a:pt x="8136" y="6875"/>
                    </a:cubicBezTo>
                    <a:cubicBezTo>
                      <a:pt x="8071" y="6894"/>
                      <a:pt x="7980" y="6901"/>
                      <a:pt x="7876" y="6901"/>
                    </a:cubicBezTo>
                    <a:cubicBezTo>
                      <a:pt x="7785" y="6901"/>
                      <a:pt x="7688" y="6894"/>
                      <a:pt x="7577" y="6868"/>
                    </a:cubicBezTo>
                    <a:cubicBezTo>
                      <a:pt x="6758" y="6712"/>
                      <a:pt x="5314" y="6081"/>
                      <a:pt x="3584" y="4690"/>
                    </a:cubicBezTo>
                    <a:cubicBezTo>
                      <a:pt x="1854" y="3298"/>
                      <a:pt x="911" y="2036"/>
                      <a:pt x="586" y="1275"/>
                    </a:cubicBezTo>
                    <a:cubicBezTo>
                      <a:pt x="547" y="1171"/>
                      <a:pt x="514" y="1080"/>
                      <a:pt x="488" y="989"/>
                    </a:cubicBezTo>
                    <a:cubicBezTo>
                      <a:pt x="462" y="891"/>
                      <a:pt x="449" y="800"/>
                      <a:pt x="455" y="729"/>
                    </a:cubicBezTo>
                    <a:cubicBezTo>
                      <a:pt x="462" y="683"/>
                      <a:pt x="481" y="631"/>
                      <a:pt x="501" y="599"/>
                    </a:cubicBezTo>
                    <a:lnTo>
                      <a:pt x="98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2"/>
              <p:cNvSpPr/>
              <p:nvPr/>
            </p:nvSpPr>
            <p:spPr>
              <a:xfrm>
                <a:off x="6341000" y="3436350"/>
                <a:ext cx="202600" cy="159900"/>
              </a:xfrm>
              <a:custGeom>
                <a:avLst/>
                <a:gdLst/>
                <a:ahLst/>
                <a:cxnLst/>
                <a:rect l="l" t="t" r="r" b="b"/>
                <a:pathLst>
                  <a:path w="8104" h="6396" extrusionOk="0">
                    <a:moveTo>
                      <a:pt x="421" y="0"/>
                    </a:moveTo>
                    <a:cubicBezTo>
                      <a:pt x="249" y="0"/>
                      <a:pt x="132" y="36"/>
                      <a:pt x="78" y="103"/>
                    </a:cubicBezTo>
                    <a:cubicBezTo>
                      <a:pt x="0" y="207"/>
                      <a:pt x="13" y="441"/>
                      <a:pt x="163" y="773"/>
                    </a:cubicBezTo>
                    <a:cubicBezTo>
                      <a:pt x="202" y="871"/>
                      <a:pt x="254" y="981"/>
                      <a:pt x="319" y="1092"/>
                    </a:cubicBezTo>
                    <a:cubicBezTo>
                      <a:pt x="377" y="1209"/>
                      <a:pt x="455" y="1319"/>
                      <a:pt x="533" y="1449"/>
                    </a:cubicBezTo>
                    <a:cubicBezTo>
                      <a:pt x="689" y="1683"/>
                      <a:pt x="878" y="1937"/>
                      <a:pt x="1106" y="2217"/>
                    </a:cubicBezTo>
                    <a:cubicBezTo>
                      <a:pt x="1275" y="2425"/>
                      <a:pt x="1470" y="2639"/>
                      <a:pt x="1691" y="2867"/>
                    </a:cubicBezTo>
                    <a:cubicBezTo>
                      <a:pt x="2094" y="3290"/>
                      <a:pt x="2582" y="3726"/>
                      <a:pt x="3161" y="4187"/>
                    </a:cubicBezTo>
                    <a:cubicBezTo>
                      <a:pt x="3740" y="4643"/>
                      <a:pt x="4279" y="5026"/>
                      <a:pt x="4780" y="5325"/>
                    </a:cubicBezTo>
                    <a:cubicBezTo>
                      <a:pt x="5047" y="5488"/>
                      <a:pt x="5307" y="5638"/>
                      <a:pt x="5541" y="5761"/>
                    </a:cubicBezTo>
                    <a:cubicBezTo>
                      <a:pt x="5860" y="5924"/>
                      <a:pt x="6152" y="6054"/>
                      <a:pt x="6413" y="6151"/>
                    </a:cubicBezTo>
                    <a:cubicBezTo>
                      <a:pt x="6549" y="6197"/>
                      <a:pt x="6686" y="6242"/>
                      <a:pt x="6809" y="6282"/>
                    </a:cubicBezTo>
                    <a:cubicBezTo>
                      <a:pt x="6939" y="6314"/>
                      <a:pt x="7056" y="6347"/>
                      <a:pt x="7161" y="6360"/>
                    </a:cubicBezTo>
                    <a:cubicBezTo>
                      <a:pt x="7292" y="6383"/>
                      <a:pt x="7406" y="6395"/>
                      <a:pt x="7503" y="6395"/>
                    </a:cubicBezTo>
                    <a:cubicBezTo>
                      <a:pt x="7670" y="6395"/>
                      <a:pt x="7783" y="6360"/>
                      <a:pt x="7837" y="6295"/>
                    </a:cubicBezTo>
                    <a:cubicBezTo>
                      <a:pt x="8104" y="5963"/>
                      <a:pt x="7258" y="4213"/>
                      <a:pt x="4754" y="2217"/>
                    </a:cubicBezTo>
                    <a:cubicBezTo>
                      <a:pt x="2739" y="603"/>
                      <a:pt x="1121" y="0"/>
                      <a:pt x="4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2"/>
              <p:cNvSpPr/>
              <p:nvPr/>
            </p:nvSpPr>
            <p:spPr>
              <a:xfrm>
                <a:off x="6328950" y="3423575"/>
                <a:ext cx="238400" cy="185100"/>
              </a:xfrm>
              <a:custGeom>
                <a:avLst/>
                <a:gdLst/>
                <a:ahLst/>
                <a:cxnLst/>
                <a:rect l="l" t="t" r="r" b="b"/>
                <a:pathLst>
                  <a:path w="9536" h="7404" extrusionOk="0">
                    <a:moveTo>
                      <a:pt x="900" y="520"/>
                    </a:moveTo>
                    <a:cubicBezTo>
                      <a:pt x="1599" y="520"/>
                      <a:pt x="3218" y="1118"/>
                      <a:pt x="5236" y="2734"/>
                    </a:cubicBezTo>
                    <a:cubicBezTo>
                      <a:pt x="7747" y="4744"/>
                      <a:pt x="8592" y="6493"/>
                      <a:pt x="8325" y="6832"/>
                    </a:cubicBezTo>
                    <a:cubicBezTo>
                      <a:pt x="8268" y="6881"/>
                      <a:pt x="8154" y="6912"/>
                      <a:pt x="7988" y="6912"/>
                    </a:cubicBezTo>
                    <a:cubicBezTo>
                      <a:pt x="7890" y="6912"/>
                      <a:pt x="7775" y="6901"/>
                      <a:pt x="7643" y="6877"/>
                    </a:cubicBezTo>
                    <a:cubicBezTo>
                      <a:pt x="7538" y="6864"/>
                      <a:pt x="7421" y="6832"/>
                      <a:pt x="7291" y="6799"/>
                    </a:cubicBezTo>
                    <a:cubicBezTo>
                      <a:pt x="7174" y="6767"/>
                      <a:pt x="7031" y="6714"/>
                      <a:pt x="6895" y="6669"/>
                    </a:cubicBezTo>
                    <a:cubicBezTo>
                      <a:pt x="6634" y="6571"/>
                      <a:pt x="6342" y="6441"/>
                      <a:pt x="6023" y="6279"/>
                    </a:cubicBezTo>
                    <a:cubicBezTo>
                      <a:pt x="5789" y="6155"/>
                      <a:pt x="5529" y="6012"/>
                      <a:pt x="5262" y="5849"/>
                    </a:cubicBezTo>
                    <a:cubicBezTo>
                      <a:pt x="4768" y="5544"/>
                      <a:pt x="4222" y="5167"/>
                      <a:pt x="3643" y="4711"/>
                    </a:cubicBezTo>
                    <a:cubicBezTo>
                      <a:pt x="3064" y="4243"/>
                      <a:pt x="2576" y="3807"/>
                      <a:pt x="2173" y="3385"/>
                    </a:cubicBezTo>
                    <a:cubicBezTo>
                      <a:pt x="1952" y="3157"/>
                      <a:pt x="1757" y="2942"/>
                      <a:pt x="1588" y="2734"/>
                    </a:cubicBezTo>
                    <a:cubicBezTo>
                      <a:pt x="1360" y="2455"/>
                      <a:pt x="1171" y="2207"/>
                      <a:pt x="1015" y="1967"/>
                    </a:cubicBezTo>
                    <a:cubicBezTo>
                      <a:pt x="937" y="1837"/>
                      <a:pt x="866" y="1726"/>
                      <a:pt x="801" y="1609"/>
                    </a:cubicBezTo>
                    <a:cubicBezTo>
                      <a:pt x="736" y="1499"/>
                      <a:pt x="684" y="1388"/>
                      <a:pt x="645" y="1290"/>
                    </a:cubicBezTo>
                    <a:cubicBezTo>
                      <a:pt x="495" y="959"/>
                      <a:pt x="482" y="725"/>
                      <a:pt x="560" y="621"/>
                    </a:cubicBezTo>
                    <a:cubicBezTo>
                      <a:pt x="614" y="556"/>
                      <a:pt x="729" y="520"/>
                      <a:pt x="900" y="520"/>
                    </a:cubicBezTo>
                    <a:close/>
                    <a:moveTo>
                      <a:pt x="1058" y="1"/>
                    </a:moveTo>
                    <a:cubicBezTo>
                      <a:pt x="710" y="1"/>
                      <a:pt x="422" y="102"/>
                      <a:pt x="228" y="341"/>
                    </a:cubicBezTo>
                    <a:cubicBezTo>
                      <a:pt x="40" y="575"/>
                      <a:pt x="1" y="868"/>
                      <a:pt x="66" y="1193"/>
                    </a:cubicBezTo>
                    <a:lnTo>
                      <a:pt x="66" y="1206"/>
                    </a:lnTo>
                    <a:cubicBezTo>
                      <a:pt x="85" y="1284"/>
                      <a:pt x="105" y="1375"/>
                      <a:pt x="137" y="1466"/>
                    </a:cubicBezTo>
                    <a:cubicBezTo>
                      <a:pt x="170" y="1551"/>
                      <a:pt x="215" y="1642"/>
                      <a:pt x="254" y="1739"/>
                    </a:cubicBezTo>
                    <a:cubicBezTo>
                      <a:pt x="326" y="1895"/>
                      <a:pt x="417" y="2058"/>
                      <a:pt x="521" y="2227"/>
                    </a:cubicBezTo>
                    <a:cubicBezTo>
                      <a:pt x="612" y="2357"/>
                      <a:pt x="703" y="2494"/>
                      <a:pt x="807" y="2637"/>
                    </a:cubicBezTo>
                    <a:cubicBezTo>
                      <a:pt x="931" y="2799"/>
                      <a:pt x="1061" y="2968"/>
                      <a:pt x="1204" y="3131"/>
                    </a:cubicBezTo>
                    <a:cubicBezTo>
                      <a:pt x="1861" y="3905"/>
                      <a:pt x="2667" y="4633"/>
                      <a:pt x="3285" y="5128"/>
                    </a:cubicBezTo>
                    <a:cubicBezTo>
                      <a:pt x="3903" y="5628"/>
                      <a:pt x="4800" y="6253"/>
                      <a:pt x="5691" y="6721"/>
                    </a:cubicBezTo>
                    <a:cubicBezTo>
                      <a:pt x="5880" y="6832"/>
                      <a:pt x="6075" y="6916"/>
                      <a:pt x="6264" y="7001"/>
                    </a:cubicBezTo>
                    <a:cubicBezTo>
                      <a:pt x="6413" y="7072"/>
                      <a:pt x="6569" y="7131"/>
                      <a:pt x="6719" y="7189"/>
                    </a:cubicBezTo>
                    <a:cubicBezTo>
                      <a:pt x="6901" y="7254"/>
                      <a:pt x="7083" y="7306"/>
                      <a:pt x="7252" y="7339"/>
                    </a:cubicBezTo>
                    <a:cubicBezTo>
                      <a:pt x="7350" y="7365"/>
                      <a:pt x="7447" y="7384"/>
                      <a:pt x="7545" y="7391"/>
                    </a:cubicBezTo>
                    <a:cubicBezTo>
                      <a:pt x="7636" y="7397"/>
                      <a:pt x="7727" y="7404"/>
                      <a:pt x="7812" y="7404"/>
                    </a:cubicBezTo>
                    <a:lnTo>
                      <a:pt x="7825" y="7404"/>
                    </a:lnTo>
                    <a:cubicBezTo>
                      <a:pt x="8156" y="7397"/>
                      <a:pt x="8429" y="7300"/>
                      <a:pt x="8618" y="7066"/>
                    </a:cubicBezTo>
                    <a:cubicBezTo>
                      <a:pt x="9535" y="5941"/>
                      <a:pt x="7025" y="3450"/>
                      <a:pt x="5568" y="2286"/>
                    </a:cubicBezTo>
                    <a:cubicBezTo>
                      <a:pt x="4428" y="1370"/>
                      <a:pt x="2338" y="1"/>
                      <a:pt x="10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2"/>
              <p:cNvSpPr/>
              <p:nvPr/>
            </p:nvSpPr>
            <p:spPr>
              <a:xfrm>
                <a:off x="6317400" y="3453875"/>
                <a:ext cx="207350" cy="172650"/>
              </a:xfrm>
              <a:custGeom>
                <a:avLst/>
                <a:gdLst/>
                <a:ahLst/>
                <a:cxnLst/>
                <a:rect l="l" t="t" r="r" b="b"/>
                <a:pathLst>
                  <a:path w="8294" h="6906" extrusionOk="0">
                    <a:moveTo>
                      <a:pt x="534" y="0"/>
                    </a:moveTo>
                    <a:lnTo>
                      <a:pt x="60" y="605"/>
                    </a:lnTo>
                    <a:cubicBezTo>
                      <a:pt x="33" y="638"/>
                      <a:pt x="14" y="677"/>
                      <a:pt x="7" y="735"/>
                    </a:cubicBezTo>
                    <a:cubicBezTo>
                      <a:pt x="1" y="800"/>
                      <a:pt x="14" y="885"/>
                      <a:pt x="40" y="995"/>
                    </a:cubicBezTo>
                    <a:cubicBezTo>
                      <a:pt x="60" y="1074"/>
                      <a:pt x="92" y="1171"/>
                      <a:pt x="138" y="1275"/>
                    </a:cubicBezTo>
                    <a:cubicBezTo>
                      <a:pt x="463" y="2043"/>
                      <a:pt x="1406" y="3304"/>
                      <a:pt x="3136" y="4690"/>
                    </a:cubicBezTo>
                    <a:cubicBezTo>
                      <a:pt x="4879" y="6081"/>
                      <a:pt x="6316" y="6719"/>
                      <a:pt x="7129" y="6868"/>
                    </a:cubicBezTo>
                    <a:cubicBezTo>
                      <a:pt x="7246" y="6888"/>
                      <a:pt x="7344" y="6901"/>
                      <a:pt x="7428" y="6901"/>
                    </a:cubicBezTo>
                    <a:cubicBezTo>
                      <a:pt x="7459" y="6904"/>
                      <a:pt x="7488" y="6906"/>
                      <a:pt x="7515" y="6906"/>
                    </a:cubicBezTo>
                    <a:cubicBezTo>
                      <a:pt x="7584" y="6906"/>
                      <a:pt x="7641" y="6895"/>
                      <a:pt x="7688" y="6881"/>
                    </a:cubicBezTo>
                    <a:cubicBezTo>
                      <a:pt x="7747" y="6862"/>
                      <a:pt x="7786" y="6836"/>
                      <a:pt x="7812" y="6803"/>
                    </a:cubicBezTo>
                    <a:lnTo>
                      <a:pt x="8293" y="6205"/>
                    </a:lnTo>
                    <a:cubicBezTo>
                      <a:pt x="8202" y="6205"/>
                      <a:pt x="8111" y="6198"/>
                      <a:pt x="8026" y="6185"/>
                    </a:cubicBezTo>
                    <a:cubicBezTo>
                      <a:pt x="7929" y="6179"/>
                      <a:pt x="7831" y="6166"/>
                      <a:pt x="7734" y="6140"/>
                    </a:cubicBezTo>
                    <a:cubicBezTo>
                      <a:pt x="7558" y="6107"/>
                      <a:pt x="7383" y="6049"/>
                      <a:pt x="7194" y="5984"/>
                    </a:cubicBezTo>
                    <a:cubicBezTo>
                      <a:pt x="7051" y="5925"/>
                      <a:pt x="6895" y="5873"/>
                      <a:pt x="6739" y="5795"/>
                    </a:cubicBezTo>
                    <a:cubicBezTo>
                      <a:pt x="6550" y="5717"/>
                      <a:pt x="6355" y="5626"/>
                      <a:pt x="6173" y="5522"/>
                    </a:cubicBezTo>
                    <a:cubicBezTo>
                      <a:pt x="5275" y="5047"/>
                      <a:pt x="4384" y="4423"/>
                      <a:pt x="3767" y="3929"/>
                    </a:cubicBezTo>
                    <a:cubicBezTo>
                      <a:pt x="3149" y="3434"/>
                      <a:pt x="2342" y="2699"/>
                      <a:pt x="1685" y="1925"/>
                    </a:cubicBezTo>
                    <a:cubicBezTo>
                      <a:pt x="1536" y="1763"/>
                      <a:pt x="1406" y="1594"/>
                      <a:pt x="1282" y="1431"/>
                    </a:cubicBezTo>
                    <a:cubicBezTo>
                      <a:pt x="1178" y="1295"/>
                      <a:pt x="1087" y="1158"/>
                      <a:pt x="1003" y="1028"/>
                    </a:cubicBezTo>
                    <a:cubicBezTo>
                      <a:pt x="892" y="852"/>
                      <a:pt x="807" y="690"/>
                      <a:pt x="729" y="540"/>
                    </a:cubicBezTo>
                    <a:cubicBezTo>
                      <a:pt x="690" y="443"/>
                      <a:pt x="651" y="352"/>
                      <a:pt x="619" y="261"/>
                    </a:cubicBezTo>
                    <a:cubicBezTo>
                      <a:pt x="586" y="170"/>
                      <a:pt x="560" y="85"/>
                      <a:pt x="5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2"/>
              <p:cNvSpPr/>
              <p:nvPr/>
            </p:nvSpPr>
            <p:spPr>
              <a:xfrm>
                <a:off x="6330575" y="3453375"/>
                <a:ext cx="200" cy="350"/>
              </a:xfrm>
              <a:custGeom>
                <a:avLst/>
                <a:gdLst/>
                <a:ahLst/>
                <a:cxnLst/>
                <a:rect l="l" t="t" r="r" b="b"/>
                <a:pathLst>
                  <a:path w="8" h="14" extrusionOk="0">
                    <a:moveTo>
                      <a:pt x="1" y="14"/>
                    </a:moveTo>
                    <a:lnTo>
                      <a:pt x="7" y="1"/>
                    </a:lnTo>
                  </a:path>
                </a:pathLst>
              </a:custGeom>
              <a:solidFill>
                <a:srgbClr val="DE87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2"/>
              <p:cNvSpPr/>
              <p:nvPr/>
            </p:nvSpPr>
            <p:spPr>
              <a:xfrm>
                <a:off x="6524725" y="3608650"/>
                <a:ext cx="175" cy="350"/>
              </a:xfrm>
              <a:custGeom>
                <a:avLst/>
                <a:gdLst/>
                <a:ahLst/>
                <a:cxnLst/>
                <a:rect l="l" t="t" r="r" b="b"/>
                <a:pathLst>
                  <a:path w="7" h="14" extrusionOk="0">
                    <a:moveTo>
                      <a:pt x="0" y="14"/>
                    </a:moveTo>
                    <a:lnTo>
                      <a:pt x="7" y="1"/>
                    </a:lnTo>
                  </a:path>
                </a:pathLst>
              </a:custGeom>
              <a:solidFill>
                <a:srgbClr val="DE87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2"/>
              <p:cNvSpPr/>
              <p:nvPr/>
            </p:nvSpPr>
            <p:spPr>
              <a:xfrm>
                <a:off x="6293825" y="3497600"/>
                <a:ext cx="1325" cy="1650"/>
              </a:xfrm>
              <a:custGeom>
                <a:avLst/>
                <a:gdLst/>
                <a:ahLst/>
                <a:cxnLst/>
                <a:rect l="l" t="t" r="r" b="b"/>
                <a:pathLst>
                  <a:path w="53" h="66" extrusionOk="0">
                    <a:moveTo>
                      <a:pt x="1" y="66"/>
                    </a:moveTo>
                    <a:lnTo>
                      <a:pt x="53" y="1"/>
                    </a:lnTo>
                  </a:path>
                </a:pathLst>
              </a:custGeom>
              <a:solidFill>
                <a:srgbClr val="DE87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7" name="Google Shape;1927;p32"/>
            <p:cNvGrpSpPr/>
            <p:nvPr/>
          </p:nvGrpSpPr>
          <p:grpSpPr>
            <a:xfrm>
              <a:off x="39249" y="4283353"/>
              <a:ext cx="220800" cy="208435"/>
              <a:chOff x="3459075" y="2396200"/>
              <a:chExt cx="59350" cy="56025"/>
            </a:xfrm>
          </p:grpSpPr>
          <p:sp>
            <p:nvSpPr>
              <p:cNvPr id="1928" name="Google Shape;1928;p32"/>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2"/>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0" name="Google Shape;1930;p32"/>
            <p:cNvGrpSpPr/>
            <p:nvPr/>
          </p:nvGrpSpPr>
          <p:grpSpPr>
            <a:xfrm>
              <a:off x="120565" y="4714036"/>
              <a:ext cx="318966" cy="282672"/>
              <a:chOff x="3121200" y="2543625"/>
              <a:chExt cx="73850" cy="65450"/>
            </a:xfrm>
          </p:grpSpPr>
          <p:sp>
            <p:nvSpPr>
              <p:cNvPr id="1931" name="Google Shape;1931;p32"/>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2"/>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3" name="Google Shape;1933;p32"/>
            <p:cNvGrpSpPr/>
            <p:nvPr/>
          </p:nvGrpSpPr>
          <p:grpSpPr>
            <a:xfrm>
              <a:off x="730804" y="4765898"/>
              <a:ext cx="220797" cy="178923"/>
              <a:chOff x="3145425" y="2401425"/>
              <a:chExt cx="65400" cy="53000"/>
            </a:xfrm>
          </p:grpSpPr>
          <p:sp>
            <p:nvSpPr>
              <p:cNvPr id="1934" name="Google Shape;1934;p32"/>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2"/>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6" name="Google Shape;1936;p32"/>
            <p:cNvGrpSpPr/>
            <p:nvPr/>
          </p:nvGrpSpPr>
          <p:grpSpPr>
            <a:xfrm>
              <a:off x="8069919" y="232903"/>
              <a:ext cx="100614" cy="100454"/>
              <a:chOff x="3326075" y="2546450"/>
              <a:chExt cx="81800" cy="81650"/>
            </a:xfrm>
          </p:grpSpPr>
          <p:sp>
            <p:nvSpPr>
              <p:cNvPr id="1937" name="Google Shape;1937;p32"/>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2"/>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9" name="Google Shape;1939;p32"/>
            <p:cNvGrpSpPr/>
            <p:nvPr/>
          </p:nvGrpSpPr>
          <p:grpSpPr>
            <a:xfrm>
              <a:off x="7748700" y="3758863"/>
              <a:ext cx="1295977" cy="1315920"/>
              <a:chOff x="5937425" y="1900150"/>
              <a:chExt cx="354150" cy="359600"/>
            </a:xfrm>
          </p:grpSpPr>
          <p:sp>
            <p:nvSpPr>
              <p:cNvPr id="1940" name="Google Shape;1940;p32"/>
              <p:cNvSpPr/>
              <p:nvPr/>
            </p:nvSpPr>
            <p:spPr>
              <a:xfrm>
                <a:off x="6085075" y="2041525"/>
                <a:ext cx="48800" cy="19450"/>
              </a:xfrm>
              <a:custGeom>
                <a:avLst/>
                <a:gdLst/>
                <a:ahLst/>
                <a:cxnLst/>
                <a:rect l="l" t="t" r="r" b="b"/>
                <a:pathLst>
                  <a:path w="1952" h="778" extrusionOk="0">
                    <a:moveTo>
                      <a:pt x="646" y="0"/>
                    </a:moveTo>
                    <a:cubicBezTo>
                      <a:pt x="488" y="0"/>
                      <a:pt x="344" y="12"/>
                      <a:pt x="234" y="37"/>
                    </a:cubicBezTo>
                    <a:cubicBezTo>
                      <a:pt x="104" y="56"/>
                      <a:pt x="52" y="102"/>
                      <a:pt x="39" y="147"/>
                    </a:cubicBezTo>
                    <a:lnTo>
                      <a:pt x="0" y="589"/>
                    </a:lnTo>
                    <a:cubicBezTo>
                      <a:pt x="7" y="537"/>
                      <a:pt x="72" y="498"/>
                      <a:pt x="195" y="472"/>
                    </a:cubicBezTo>
                    <a:cubicBezTo>
                      <a:pt x="304" y="450"/>
                      <a:pt x="445" y="439"/>
                      <a:pt x="599" y="439"/>
                    </a:cubicBezTo>
                    <a:cubicBezTo>
                      <a:pt x="898" y="439"/>
                      <a:pt x="1250" y="480"/>
                      <a:pt x="1529" y="557"/>
                    </a:cubicBezTo>
                    <a:cubicBezTo>
                      <a:pt x="1789" y="622"/>
                      <a:pt x="1919" y="700"/>
                      <a:pt x="1912" y="778"/>
                    </a:cubicBezTo>
                    <a:lnTo>
                      <a:pt x="1951" y="336"/>
                    </a:lnTo>
                    <a:cubicBezTo>
                      <a:pt x="1951" y="271"/>
                      <a:pt x="1821" y="186"/>
                      <a:pt x="1568" y="115"/>
                    </a:cubicBezTo>
                    <a:cubicBezTo>
                      <a:pt x="1299" y="42"/>
                      <a:pt x="947"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2"/>
              <p:cNvSpPr/>
              <p:nvPr/>
            </p:nvSpPr>
            <p:spPr>
              <a:xfrm>
                <a:off x="6082300" y="2052325"/>
                <a:ext cx="53850" cy="12150"/>
              </a:xfrm>
              <a:custGeom>
                <a:avLst/>
                <a:gdLst/>
                <a:ahLst/>
                <a:cxnLst/>
                <a:rect l="l" t="t" r="r" b="b"/>
                <a:pathLst>
                  <a:path w="2154" h="486" extrusionOk="0">
                    <a:moveTo>
                      <a:pt x="714" y="1"/>
                    </a:moveTo>
                    <a:cubicBezTo>
                      <a:pt x="559" y="1"/>
                      <a:pt x="419" y="12"/>
                      <a:pt x="313" y="34"/>
                    </a:cubicBezTo>
                    <a:cubicBezTo>
                      <a:pt x="1" y="99"/>
                      <a:pt x="79" y="255"/>
                      <a:pt x="502" y="365"/>
                    </a:cubicBezTo>
                    <a:cubicBezTo>
                      <a:pt x="776" y="443"/>
                      <a:pt x="1130" y="486"/>
                      <a:pt x="1430" y="486"/>
                    </a:cubicBezTo>
                    <a:cubicBezTo>
                      <a:pt x="1585" y="486"/>
                      <a:pt x="1726" y="474"/>
                      <a:pt x="1835" y="450"/>
                    </a:cubicBezTo>
                    <a:cubicBezTo>
                      <a:pt x="2153" y="385"/>
                      <a:pt x="2069" y="229"/>
                      <a:pt x="1646" y="118"/>
                    </a:cubicBezTo>
                    <a:cubicBezTo>
                      <a:pt x="1368" y="41"/>
                      <a:pt x="1013" y="1"/>
                      <a:pt x="71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2"/>
              <p:cNvSpPr/>
              <p:nvPr/>
            </p:nvSpPr>
            <p:spPr>
              <a:xfrm>
                <a:off x="6006700" y="2030575"/>
                <a:ext cx="53200" cy="33975"/>
              </a:xfrm>
              <a:custGeom>
                <a:avLst/>
                <a:gdLst/>
                <a:ahLst/>
                <a:cxnLst/>
                <a:rect l="l" t="t" r="r" b="b"/>
                <a:pathLst>
                  <a:path w="2128" h="1359" extrusionOk="0">
                    <a:moveTo>
                      <a:pt x="2124" y="894"/>
                    </a:moveTo>
                    <a:lnTo>
                      <a:pt x="2127" y="910"/>
                    </a:lnTo>
                    <a:cubicBezTo>
                      <a:pt x="2126" y="905"/>
                      <a:pt x="2125" y="900"/>
                      <a:pt x="2124" y="894"/>
                    </a:cubicBezTo>
                    <a:close/>
                    <a:moveTo>
                      <a:pt x="1140" y="1"/>
                    </a:moveTo>
                    <a:cubicBezTo>
                      <a:pt x="866" y="1"/>
                      <a:pt x="585" y="97"/>
                      <a:pt x="365" y="286"/>
                    </a:cubicBezTo>
                    <a:cubicBezTo>
                      <a:pt x="105" y="514"/>
                      <a:pt x="1" y="832"/>
                      <a:pt x="66" y="1112"/>
                    </a:cubicBezTo>
                    <a:lnTo>
                      <a:pt x="112" y="1335"/>
                    </a:lnTo>
                    <a:lnTo>
                      <a:pt x="112" y="1335"/>
                    </a:lnTo>
                    <a:cubicBezTo>
                      <a:pt x="58" y="1055"/>
                      <a:pt x="158" y="748"/>
                      <a:pt x="423" y="527"/>
                    </a:cubicBezTo>
                    <a:cubicBezTo>
                      <a:pt x="636" y="341"/>
                      <a:pt x="912" y="248"/>
                      <a:pt x="1182" y="248"/>
                    </a:cubicBezTo>
                    <a:cubicBezTo>
                      <a:pt x="1433" y="248"/>
                      <a:pt x="1679" y="328"/>
                      <a:pt x="1867" y="488"/>
                    </a:cubicBezTo>
                    <a:cubicBezTo>
                      <a:pt x="1999" y="600"/>
                      <a:pt x="2088" y="750"/>
                      <a:pt x="2124" y="894"/>
                    </a:cubicBezTo>
                    <a:lnTo>
                      <a:pt x="2124" y="894"/>
                    </a:lnTo>
                    <a:lnTo>
                      <a:pt x="2069" y="657"/>
                    </a:lnTo>
                    <a:cubicBezTo>
                      <a:pt x="2030" y="507"/>
                      <a:pt x="1952" y="357"/>
                      <a:pt x="1809" y="234"/>
                    </a:cubicBezTo>
                    <a:cubicBezTo>
                      <a:pt x="1624" y="77"/>
                      <a:pt x="1385" y="1"/>
                      <a:pt x="1140" y="1"/>
                    </a:cubicBezTo>
                    <a:close/>
                    <a:moveTo>
                      <a:pt x="112" y="1335"/>
                    </a:moveTo>
                    <a:lnTo>
                      <a:pt x="112" y="1335"/>
                    </a:lnTo>
                    <a:cubicBezTo>
                      <a:pt x="114" y="1343"/>
                      <a:pt x="116" y="1351"/>
                      <a:pt x="118" y="1359"/>
                    </a:cubicBezTo>
                    <a:lnTo>
                      <a:pt x="112" y="1335"/>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2"/>
              <p:cNvSpPr/>
              <p:nvPr/>
            </p:nvSpPr>
            <p:spPr>
              <a:xfrm>
                <a:off x="6006225" y="2036850"/>
                <a:ext cx="56925" cy="44425"/>
              </a:xfrm>
              <a:custGeom>
                <a:avLst/>
                <a:gdLst/>
                <a:ahLst/>
                <a:cxnLst/>
                <a:rect l="l" t="t" r="r" b="b"/>
                <a:pathLst>
                  <a:path w="2277" h="1777" extrusionOk="0">
                    <a:moveTo>
                      <a:pt x="1211" y="1"/>
                    </a:moveTo>
                    <a:cubicBezTo>
                      <a:pt x="936" y="1"/>
                      <a:pt x="655" y="97"/>
                      <a:pt x="436" y="289"/>
                    </a:cubicBezTo>
                    <a:cubicBezTo>
                      <a:pt x="26" y="646"/>
                      <a:pt x="0" y="1206"/>
                      <a:pt x="390" y="1537"/>
                    </a:cubicBezTo>
                    <a:cubicBezTo>
                      <a:pt x="575" y="1698"/>
                      <a:pt x="818" y="1776"/>
                      <a:pt x="1065" y="1776"/>
                    </a:cubicBezTo>
                    <a:cubicBezTo>
                      <a:pt x="1340" y="1776"/>
                      <a:pt x="1622" y="1680"/>
                      <a:pt x="1841" y="1492"/>
                    </a:cubicBezTo>
                    <a:cubicBezTo>
                      <a:pt x="2250" y="1134"/>
                      <a:pt x="2276" y="575"/>
                      <a:pt x="1886" y="237"/>
                    </a:cubicBezTo>
                    <a:cubicBezTo>
                      <a:pt x="1701" y="79"/>
                      <a:pt x="1459" y="1"/>
                      <a:pt x="12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2"/>
              <p:cNvSpPr/>
              <p:nvPr/>
            </p:nvSpPr>
            <p:spPr>
              <a:xfrm>
                <a:off x="6060850" y="2160850"/>
                <a:ext cx="34825" cy="46475"/>
              </a:xfrm>
              <a:custGeom>
                <a:avLst/>
                <a:gdLst/>
                <a:ahLst/>
                <a:cxnLst/>
                <a:rect l="l" t="t" r="r" b="b"/>
                <a:pathLst>
                  <a:path w="1393" h="1859" extrusionOk="0">
                    <a:moveTo>
                      <a:pt x="1356" y="96"/>
                    </a:moveTo>
                    <a:lnTo>
                      <a:pt x="1392" y="109"/>
                    </a:lnTo>
                    <a:cubicBezTo>
                      <a:pt x="1380" y="104"/>
                      <a:pt x="1368" y="100"/>
                      <a:pt x="1356" y="96"/>
                    </a:cubicBezTo>
                    <a:close/>
                    <a:moveTo>
                      <a:pt x="957" y="1"/>
                    </a:moveTo>
                    <a:cubicBezTo>
                      <a:pt x="885" y="1"/>
                      <a:pt x="811" y="12"/>
                      <a:pt x="735" y="37"/>
                    </a:cubicBezTo>
                    <a:cubicBezTo>
                      <a:pt x="293" y="174"/>
                      <a:pt x="0" y="675"/>
                      <a:pt x="85" y="1156"/>
                    </a:cubicBezTo>
                    <a:cubicBezTo>
                      <a:pt x="130" y="1468"/>
                      <a:pt x="325" y="1696"/>
                      <a:pt x="573" y="1780"/>
                    </a:cubicBezTo>
                    <a:lnTo>
                      <a:pt x="781" y="1858"/>
                    </a:lnTo>
                    <a:cubicBezTo>
                      <a:pt x="540" y="1767"/>
                      <a:pt x="345" y="1539"/>
                      <a:pt x="293" y="1227"/>
                    </a:cubicBezTo>
                    <a:cubicBezTo>
                      <a:pt x="215" y="753"/>
                      <a:pt x="508" y="245"/>
                      <a:pt x="943" y="109"/>
                    </a:cubicBezTo>
                    <a:cubicBezTo>
                      <a:pt x="1021" y="83"/>
                      <a:pt x="1099" y="70"/>
                      <a:pt x="1175" y="70"/>
                    </a:cubicBezTo>
                    <a:cubicBezTo>
                      <a:pt x="1237" y="70"/>
                      <a:pt x="1298" y="79"/>
                      <a:pt x="1356" y="96"/>
                    </a:cubicBezTo>
                    <a:lnTo>
                      <a:pt x="1356" y="96"/>
                    </a:lnTo>
                    <a:lnTo>
                      <a:pt x="1184" y="37"/>
                    </a:lnTo>
                    <a:cubicBezTo>
                      <a:pt x="1110" y="14"/>
                      <a:pt x="1034" y="1"/>
                      <a:pt x="9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2"/>
              <p:cNvSpPr/>
              <p:nvPr/>
            </p:nvSpPr>
            <p:spPr>
              <a:xfrm>
                <a:off x="6066375" y="2162475"/>
                <a:ext cx="43600" cy="45450"/>
              </a:xfrm>
              <a:custGeom>
                <a:avLst/>
                <a:gdLst/>
                <a:ahLst/>
                <a:cxnLst/>
                <a:rect l="l" t="t" r="r" b="b"/>
                <a:pathLst>
                  <a:path w="1744" h="1818" extrusionOk="0">
                    <a:moveTo>
                      <a:pt x="950" y="0"/>
                    </a:moveTo>
                    <a:cubicBezTo>
                      <a:pt x="876" y="0"/>
                      <a:pt x="800" y="12"/>
                      <a:pt x="722" y="37"/>
                    </a:cubicBezTo>
                    <a:cubicBezTo>
                      <a:pt x="293" y="174"/>
                      <a:pt x="0" y="675"/>
                      <a:pt x="72" y="1156"/>
                    </a:cubicBezTo>
                    <a:cubicBezTo>
                      <a:pt x="142" y="1553"/>
                      <a:pt x="437" y="1817"/>
                      <a:pt x="783" y="1817"/>
                    </a:cubicBezTo>
                    <a:cubicBezTo>
                      <a:pt x="857" y="1817"/>
                      <a:pt x="932" y="1805"/>
                      <a:pt x="1008" y="1780"/>
                    </a:cubicBezTo>
                    <a:cubicBezTo>
                      <a:pt x="1451" y="1644"/>
                      <a:pt x="1743" y="1143"/>
                      <a:pt x="1659" y="662"/>
                    </a:cubicBezTo>
                    <a:cubicBezTo>
                      <a:pt x="1594" y="265"/>
                      <a:pt x="1300" y="0"/>
                      <a:pt x="9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2"/>
              <p:cNvSpPr/>
              <p:nvPr/>
            </p:nvSpPr>
            <p:spPr>
              <a:xfrm>
                <a:off x="6097100" y="2080975"/>
                <a:ext cx="43925" cy="39350"/>
              </a:xfrm>
              <a:custGeom>
                <a:avLst/>
                <a:gdLst/>
                <a:ahLst/>
                <a:cxnLst/>
                <a:rect l="l" t="t" r="r" b="b"/>
                <a:pathLst>
                  <a:path w="1757" h="1574" extrusionOk="0">
                    <a:moveTo>
                      <a:pt x="13" y="452"/>
                    </a:moveTo>
                    <a:cubicBezTo>
                      <a:pt x="8" y="457"/>
                      <a:pt x="4" y="463"/>
                      <a:pt x="1" y="468"/>
                    </a:cubicBezTo>
                    <a:lnTo>
                      <a:pt x="13" y="452"/>
                    </a:lnTo>
                    <a:close/>
                    <a:moveTo>
                      <a:pt x="728" y="0"/>
                    </a:moveTo>
                    <a:cubicBezTo>
                      <a:pt x="479" y="0"/>
                      <a:pt x="267" y="107"/>
                      <a:pt x="137" y="286"/>
                    </a:cubicBezTo>
                    <a:lnTo>
                      <a:pt x="13" y="452"/>
                    </a:lnTo>
                    <a:lnTo>
                      <a:pt x="13" y="452"/>
                    </a:lnTo>
                    <a:cubicBezTo>
                      <a:pt x="146" y="279"/>
                      <a:pt x="358" y="178"/>
                      <a:pt x="605" y="178"/>
                    </a:cubicBezTo>
                    <a:cubicBezTo>
                      <a:pt x="649" y="178"/>
                      <a:pt x="695" y="182"/>
                      <a:pt x="742" y="188"/>
                    </a:cubicBezTo>
                    <a:cubicBezTo>
                      <a:pt x="1230" y="260"/>
                      <a:pt x="1607" y="696"/>
                      <a:pt x="1607" y="1151"/>
                    </a:cubicBezTo>
                    <a:cubicBezTo>
                      <a:pt x="1607" y="1305"/>
                      <a:pt x="1566" y="1442"/>
                      <a:pt x="1484" y="1556"/>
                    </a:cubicBezTo>
                    <a:lnTo>
                      <a:pt x="1484" y="1556"/>
                    </a:lnTo>
                    <a:lnTo>
                      <a:pt x="1607" y="1392"/>
                    </a:lnTo>
                    <a:cubicBezTo>
                      <a:pt x="1698" y="1275"/>
                      <a:pt x="1750" y="1131"/>
                      <a:pt x="1750" y="969"/>
                    </a:cubicBezTo>
                    <a:cubicBezTo>
                      <a:pt x="1757" y="514"/>
                      <a:pt x="1366" y="84"/>
                      <a:pt x="879" y="13"/>
                    </a:cubicBezTo>
                    <a:cubicBezTo>
                      <a:pt x="827" y="4"/>
                      <a:pt x="777" y="0"/>
                      <a:pt x="728" y="0"/>
                    </a:cubicBezTo>
                    <a:close/>
                    <a:moveTo>
                      <a:pt x="1484" y="1556"/>
                    </a:moveTo>
                    <a:lnTo>
                      <a:pt x="1470" y="1574"/>
                    </a:lnTo>
                    <a:cubicBezTo>
                      <a:pt x="1475" y="1568"/>
                      <a:pt x="1479" y="1562"/>
                      <a:pt x="1484" y="15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2"/>
              <p:cNvSpPr/>
              <p:nvPr/>
            </p:nvSpPr>
            <p:spPr>
              <a:xfrm>
                <a:off x="6093350" y="2085425"/>
                <a:ext cx="44250" cy="42000"/>
              </a:xfrm>
              <a:custGeom>
                <a:avLst/>
                <a:gdLst/>
                <a:ahLst/>
                <a:cxnLst/>
                <a:rect l="l" t="t" r="r" b="b"/>
                <a:pathLst>
                  <a:path w="1770" h="1680" extrusionOk="0">
                    <a:moveTo>
                      <a:pt x="756" y="0"/>
                    </a:moveTo>
                    <a:cubicBezTo>
                      <a:pt x="332" y="0"/>
                      <a:pt x="1" y="301"/>
                      <a:pt x="1" y="713"/>
                    </a:cubicBezTo>
                    <a:cubicBezTo>
                      <a:pt x="1" y="1168"/>
                      <a:pt x="385" y="1597"/>
                      <a:pt x="872" y="1669"/>
                    </a:cubicBezTo>
                    <a:cubicBezTo>
                      <a:pt x="919" y="1676"/>
                      <a:pt x="965" y="1679"/>
                      <a:pt x="1010" y="1679"/>
                    </a:cubicBezTo>
                    <a:cubicBezTo>
                      <a:pt x="1433" y="1679"/>
                      <a:pt x="1757" y="1385"/>
                      <a:pt x="1757" y="973"/>
                    </a:cubicBezTo>
                    <a:cubicBezTo>
                      <a:pt x="1770" y="518"/>
                      <a:pt x="1380" y="82"/>
                      <a:pt x="892" y="10"/>
                    </a:cubicBezTo>
                    <a:cubicBezTo>
                      <a:pt x="846" y="4"/>
                      <a:pt x="800" y="0"/>
                      <a:pt x="7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2"/>
              <p:cNvSpPr/>
              <p:nvPr/>
            </p:nvSpPr>
            <p:spPr>
              <a:xfrm>
                <a:off x="6118250" y="2161925"/>
                <a:ext cx="30750" cy="48475"/>
              </a:xfrm>
              <a:custGeom>
                <a:avLst/>
                <a:gdLst/>
                <a:ahLst/>
                <a:cxnLst/>
                <a:rect l="l" t="t" r="r" b="b"/>
                <a:pathLst>
                  <a:path w="1230" h="1939" extrusionOk="0">
                    <a:moveTo>
                      <a:pt x="754" y="1"/>
                    </a:moveTo>
                    <a:cubicBezTo>
                      <a:pt x="793" y="27"/>
                      <a:pt x="813" y="85"/>
                      <a:pt x="806" y="222"/>
                    </a:cubicBezTo>
                    <a:cubicBezTo>
                      <a:pt x="774" y="547"/>
                      <a:pt x="559" y="1106"/>
                      <a:pt x="325" y="1470"/>
                    </a:cubicBezTo>
                    <a:cubicBezTo>
                      <a:pt x="203" y="1668"/>
                      <a:pt x="91" y="1767"/>
                      <a:pt x="22" y="1767"/>
                    </a:cubicBezTo>
                    <a:cubicBezTo>
                      <a:pt x="14" y="1767"/>
                      <a:pt x="7" y="1766"/>
                      <a:pt x="0" y="1763"/>
                    </a:cubicBezTo>
                    <a:lnTo>
                      <a:pt x="0" y="1763"/>
                    </a:lnTo>
                    <a:lnTo>
                      <a:pt x="403" y="1932"/>
                    </a:lnTo>
                    <a:cubicBezTo>
                      <a:pt x="411" y="1936"/>
                      <a:pt x="420" y="1938"/>
                      <a:pt x="429" y="1938"/>
                    </a:cubicBezTo>
                    <a:cubicBezTo>
                      <a:pt x="497" y="1938"/>
                      <a:pt x="603" y="1834"/>
                      <a:pt x="728" y="1640"/>
                    </a:cubicBezTo>
                    <a:cubicBezTo>
                      <a:pt x="969" y="1275"/>
                      <a:pt x="1184" y="716"/>
                      <a:pt x="1210" y="391"/>
                    </a:cubicBezTo>
                    <a:cubicBezTo>
                      <a:pt x="1229" y="261"/>
                      <a:pt x="1203" y="189"/>
                      <a:pt x="1164" y="170"/>
                    </a:cubicBezTo>
                    <a:lnTo>
                      <a:pt x="7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2"/>
              <p:cNvSpPr/>
              <p:nvPr/>
            </p:nvSpPr>
            <p:spPr>
              <a:xfrm>
                <a:off x="6116575" y="2161800"/>
                <a:ext cx="22225" cy="44150"/>
              </a:xfrm>
              <a:custGeom>
                <a:avLst/>
                <a:gdLst/>
                <a:ahLst/>
                <a:cxnLst/>
                <a:rect l="l" t="t" r="r" b="b"/>
                <a:pathLst>
                  <a:path w="889" h="1766" extrusionOk="0">
                    <a:moveTo>
                      <a:pt x="802" y="1"/>
                    </a:moveTo>
                    <a:cubicBezTo>
                      <a:pt x="733" y="1"/>
                      <a:pt x="623" y="100"/>
                      <a:pt x="496" y="298"/>
                    </a:cubicBezTo>
                    <a:cubicBezTo>
                      <a:pt x="262" y="663"/>
                      <a:pt x="41" y="1222"/>
                      <a:pt x="15" y="1547"/>
                    </a:cubicBezTo>
                    <a:cubicBezTo>
                      <a:pt x="0" y="1693"/>
                      <a:pt x="29" y="1766"/>
                      <a:pt x="88" y="1766"/>
                    </a:cubicBezTo>
                    <a:cubicBezTo>
                      <a:pt x="156" y="1766"/>
                      <a:pt x="266" y="1666"/>
                      <a:pt x="392" y="1469"/>
                    </a:cubicBezTo>
                    <a:cubicBezTo>
                      <a:pt x="626" y="1105"/>
                      <a:pt x="847" y="539"/>
                      <a:pt x="873" y="214"/>
                    </a:cubicBezTo>
                    <a:cubicBezTo>
                      <a:pt x="888" y="71"/>
                      <a:pt x="860" y="1"/>
                      <a:pt x="8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2"/>
              <p:cNvSpPr/>
              <p:nvPr/>
            </p:nvSpPr>
            <p:spPr>
              <a:xfrm>
                <a:off x="6156275" y="2108275"/>
                <a:ext cx="33525" cy="51800"/>
              </a:xfrm>
              <a:custGeom>
                <a:avLst/>
                <a:gdLst/>
                <a:ahLst/>
                <a:cxnLst/>
                <a:rect l="l" t="t" r="r" b="b"/>
                <a:pathLst>
                  <a:path w="1341" h="2072" extrusionOk="0">
                    <a:moveTo>
                      <a:pt x="1" y="2049"/>
                    </a:moveTo>
                    <a:cubicBezTo>
                      <a:pt x="1" y="2049"/>
                      <a:pt x="2" y="2049"/>
                      <a:pt x="2" y="2049"/>
                    </a:cubicBezTo>
                    <a:lnTo>
                      <a:pt x="2" y="2049"/>
                    </a:lnTo>
                    <a:lnTo>
                      <a:pt x="1" y="2049"/>
                    </a:lnTo>
                    <a:close/>
                    <a:moveTo>
                      <a:pt x="170" y="0"/>
                    </a:moveTo>
                    <a:cubicBezTo>
                      <a:pt x="463" y="26"/>
                      <a:pt x="729" y="209"/>
                      <a:pt x="866" y="534"/>
                    </a:cubicBezTo>
                    <a:cubicBezTo>
                      <a:pt x="1087" y="1035"/>
                      <a:pt x="911" y="1659"/>
                      <a:pt x="476" y="1926"/>
                    </a:cubicBezTo>
                    <a:cubicBezTo>
                      <a:pt x="345" y="2011"/>
                      <a:pt x="204" y="2052"/>
                      <a:pt x="61" y="2052"/>
                    </a:cubicBezTo>
                    <a:cubicBezTo>
                      <a:pt x="42" y="2052"/>
                      <a:pt x="22" y="2051"/>
                      <a:pt x="2" y="2049"/>
                    </a:cubicBezTo>
                    <a:lnTo>
                      <a:pt x="2" y="2049"/>
                    </a:lnTo>
                    <a:lnTo>
                      <a:pt x="248" y="2069"/>
                    </a:lnTo>
                    <a:cubicBezTo>
                      <a:pt x="270" y="2070"/>
                      <a:pt x="292" y="2071"/>
                      <a:pt x="314" y="2071"/>
                    </a:cubicBezTo>
                    <a:cubicBezTo>
                      <a:pt x="451" y="2071"/>
                      <a:pt x="595" y="2036"/>
                      <a:pt x="729" y="1952"/>
                    </a:cubicBezTo>
                    <a:cubicBezTo>
                      <a:pt x="1159" y="1678"/>
                      <a:pt x="1341" y="1067"/>
                      <a:pt x="1120" y="560"/>
                    </a:cubicBezTo>
                    <a:cubicBezTo>
                      <a:pt x="983" y="241"/>
                      <a:pt x="716" y="46"/>
                      <a:pt x="424" y="20"/>
                    </a:cubicBezTo>
                    <a:lnTo>
                      <a:pt x="1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2"/>
              <p:cNvSpPr/>
              <p:nvPr/>
            </p:nvSpPr>
            <p:spPr>
              <a:xfrm>
                <a:off x="6135300" y="2107875"/>
                <a:ext cx="46200" cy="51550"/>
              </a:xfrm>
              <a:custGeom>
                <a:avLst/>
                <a:gdLst/>
                <a:ahLst/>
                <a:cxnLst/>
                <a:rect l="l" t="t" r="r" b="b"/>
                <a:pathLst>
                  <a:path w="1848" h="2062" extrusionOk="0">
                    <a:moveTo>
                      <a:pt x="953" y="1"/>
                    </a:moveTo>
                    <a:cubicBezTo>
                      <a:pt x="492" y="1"/>
                      <a:pt x="97" y="412"/>
                      <a:pt x="53" y="959"/>
                    </a:cubicBezTo>
                    <a:cubicBezTo>
                      <a:pt x="1" y="1525"/>
                      <a:pt x="352" y="2020"/>
                      <a:pt x="840" y="2059"/>
                    </a:cubicBezTo>
                    <a:cubicBezTo>
                      <a:pt x="863" y="2061"/>
                      <a:pt x="887" y="2062"/>
                      <a:pt x="910" y="2062"/>
                    </a:cubicBezTo>
                    <a:cubicBezTo>
                      <a:pt x="1362" y="2062"/>
                      <a:pt x="1753" y="1647"/>
                      <a:pt x="1802" y="1109"/>
                    </a:cubicBezTo>
                    <a:cubicBezTo>
                      <a:pt x="1848" y="537"/>
                      <a:pt x="1497" y="42"/>
                      <a:pt x="1015" y="3"/>
                    </a:cubicBezTo>
                    <a:cubicBezTo>
                      <a:pt x="995" y="2"/>
                      <a:pt x="974" y="1"/>
                      <a:pt x="95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2"/>
              <p:cNvSpPr/>
              <p:nvPr/>
            </p:nvSpPr>
            <p:spPr>
              <a:xfrm>
                <a:off x="6000675" y="2107525"/>
                <a:ext cx="43925" cy="39300"/>
              </a:xfrm>
              <a:custGeom>
                <a:avLst/>
                <a:gdLst/>
                <a:ahLst/>
                <a:cxnLst/>
                <a:rect l="l" t="t" r="r" b="b"/>
                <a:pathLst>
                  <a:path w="1757" h="1572" extrusionOk="0">
                    <a:moveTo>
                      <a:pt x="16" y="447"/>
                    </a:moveTo>
                    <a:lnTo>
                      <a:pt x="16" y="447"/>
                    </a:lnTo>
                    <a:cubicBezTo>
                      <a:pt x="11" y="453"/>
                      <a:pt x="6" y="460"/>
                      <a:pt x="1" y="466"/>
                    </a:cubicBezTo>
                    <a:lnTo>
                      <a:pt x="16" y="447"/>
                    </a:lnTo>
                    <a:close/>
                    <a:moveTo>
                      <a:pt x="744" y="1"/>
                    </a:moveTo>
                    <a:cubicBezTo>
                      <a:pt x="492" y="1"/>
                      <a:pt x="270" y="108"/>
                      <a:pt x="137" y="291"/>
                    </a:cubicBezTo>
                    <a:lnTo>
                      <a:pt x="16" y="447"/>
                    </a:lnTo>
                    <a:lnTo>
                      <a:pt x="16" y="447"/>
                    </a:lnTo>
                    <a:cubicBezTo>
                      <a:pt x="148" y="283"/>
                      <a:pt x="355" y="181"/>
                      <a:pt x="596" y="181"/>
                    </a:cubicBezTo>
                    <a:cubicBezTo>
                      <a:pt x="644" y="181"/>
                      <a:pt x="692" y="185"/>
                      <a:pt x="742" y="193"/>
                    </a:cubicBezTo>
                    <a:cubicBezTo>
                      <a:pt x="1230" y="265"/>
                      <a:pt x="1620" y="694"/>
                      <a:pt x="1620" y="1149"/>
                    </a:cubicBezTo>
                    <a:cubicBezTo>
                      <a:pt x="1620" y="1301"/>
                      <a:pt x="1581" y="1441"/>
                      <a:pt x="1501" y="1549"/>
                    </a:cubicBezTo>
                    <a:lnTo>
                      <a:pt x="1501" y="1549"/>
                    </a:lnTo>
                    <a:lnTo>
                      <a:pt x="1620" y="1396"/>
                    </a:lnTo>
                    <a:cubicBezTo>
                      <a:pt x="1711" y="1279"/>
                      <a:pt x="1757" y="1136"/>
                      <a:pt x="1757" y="973"/>
                    </a:cubicBezTo>
                    <a:cubicBezTo>
                      <a:pt x="1757" y="505"/>
                      <a:pt x="1367" y="83"/>
                      <a:pt x="879" y="11"/>
                    </a:cubicBezTo>
                    <a:cubicBezTo>
                      <a:pt x="833" y="4"/>
                      <a:pt x="788" y="1"/>
                      <a:pt x="744" y="1"/>
                    </a:cubicBezTo>
                    <a:close/>
                    <a:moveTo>
                      <a:pt x="1501" y="1549"/>
                    </a:moveTo>
                    <a:lnTo>
                      <a:pt x="1484" y="1572"/>
                    </a:lnTo>
                    <a:cubicBezTo>
                      <a:pt x="1490" y="1564"/>
                      <a:pt x="1496" y="1557"/>
                      <a:pt x="1501" y="154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2"/>
              <p:cNvSpPr/>
              <p:nvPr/>
            </p:nvSpPr>
            <p:spPr>
              <a:xfrm>
                <a:off x="5997275" y="2112075"/>
                <a:ext cx="43925" cy="42000"/>
              </a:xfrm>
              <a:custGeom>
                <a:avLst/>
                <a:gdLst/>
                <a:ahLst/>
                <a:cxnLst/>
                <a:rect l="l" t="t" r="r" b="b"/>
                <a:pathLst>
                  <a:path w="1757" h="1680" extrusionOk="0">
                    <a:moveTo>
                      <a:pt x="742" y="1"/>
                    </a:moveTo>
                    <a:cubicBezTo>
                      <a:pt x="324" y="1"/>
                      <a:pt x="0" y="295"/>
                      <a:pt x="0" y="707"/>
                    </a:cubicBezTo>
                    <a:cubicBezTo>
                      <a:pt x="0" y="1175"/>
                      <a:pt x="391" y="1598"/>
                      <a:pt x="878" y="1669"/>
                    </a:cubicBezTo>
                    <a:cubicBezTo>
                      <a:pt x="924" y="1676"/>
                      <a:pt x="969" y="1680"/>
                      <a:pt x="1012" y="1680"/>
                    </a:cubicBezTo>
                    <a:cubicBezTo>
                      <a:pt x="1431" y="1680"/>
                      <a:pt x="1756" y="1379"/>
                      <a:pt x="1756" y="967"/>
                    </a:cubicBezTo>
                    <a:cubicBezTo>
                      <a:pt x="1756" y="505"/>
                      <a:pt x="1366" y="83"/>
                      <a:pt x="878" y="11"/>
                    </a:cubicBezTo>
                    <a:cubicBezTo>
                      <a:pt x="832" y="4"/>
                      <a:pt x="787" y="1"/>
                      <a:pt x="7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2"/>
              <p:cNvSpPr/>
              <p:nvPr/>
            </p:nvSpPr>
            <p:spPr>
              <a:xfrm>
                <a:off x="6055475" y="2116575"/>
                <a:ext cx="45075" cy="39000"/>
              </a:xfrm>
              <a:custGeom>
                <a:avLst/>
                <a:gdLst/>
                <a:ahLst/>
                <a:cxnLst/>
                <a:rect l="l" t="t" r="r" b="b"/>
                <a:pathLst>
                  <a:path w="1803" h="1560" extrusionOk="0">
                    <a:moveTo>
                      <a:pt x="1496" y="0"/>
                    </a:moveTo>
                    <a:lnTo>
                      <a:pt x="1500" y="6"/>
                    </a:lnTo>
                    <a:lnTo>
                      <a:pt x="1500" y="6"/>
                    </a:lnTo>
                    <a:cubicBezTo>
                      <a:pt x="1499" y="4"/>
                      <a:pt x="1498" y="2"/>
                      <a:pt x="1496" y="0"/>
                    </a:cubicBezTo>
                    <a:close/>
                    <a:moveTo>
                      <a:pt x="1" y="1067"/>
                    </a:moveTo>
                    <a:lnTo>
                      <a:pt x="1" y="1067"/>
                    </a:lnTo>
                    <a:cubicBezTo>
                      <a:pt x="5" y="1074"/>
                      <a:pt x="10" y="1082"/>
                      <a:pt x="15" y="1089"/>
                    </a:cubicBezTo>
                    <a:lnTo>
                      <a:pt x="15" y="1089"/>
                    </a:lnTo>
                    <a:lnTo>
                      <a:pt x="1" y="1067"/>
                    </a:lnTo>
                    <a:close/>
                    <a:moveTo>
                      <a:pt x="1500" y="6"/>
                    </a:moveTo>
                    <a:lnTo>
                      <a:pt x="1500" y="6"/>
                    </a:lnTo>
                    <a:cubicBezTo>
                      <a:pt x="1646" y="220"/>
                      <a:pt x="1671" y="510"/>
                      <a:pt x="1535" y="787"/>
                    </a:cubicBezTo>
                    <a:cubicBezTo>
                      <a:pt x="1362" y="1144"/>
                      <a:pt x="985" y="1366"/>
                      <a:pt x="617" y="1366"/>
                    </a:cubicBezTo>
                    <a:cubicBezTo>
                      <a:pt x="529" y="1366"/>
                      <a:pt x="442" y="1353"/>
                      <a:pt x="358" y="1327"/>
                    </a:cubicBezTo>
                    <a:cubicBezTo>
                      <a:pt x="212" y="1278"/>
                      <a:pt x="94" y="1200"/>
                      <a:pt x="15" y="1089"/>
                    </a:cubicBezTo>
                    <a:lnTo>
                      <a:pt x="15" y="1089"/>
                    </a:lnTo>
                    <a:lnTo>
                      <a:pt x="131" y="1262"/>
                    </a:lnTo>
                    <a:cubicBezTo>
                      <a:pt x="209" y="1372"/>
                      <a:pt x="332" y="1470"/>
                      <a:pt x="488" y="1522"/>
                    </a:cubicBezTo>
                    <a:cubicBezTo>
                      <a:pt x="570" y="1548"/>
                      <a:pt x="654" y="1560"/>
                      <a:pt x="740" y="1560"/>
                    </a:cubicBezTo>
                    <a:cubicBezTo>
                      <a:pt x="1110" y="1560"/>
                      <a:pt x="1491" y="1330"/>
                      <a:pt x="1666" y="976"/>
                    </a:cubicBezTo>
                    <a:cubicBezTo>
                      <a:pt x="1802" y="696"/>
                      <a:pt x="1776" y="397"/>
                      <a:pt x="1627" y="189"/>
                    </a:cubicBezTo>
                    <a:lnTo>
                      <a:pt x="1500" y="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2"/>
              <p:cNvSpPr/>
              <p:nvPr/>
            </p:nvSpPr>
            <p:spPr>
              <a:xfrm>
                <a:off x="6049125" y="2109025"/>
                <a:ext cx="50450" cy="41700"/>
              </a:xfrm>
              <a:custGeom>
                <a:avLst/>
                <a:gdLst/>
                <a:ahLst/>
                <a:cxnLst/>
                <a:rect l="l" t="t" r="r" b="b"/>
                <a:pathLst>
                  <a:path w="2018" h="1668" extrusionOk="0">
                    <a:moveTo>
                      <a:pt x="1133" y="1"/>
                    </a:moveTo>
                    <a:cubicBezTo>
                      <a:pt x="763" y="1"/>
                      <a:pt x="390" y="226"/>
                      <a:pt x="222" y="582"/>
                    </a:cubicBezTo>
                    <a:cubicBezTo>
                      <a:pt x="1" y="1018"/>
                      <a:pt x="177" y="1492"/>
                      <a:pt x="619" y="1629"/>
                    </a:cubicBezTo>
                    <a:cubicBezTo>
                      <a:pt x="701" y="1655"/>
                      <a:pt x="788" y="1668"/>
                      <a:pt x="874" y="1668"/>
                    </a:cubicBezTo>
                    <a:cubicBezTo>
                      <a:pt x="1239" y="1668"/>
                      <a:pt x="1617" y="1446"/>
                      <a:pt x="1796" y="1089"/>
                    </a:cubicBezTo>
                    <a:cubicBezTo>
                      <a:pt x="2017" y="653"/>
                      <a:pt x="1835" y="179"/>
                      <a:pt x="1399" y="42"/>
                    </a:cubicBezTo>
                    <a:cubicBezTo>
                      <a:pt x="1313" y="14"/>
                      <a:pt x="1223" y="1"/>
                      <a:pt x="11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2"/>
              <p:cNvSpPr/>
              <p:nvPr/>
            </p:nvSpPr>
            <p:spPr>
              <a:xfrm>
                <a:off x="5937425" y="1933000"/>
                <a:ext cx="327825" cy="326750"/>
              </a:xfrm>
              <a:custGeom>
                <a:avLst/>
                <a:gdLst/>
                <a:ahLst/>
                <a:cxnLst/>
                <a:rect l="l" t="t" r="r" b="b"/>
                <a:pathLst>
                  <a:path w="13113" h="13070" extrusionOk="0">
                    <a:moveTo>
                      <a:pt x="6095" y="1"/>
                    </a:moveTo>
                    <a:lnTo>
                      <a:pt x="489" y="6706"/>
                    </a:lnTo>
                    <a:cubicBezTo>
                      <a:pt x="489" y="6706"/>
                      <a:pt x="482" y="6706"/>
                      <a:pt x="476" y="6719"/>
                    </a:cubicBezTo>
                    <a:cubicBezTo>
                      <a:pt x="47" y="6959"/>
                      <a:pt x="1" y="7571"/>
                      <a:pt x="398" y="7870"/>
                    </a:cubicBezTo>
                    <a:lnTo>
                      <a:pt x="6908" y="12923"/>
                    </a:lnTo>
                    <a:cubicBezTo>
                      <a:pt x="7036" y="13023"/>
                      <a:pt x="7184" y="13070"/>
                      <a:pt x="7331" y="13070"/>
                    </a:cubicBezTo>
                    <a:cubicBezTo>
                      <a:pt x="7632" y="13070"/>
                      <a:pt x="7924" y="12874"/>
                      <a:pt x="8007" y="12546"/>
                    </a:cubicBezTo>
                    <a:lnTo>
                      <a:pt x="8007" y="12540"/>
                    </a:lnTo>
                    <a:lnTo>
                      <a:pt x="13112" y="5438"/>
                    </a:lnTo>
                    <a:lnTo>
                      <a:pt x="6095"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2"/>
              <p:cNvSpPr/>
              <p:nvPr/>
            </p:nvSpPr>
            <p:spPr>
              <a:xfrm>
                <a:off x="6085075" y="1927400"/>
                <a:ext cx="186350" cy="146725"/>
              </a:xfrm>
              <a:custGeom>
                <a:avLst/>
                <a:gdLst/>
                <a:ahLst/>
                <a:cxnLst/>
                <a:rect l="l" t="t" r="r" b="b"/>
                <a:pathLst>
                  <a:path w="7454" h="5869" extrusionOk="0">
                    <a:moveTo>
                      <a:pt x="242" y="1"/>
                    </a:moveTo>
                    <a:cubicBezTo>
                      <a:pt x="194" y="1"/>
                      <a:pt x="148" y="20"/>
                      <a:pt x="117" y="62"/>
                    </a:cubicBezTo>
                    <a:lnTo>
                      <a:pt x="52" y="153"/>
                    </a:lnTo>
                    <a:cubicBezTo>
                      <a:pt x="0" y="225"/>
                      <a:pt x="7" y="322"/>
                      <a:pt x="85" y="381"/>
                    </a:cubicBezTo>
                    <a:lnTo>
                      <a:pt x="7115" y="5837"/>
                    </a:lnTo>
                    <a:cubicBezTo>
                      <a:pt x="7144" y="5858"/>
                      <a:pt x="7178" y="5869"/>
                      <a:pt x="7211" y="5869"/>
                    </a:cubicBezTo>
                    <a:cubicBezTo>
                      <a:pt x="7260" y="5869"/>
                      <a:pt x="7308" y="5847"/>
                      <a:pt x="7343" y="5805"/>
                    </a:cubicBezTo>
                    <a:lnTo>
                      <a:pt x="7408" y="5714"/>
                    </a:lnTo>
                    <a:cubicBezTo>
                      <a:pt x="7453" y="5642"/>
                      <a:pt x="7447" y="5545"/>
                      <a:pt x="7375" y="5486"/>
                    </a:cubicBezTo>
                    <a:lnTo>
                      <a:pt x="345" y="29"/>
                    </a:lnTo>
                    <a:cubicBezTo>
                      <a:pt x="313" y="11"/>
                      <a:pt x="277" y="1"/>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2"/>
              <p:cNvSpPr/>
              <p:nvPr/>
            </p:nvSpPr>
            <p:spPr>
              <a:xfrm>
                <a:off x="6094825" y="1900150"/>
                <a:ext cx="196750" cy="163425"/>
              </a:xfrm>
              <a:custGeom>
                <a:avLst/>
                <a:gdLst/>
                <a:ahLst/>
                <a:cxnLst/>
                <a:rect l="l" t="t" r="r" b="b"/>
                <a:pathLst>
                  <a:path w="7870" h="6537" extrusionOk="0">
                    <a:moveTo>
                      <a:pt x="781" y="1"/>
                    </a:moveTo>
                    <a:lnTo>
                      <a:pt x="1" y="1165"/>
                    </a:lnTo>
                    <a:lnTo>
                      <a:pt x="6933" y="6537"/>
                    </a:lnTo>
                    <a:lnTo>
                      <a:pt x="7870" y="5490"/>
                    </a:lnTo>
                    <a:lnTo>
                      <a:pt x="781" y="1"/>
                    </a:ln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2"/>
              <p:cNvSpPr/>
              <p:nvPr/>
            </p:nvSpPr>
            <p:spPr>
              <a:xfrm>
                <a:off x="6107500" y="1907125"/>
                <a:ext cx="179200" cy="139350"/>
              </a:xfrm>
              <a:custGeom>
                <a:avLst/>
                <a:gdLst/>
                <a:ahLst/>
                <a:cxnLst/>
                <a:rect l="l" t="t" r="r" b="b"/>
                <a:pathLst>
                  <a:path w="7168" h="5574" extrusionOk="0">
                    <a:moveTo>
                      <a:pt x="51" y="1"/>
                    </a:moveTo>
                    <a:cubicBezTo>
                      <a:pt x="38" y="1"/>
                      <a:pt x="24" y="7"/>
                      <a:pt x="14" y="21"/>
                    </a:cubicBezTo>
                    <a:cubicBezTo>
                      <a:pt x="1" y="34"/>
                      <a:pt x="1" y="73"/>
                      <a:pt x="20" y="86"/>
                    </a:cubicBezTo>
                    <a:lnTo>
                      <a:pt x="7090" y="5562"/>
                    </a:lnTo>
                    <a:cubicBezTo>
                      <a:pt x="7098" y="5570"/>
                      <a:pt x="7108" y="5574"/>
                      <a:pt x="7119" y="5574"/>
                    </a:cubicBezTo>
                    <a:cubicBezTo>
                      <a:pt x="7133" y="5574"/>
                      <a:pt x="7147" y="5567"/>
                      <a:pt x="7155" y="5556"/>
                    </a:cubicBezTo>
                    <a:cubicBezTo>
                      <a:pt x="7168" y="5543"/>
                      <a:pt x="7168" y="5510"/>
                      <a:pt x="7142" y="5491"/>
                    </a:cubicBezTo>
                    <a:lnTo>
                      <a:pt x="79" y="15"/>
                    </a:lnTo>
                    <a:cubicBezTo>
                      <a:pt x="73" y="5"/>
                      <a:pt x="63" y="1"/>
                      <a:pt x="5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2"/>
              <p:cNvSpPr/>
              <p:nvPr/>
            </p:nvSpPr>
            <p:spPr>
              <a:xfrm>
                <a:off x="6098725" y="1920300"/>
                <a:ext cx="177100" cy="137600"/>
              </a:xfrm>
              <a:custGeom>
                <a:avLst/>
                <a:gdLst/>
                <a:ahLst/>
                <a:cxnLst/>
                <a:rect l="l" t="t" r="r" b="b"/>
                <a:pathLst>
                  <a:path w="7084" h="5504" extrusionOk="0">
                    <a:moveTo>
                      <a:pt x="51" y="0"/>
                    </a:moveTo>
                    <a:cubicBezTo>
                      <a:pt x="38" y="0"/>
                      <a:pt x="24" y="7"/>
                      <a:pt x="14" y="21"/>
                    </a:cubicBezTo>
                    <a:cubicBezTo>
                      <a:pt x="1" y="40"/>
                      <a:pt x="1" y="73"/>
                      <a:pt x="27" y="86"/>
                    </a:cubicBezTo>
                    <a:lnTo>
                      <a:pt x="6999" y="5497"/>
                    </a:lnTo>
                    <a:cubicBezTo>
                      <a:pt x="7008" y="5501"/>
                      <a:pt x="7017" y="5504"/>
                      <a:pt x="7026" y="5504"/>
                    </a:cubicBezTo>
                    <a:cubicBezTo>
                      <a:pt x="7041" y="5504"/>
                      <a:pt x="7055" y="5496"/>
                      <a:pt x="7064" y="5484"/>
                    </a:cubicBezTo>
                    <a:cubicBezTo>
                      <a:pt x="7083" y="5471"/>
                      <a:pt x="7083" y="5438"/>
                      <a:pt x="7057" y="5419"/>
                    </a:cubicBezTo>
                    <a:lnTo>
                      <a:pt x="79" y="14"/>
                    </a:lnTo>
                    <a:cubicBezTo>
                      <a:pt x="73" y="5"/>
                      <a:pt x="62" y="0"/>
                      <a:pt x="5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1" name="Google Shape;1961;p32"/>
            <p:cNvGrpSpPr/>
            <p:nvPr/>
          </p:nvGrpSpPr>
          <p:grpSpPr>
            <a:xfrm>
              <a:off x="8674080" y="296507"/>
              <a:ext cx="168132" cy="167856"/>
              <a:chOff x="3326075" y="2546450"/>
              <a:chExt cx="81800" cy="81650"/>
            </a:xfrm>
          </p:grpSpPr>
          <p:sp>
            <p:nvSpPr>
              <p:cNvPr id="1962" name="Google Shape;1962;p32"/>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2"/>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4" name="Google Shape;1964;p32"/>
            <p:cNvGrpSpPr/>
            <p:nvPr/>
          </p:nvGrpSpPr>
          <p:grpSpPr>
            <a:xfrm rot="4355940">
              <a:off x="8323930" y="166763"/>
              <a:ext cx="290959" cy="169225"/>
              <a:chOff x="3308175" y="2424200"/>
              <a:chExt cx="36450" cy="21200"/>
            </a:xfrm>
          </p:grpSpPr>
          <p:sp>
            <p:nvSpPr>
              <p:cNvPr id="1965" name="Google Shape;1965;p32"/>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2"/>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967"/>
        <p:cNvGrpSpPr/>
        <p:nvPr/>
      </p:nvGrpSpPr>
      <p:grpSpPr>
        <a:xfrm>
          <a:off x="0" y="0"/>
          <a:ext cx="0" cy="0"/>
          <a:chOff x="0" y="0"/>
          <a:chExt cx="0" cy="0"/>
        </a:xfrm>
      </p:grpSpPr>
      <p:grpSp>
        <p:nvGrpSpPr>
          <p:cNvPr id="1968" name="Google Shape;1968;p33"/>
          <p:cNvGrpSpPr/>
          <p:nvPr/>
        </p:nvGrpSpPr>
        <p:grpSpPr>
          <a:xfrm flipH="1">
            <a:off x="-8695" y="-168611"/>
            <a:ext cx="8686931" cy="5467412"/>
            <a:chOff x="-8695" y="-168611"/>
            <a:chExt cx="8686931" cy="5467412"/>
          </a:xfrm>
        </p:grpSpPr>
        <p:sp>
          <p:nvSpPr>
            <p:cNvPr id="1969" name="Google Shape;1969;p33"/>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3"/>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3"/>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3"/>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3"/>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3"/>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3"/>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3"/>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3"/>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3"/>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3"/>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3"/>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3"/>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3"/>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3"/>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84" name="Google Shape;1984;p33"/>
          <p:cNvSpPr/>
          <p:nvPr/>
        </p:nvSpPr>
        <p:spPr>
          <a:xfrm flipH="1">
            <a:off x="478157" y="303126"/>
            <a:ext cx="8261725" cy="4562550"/>
          </a:xfrm>
          <a:custGeom>
            <a:avLst/>
            <a:gdLst/>
            <a:ahLst/>
            <a:cxnLst/>
            <a:rect l="l" t="t" r="r" b="b"/>
            <a:pathLst>
              <a:path w="330469" h="182502" extrusionOk="0">
                <a:moveTo>
                  <a:pt x="6020" y="152848"/>
                </a:moveTo>
                <a:cubicBezTo>
                  <a:pt x="386" y="138870"/>
                  <a:pt x="-159" y="112857"/>
                  <a:pt x="31" y="89933"/>
                </a:cubicBezTo>
                <a:cubicBezTo>
                  <a:pt x="222" y="67010"/>
                  <a:pt x="-185" y="29840"/>
                  <a:pt x="7163" y="15307"/>
                </a:cubicBezTo>
                <a:cubicBezTo>
                  <a:pt x="14511" y="774"/>
                  <a:pt x="17446" y="5215"/>
                  <a:pt x="44120" y="2734"/>
                </a:cubicBezTo>
                <a:cubicBezTo>
                  <a:pt x="70794" y="253"/>
                  <a:pt x="123902" y="-596"/>
                  <a:pt x="167209" y="420"/>
                </a:cubicBezTo>
                <a:cubicBezTo>
                  <a:pt x="210516" y="1436"/>
                  <a:pt x="277106" y="1713"/>
                  <a:pt x="303962" y="8830"/>
                </a:cubicBezTo>
                <a:cubicBezTo>
                  <a:pt x="330818" y="15947"/>
                  <a:pt x="324282" y="27309"/>
                  <a:pt x="328346" y="43120"/>
                </a:cubicBezTo>
                <a:cubicBezTo>
                  <a:pt x="332410" y="58932"/>
                  <a:pt x="329616" y="83379"/>
                  <a:pt x="328346" y="103699"/>
                </a:cubicBezTo>
                <a:cubicBezTo>
                  <a:pt x="327076" y="124019"/>
                  <a:pt x="329299" y="152277"/>
                  <a:pt x="320726" y="165040"/>
                </a:cubicBezTo>
                <a:cubicBezTo>
                  <a:pt x="312154" y="177804"/>
                  <a:pt x="309134" y="177495"/>
                  <a:pt x="276911" y="180280"/>
                </a:cubicBezTo>
                <a:cubicBezTo>
                  <a:pt x="244688" y="183065"/>
                  <a:pt x="167903" y="182830"/>
                  <a:pt x="127390" y="181750"/>
                </a:cubicBezTo>
                <a:cubicBezTo>
                  <a:pt x="86877" y="180671"/>
                  <a:pt x="54061" y="178620"/>
                  <a:pt x="33833" y="173803"/>
                </a:cubicBezTo>
                <a:cubicBezTo>
                  <a:pt x="13605" y="168986"/>
                  <a:pt x="11654" y="166826"/>
                  <a:pt x="6020" y="152848"/>
                </a:cubicBezTo>
                <a:close/>
              </a:path>
            </a:pathLst>
          </a:custGeom>
          <a:solidFill>
            <a:schemeClr val="dk2"/>
          </a:solidFill>
          <a:ln>
            <a:noFill/>
          </a:ln>
        </p:spPr>
      </p:sp>
      <p:grpSp>
        <p:nvGrpSpPr>
          <p:cNvPr id="1985" name="Google Shape;1985;p33"/>
          <p:cNvGrpSpPr/>
          <p:nvPr/>
        </p:nvGrpSpPr>
        <p:grpSpPr>
          <a:xfrm>
            <a:off x="412407" y="62835"/>
            <a:ext cx="8486614" cy="4960588"/>
            <a:chOff x="412407" y="62835"/>
            <a:chExt cx="8486614" cy="4960588"/>
          </a:xfrm>
        </p:grpSpPr>
        <p:sp>
          <p:nvSpPr>
            <p:cNvPr id="1986" name="Google Shape;1986;p33"/>
            <p:cNvSpPr/>
            <p:nvPr/>
          </p:nvSpPr>
          <p:spPr>
            <a:xfrm flipH="1">
              <a:off x="8678221" y="1137532"/>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3"/>
            <p:cNvSpPr/>
            <p:nvPr/>
          </p:nvSpPr>
          <p:spPr>
            <a:xfrm flipH="1">
              <a:off x="804221" y="4740745"/>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3"/>
            <p:cNvSpPr/>
            <p:nvPr/>
          </p:nvSpPr>
          <p:spPr>
            <a:xfrm flipH="1">
              <a:off x="8244382" y="62835"/>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3"/>
            <p:cNvSpPr/>
            <p:nvPr/>
          </p:nvSpPr>
          <p:spPr>
            <a:xfrm flipH="1">
              <a:off x="412407" y="40168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3"/>
            <p:cNvSpPr/>
            <p:nvPr/>
          </p:nvSpPr>
          <p:spPr>
            <a:xfrm flipH="1">
              <a:off x="412407" y="5909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3"/>
            <p:cNvSpPr/>
            <p:nvPr/>
          </p:nvSpPr>
          <p:spPr>
            <a:xfrm flipH="1">
              <a:off x="8051007" y="245310"/>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3"/>
            <p:cNvSpPr/>
            <p:nvPr/>
          </p:nvSpPr>
          <p:spPr>
            <a:xfrm flipH="1">
              <a:off x="8462482" y="476492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3"/>
            <p:cNvSpPr/>
            <p:nvPr/>
          </p:nvSpPr>
          <p:spPr>
            <a:xfrm flipH="1">
              <a:off x="8735932" y="4522435"/>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94" name="Google Shape;1994;p33"/>
          <p:cNvGrpSpPr/>
          <p:nvPr/>
        </p:nvGrpSpPr>
        <p:grpSpPr>
          <a:xfrm>
            <a:off x="60170" y="245312"/>
            <a:ext cx="9085724" cy="4709681"/>
            <a:chOff x="60170" y="245312"/>
            <a:chExt cx="9085724" cy="4709681"/>
          </a:xfrm>
        </p:grpSpPr>
        <p:grpSp>
          <p:nvGrpSpPr>
            <p:cNvPr id="1995" name="Google Shape;1995;p33"/>
            <p:cNvGrpSpPr/>
            <p:nvPr/>
          </p:nvGrpSpPr>
          <p:grpSpPr>
            <a:xfrm rot="-2071645" flipH="1">
              <a:off x="8618117" y="364058"/>
              <a:ext cx="498877" cy="257009"/>
              <a:chOff x="3517425" y="2546025"/>
              <a:chExt cx="146525" cy="75475"/>
            </a:xfrm>
          </p:grpSpPr>
          <p:sp>
            <p:nvSpPr>
              <p:cNvPr id="1996" name="Google Shape;1996;p33"/>
              <p:cNvSpPr/>
              <p:nvPr/>
            </p:nvSpPr>
            <p:spPr>
              <a:xfrm>
                <a:off x="3527200" y="2563375"/>
                <a:ext cx="136750" cy="58125"/>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3"/>
              <p:cNvSpPr/>
              <p:nvPr/>
            </p:nvSpPr>
            <p:spPr>
              <a:xfrm>
                <a:off x="3517425" y="2546025"/>
                <a:ext cx="137425" cy="64925"/>
              </a:xfrm>
              <a:custGeom>
                <a:avLst/>
                <a:gdLst/>
                <a:ahLst/>
                <a:cxnLst/>
                <a:rect l="l" t="t" r="r" b="b"/>
                <a:pathLst>
                  <a:path w="5497" h="2597" extrusionOk="0">
                    <a:moveTo>
                      <a:pt x="1362" y="0"/>
                    </a:moveTo>
                    <a:cubicBezTo>
                      <a:pt x="842" y="0"/>
                      <a:pt x="324" y="394"/>
                      <a:pt x="170" y="928"/>
                    </a:cubicBezTo>
                    <a:cubicBezTo>
                      <a:pt x="1" y="1514"/>
                      <a:pt x="313" y="2060"/>
                      <a:pt x="885" y="2138"/>
                    </a:cubicBezTo>
                    <a:lnTo>
                      <a:pt x="3981" y="2587"/>
                    </a:lnTo>
                    <a:cubicBezTo>
                      <a:pt x="4028" y="2593"/>
                      <a:pt x="4075" y="2596"/>
                      <a:pt x="4123" y="2596"/>
                    </a:cubicBezTo>
                    <a:cubicBezTo>
                      <a:pt x="4649" y="2596"/>
                      <a:pt x="5166" y="2207"/>
                      <a:pt x="5321" y="1670"/>
                    </a:cubicBezTo>
                    <a:cubicBezTo>
                      <a:pt x="5497" y="1084"/>
                      <a:pt x="5178" y="538"/>
                      <a:pt x="4606" y="453"/>
                    </a:cubicBezTo>
                    <a:lnTo>
                      <a:pt x="1510" y="11"/>
                    </a:lnTo>
                    <a:cubicBezTo>
                      <a:pt x="1461" y="4"/>
                      <a:pt x="1411" y="0"/>
                      <a:pt x="13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3"/>
              <p:cNvSpPr/>
              <p:nvPr/>
            </p:nvSpPr>
            <p:spPr>
              <a:xfrm>
                <a:off x="3579375" y="2555225"/>
                <a:ext cx="10125" cy="44425"/>
              </a:xfrm>
              <a:custGeom>
                <a:avLst/>
                <a:gdLst/>
                <a:ahLst/>
                <a:cxnLst/>
                <a:rect l="l" t="t" r="r" b="b"/>
                <a:pathLst>
                  <a:path w="405" h="1777" extrusionOk="0">
                    <a:moveTo>
                      <a:pt x="404" y="1"/>
                    </a:moveTo>
                    <a:lnTo>
                      <a:pt x="404" y="1"/>
                    </a:lnTo>
                    <a:cubicBezTo>
                      <a:pt x="1" y="690"/>
                      <a:pt x="27" y="1776"/>
                      <a:pt x="27" y="1776"/>
                    </a:cubicBezTo>
                    <a:lnTo>
                      <a:pt x="404" y="1"/>
                    </a:lnTo>
                    <a:close/>
                  </a:path>
                </a:pathLst>
              </a:custGeom>
              <a:solidFill>
                <a:srgbClr val="8A7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3"/>
              <p:cNvSpPr/>
              <p:nvPr/>
            </p:nvSpPr>
            <p:spPr>
              <a:xfrm>
                <a:off x="3573850" y="2555225"/>
                <a:ext cx="15975" cy="44425"/>
              </a:xfrm>
              <a:custGeom>
                <a:avLst/>
                <a:gdLst/>
                <a:ahLst/>
                <a:cxnLst/>
                <a:rect l="l" t="t" r="r" b="b"/>
                <a:pathLst>
                  <a:path w="639" h="1777" extrusionOk="0">
                    <a:moveTo>
                      <a:pt x="625" y="1"/>
                    </a:moveTo>
                    <a:lnTo>
                      <a:pt x="625" y="1"/>
                    </a:lnTo>
                    <a:cubicBezTo>
                      <a:pt x="475" y="85"/>
                      <a:pt x="358" y="216"/>
                      <a:pt x="280" y="365"/>
                    </a:cubicBezTo>
                    <a:cubicBezTo>
                      <a:pt x="40" y="794"/>
                      <a:pt x="1" y="1341"/>
                      <a:pt x="248" y="1776"/>
                    </a:cubicBezTo>
                    <a:cubicBezTo>
                      <a:pt x="482" y="1354"/>
                      <a:pt x="554" y="931"/>
                      <a:pt x="606" y="469"/>
                    </a:cubicBezTo>
                    <a:cubicBezTo>
                      <a:pt x="619" y="326"/>
                      <a:pt x="638" y="177"/>
                      <a:pt x="62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0" name="Google Shape;2000;p33"/>
            <p:cNvGrpSpPr/>
            <p:nvPr/>
          </p:nvGrpSpPr>
          <p:grpSpPr>
            <a:xfrm flipH="1">
              <a:off x="311050" y="4672321"/>
              <a:ext cx="318943" cy="282672"/>
              <a:chOff x="3121200" y="2543625"/>
              <a:chExt cx="73850" cy="65450"/>
            </a:xfrm>
          </p:grpSpPr>
          <p:sp>
            <p:nvSpPr>
              <p:cNvPr id="2001" name="Google Shape;2001;p33"/>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3"/>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3" name="Google Shape;2003;p33"/>
            <p:cNvGrpSpPr/>
            <p:nvPr/>
          </p:nvGrpSpPr>
          <p:grpSpPr>
            <a:xfrm flipH="1">
              <a:off x="8751425" y="783739"/>
              <a:ext cx="242023" cy="228476"/>
              <a:chOff x="3459075" y="2396200"/>
              <a:chExt cx="59350" cy="56025"/>
            </a:xfrm>
          </p:grpSpPr>
          <p:sp>
            <p:nvSpPr>
              <p:cNvPr id="2004" name="Google Shape;2004;p33"/>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3"/>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6" name="Google Shape;2006;p33"/>
            <p:cNvGrpSpPr/>
            <p:nvPr/>
          </p:nvGrpSpPr>
          <p:grpSpPr>
            <a:xfrm flipH="1">
              <a:off x="8297437" y="294860"/>
              <a:ext cx="266695" cy="216139"/>
              <a:chOff x="3145425" y="2401425"/>
              <a:chExt cx="65400" cy="53000"/>
            </a:xfrm>
          </p:grpSpPr>
          <p:sp>
            <p:nvSpPr>
              <p:cNvPr id="2007" name="Google Shape;2007;p33"/>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3"/>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9" name="Google Shape;2009;p33"/>
            <p:cNvGrpSpPr/>
            <p:nvPr/>
          </p:nvGrpSpPr>
          <p:grpSpPr>
            <a:xfrm flipH="1">
              <a:off x="60170" y="4199316"/>
              <a:ext cx="559391" cy="404678"/>
              <a:chOff x="153821" y="4044091"/>
              <a:chExt cx="559391" cy="404678"/>
            </a:xfrm>
          </p:grpSpPr>
          <p:sp>
            <p:nvSpPr>
              <p:cNvPr id="2010" name="Google Shape;2010;p33"/>
              <p:cNvSpPr/>
              <p:nvPr/>
            </p:nvSpPr>
            <p:spPr>
              <a:xfrm rot="-1360361">
                <a:off x="227461" y="4168752"/>
                <a:ext cx="465594" cy="197930"/>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2011" name="Google Shape;2011;p33"/>
              <p:cNvSpPr/>
              <p:nvPr/>
            </p:nvSpPr>
            <p:spPr>
              <a:xfrm rot="-1360361">
                <a:off x="178353" y="4125727"/>
                <a:ext cx="467892" cy="221086"/>
              </a:xfrm>
              <a:custGeom>
                <a:avLst/>
                <a:gdLst/>
                <a:ahLst/>
                <a:cxnLst/>
                <a:rect l="l" t="t" r="r" b="b"/>
                <a:pathLst>
                  <a:path w="5497" h="2597" extrusionOk="0">
                    <a:moveTo>
                      <a:pt x="1362" y="0"/>
                    </a:moveTo>
                    <a:cubicBezTo>
                      <a:pt x="842" y="0"/>
                      <a:pt x="324" y="394"/>
                      <a:pt x="170" y="928"/>
                    </a:cubicBezTo>
                    <a:cubicBezTo>
                      <a:pt x="1" y="1514"/>
                      <a:pt x="313" y="2060"/>
                      <a:pt x="885" y="2138"/>
                    </a:cubicBezTo>
                    <a:lnTo>
                      <a:pt x="3981" y="2587"/>
                    </a:lnTo>
                    <a:cubicBezTo>
                      <a:pt x="4028" y="2593"/>
                      <a:pt x="4075" y="2596"/>
                      <a:pt x="4123" y="2596"/>
                    </a:cubicBezTo>
                    <a:cubicBezTo>
                      <a:pt x="4649" y="2596"/>
                      <a:pt x="5166" y="2207"/>
                      <a:pt x="5321" y="1670"/>
                    </a:cubicBezTo>
                    <a:cubicBezTo>
                      <a:pt x="5497" y="1084"/>
                      <a:pt x="5178" y="538"/>
                      <a:pt x="4606" y="453"/>
                    </a:cubicBezTo>
                    <a:lnTo>
                      <a:pt x="1510" y="11"/>
                    </a:lnTo>
                    <a:cubicBezTo>
                      <a:pt x="1461" y="4"/>
                      <a:pt x="1411" y="0"/>
                      <a:pt x="13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3"/>
              <p:cNvSpPr/>
              <p:nvPr/>
            </p:nvSpPr>
            <p:spPr>
              <a:xfrm rot="-1360361">
                <a:off x="370216" y="4162975"/>
                <a:ext cx="54390" cy="151278"/>
              </a:xfrm>
              <a:custGeom>
                <a:avLst/>
                <a:gdLst/>
                <a:ahLst/>
                <a:cxnLst/>
                <a:rect l="l" t="t" r="r" b="b"/>
                <a:pathLst>
                  <a:path w="639" h="1777" extrusionOk="0">
                    <a:moveTo>
                      <a:pt x="625" y="1"/>
                    </a:moveTo>
                    <a:lnTo>
                      <a:pt x="625" y="1"/>
                    </a:lnTo>
                    <a:cubicBezTo>
                      <a:pt x="475" y="85"/>
                      <a:pt x="358" y="216"/>
                      <a:pt x="280" y="365"/>
                    </a:cubicBezTo>
                    <a:cubicBezTo>
                      <a:pt x="40" y="794"/>
                      <a:pt x="1" y="1341"/>
                      <a:pt x="248" y="1776"/>
                    </a:cubicBezTo>
                    <a:cubicBezTo>
                      <a:pt x="482" y="1354"/>
                      <a:pt x="554" y="931"/>
                      <a:pt x="606" y="469"/>
                    </a:cubicBezTo>
                    <a:cubicBezTo>
                      <a:pt x="619" y="326"/>
                      <a:pt x="638" y="177"/>
                      <a:pt x="625" y="1"/>
                    </a:cubicBezTo>
                    <a:close/>
                  </a:path>
                </a:pathLst>
              </a:custGeom>
              <a:solidFill>
                <a:srgbClr val="162A45">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3"/>
              <p:cNvSpPr/>
              <p:nvPr/>
            </p:nvSpPr>
            <p:spPr>
              <a:xfrm rot="-1360361">
                <a:off x="227461" y="4168752"/>
                <a:ext cx="465594" cy="197930"/>
              </a:xfrm>
              <a:custGeom>
                <a:avLst/>
                <a:gdLst/>
                <a:ahLst/>
                <a:cxnLst/>
                <a:rect l="l" t="t" r="r" b="b"/>
                <a:pathLst>
                  <a:path w="5470" h="2325" extrusionOk="0">
                    <a:moveTo>
                      <a:pt x="4702" y="0"/>
                    </a:moveTo>
                    <a:lnTo>
                      <a:pt x="4718" y="15"/>
                    </a:lnTo>
                    <a:lnTo>
                      <a:pt x="4718" y="15"/>
                    </a:lnTo>
                    <a:cubicBezTo>
                      <a:pt x="4713" y="10"/>
                      <a:pt x="4707" y="5"/>
                      <a:pt x="4702" y="0"/>
                    </a:cubicBezTo>
                    <a:close/>
                    <a:moveTo>
                      <a:pt x="0" y="1203"/>
                    </a:moveTo>
                    <a:cubicBezTo>
                      <a:pt x="3" y="1206"/>
                      <a:pt x="6" y="1209"/>
                      <a:pt x="9" y="1212"/>
                    </a:cubicBezTo>
                    <a:lnTo>
                      <a:pt x="9" y="1212"/>
                    </a:lnTo>
                    <a:lnTo>
                      <a:pt x="0" y="1203"/>
                    </a:lnTo>
                    <a:close/>
                    <a:moveTo>
                      <a:pt x="4718" y="15"/>
                    </a:moveTo>
                    <a:lnTo>
                      <a:pt x="4718" y="15"/>
                    </a:lnTo>
                    <a:cubicBezTo>
                      <a:pt x="4947" y="243"/>
                      <a:pt x="5038" y="600"/>
                      <a:pt x="4923" y="963"/>
                    </a:cubicBezTo>
                    <a:cubicBezTo>
                      <a:pt x="4768" y="1500"/>
                      <a:pt x="4245" y="1896"/>
                      <a:pt x="3722" y="1896"/>
                    </a:cubicBezTo>
                    <a:cubicBezTo>
                      <a:pt x="3676" y="1896"/>
                      <a:pt x="3630" y="1892"/>
                      <a:pt x="3584" y="1886"/>
                    </a:cubicBezTo>
                    <a:lnTo>
                      <a:pt x="494" y="1444"/>
                    </a:lnTo>
                    <a:cubicBezTo>
                      <a:pt x="304" y="1412"/>
                      <a:pt x="138" y="1337"/>
                      <a:pt x="9" y="1212"/>
                    </a:cubicBezTo>
                    <a:lnTo>
                      <a:pt x="9" y="1212"/>
                    </a:lnTo>
                    <a:lnTo>
                      <a:pt x="429" y="1626"/>
                    </a:lnTo>
                    <a:cubicBezTo>
                      <a:pt x="553" y="1756"/>
                      <a:pt x="722" y="1834"/>
                      <a:pt x="924" y="1867"/>
                    </a:cubicBezTo>
                    <a:lnTo>
                      <a:pt x="4019" y="2315"/>
                    </a:lnTo>
                    <a:cubicBezTo>
                      <a:pt x="4066" y="2322"/>
                      <a:pt x="4114" y="2325"/>
                      <a:pt x="4161" y="2325"/>
                    </a:cubicBezTo>
                    <a:cubicBezTo>
                      <a:pt x="4687" y="2325"/>
                      <a:pt x="5205" y="1936"/>
                      <a:pt x="5366" y="1398"/>
                    </a:cubicBezTo>
                    <a:cubicBezTo>
                      <a:pt x="5470" y="1021"/>
                      <a:pt x="5379" y="657"/>
                      <a:pt x="5145" y="429"/>
                    </a:cubicBezTo>
                    <a:lnTo>
                      <a:pt x="4718" y="15"/>
                    </a:lnTo>
                    <a:close/>
                  </a:path>
                </a:pathLst>
              </a:custGeom>
              <a:solidFill>
                <a:srgbClr val="162A45">
                  <a:alpha val="208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014"/>
        <p:cNvGrpSpPr/>
        <p:nvPr/>
      </p:nvGrpSpPr>
      <p:grpSpPr>
        <a:xfrm>
          <a:off x="0" y="0"/>
          <a:ext cx="0" cy="0"/>
          <a:chOff x="0" y="0"/>
          <a:chExt cx="0" cy="0"/>
        </a:xfrm>
      </p:grpSpPr>
      <p:grpSp>
        <p:nvGrpSpPr>
          <p:cNvPr id="2015" name="Google Shape;2015;p34"/>
          <p:cNvGrpSpPr/>
          <p:nvPr/>
        </p:nvGrpSpPr>
        <p:grpSpPr>
          <a:xfrm rot="10800000">
            <a:off x="219905" y="-168611"/>
            <a:ext cx="8686931" cy="5467412"/>
            <a:chOff x="-8695" y="-168611"/>
            <a:chExt cx="8686931" cy="5467412"/>
          </a:xfrm>
        </p:grpSpPr>
        <p:sp>
          <p:nvSpPr>
            <p:cNvPr id="2016" name="Google Shape;2016;p34"/>
            <p:cNvSpPr/>
            <p:nvPr/>
          </p:nvSpPr>
          <p:spPr>
            <a:xfrm rot="134745">
              <a:off x="86393" y="-155182"/>
              <a:ext cx="30624" cy="5454017"/>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4"/>
            <p:cNvSpPr/>
            <p:nvPr/>
          </p:nvSpPr>
          <p:spPr>
            <a:xfrm rot="-134745">
              <a:off x="699062" y="-170561"/>
              <a:ext cx="30624"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4"/>
            <p:cNvSpPr/>
            <p:nvPr/>
          </p:nvSpPr>
          <p:spPr>
            <a:xfrm>
              <a:off x="1373813" y="-155248"/>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4"/>
            <p:cNvSpPr/>
            <p:nvPr/>
          </p:nvSpPr>
          <p:spPr>
            <a:xfrm rot="269076">
              <a:off x="1867090" y="-155203"/>
              <a:ext cx="30694" cy="5454042"/>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4"/>
            <p:cNvSpPr/>
            <p:nvPr/>
          </p:nvSpPr>
          <p:spPr>
            <a:xfrm>
              <a:off x="2328590" y="-15521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4"/>
            <p:cNvSpPr/>
            <p:nvPr/>
          </p:nvSpPr>
          <p:spPr>
            <a:xfrm rot="134745">
              <a:off x="2745870" y="-155179"/>
              <a:ext cx="30624" cy="5454061"/>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4"/>
            <p:cNvSpPr/>
            <p:nvPr/>
          </p:nvSpPr>
          <p:spPr>
            <a:xfrm rot="-134745">
              <a:off x="3558211" y="-155207"/>
              <a:ext cx="30624" cy="5454103"/>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4"/>
            <p:cNvSpPr/>
            <p:nvPr/>
          </p:nvSpPr>
          <p:spPr>
            <a:xfrm>
              <a:off x="4249536" y="-155215"/>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4"/>
            <p:cNvSpPr/>
            <p:nvPr/>
          </p:nvSpPr>
          <p:spPr>
            <a:xfrm rot="134745">
              <a:off x="4543894" y="-155173"/>
              <a:ext cx="30624" cy="545402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4"/>
            <p:cNvSpPr/>
            <p:nvPr/>
          </p:nvSpPr>
          <p:spPr>
            <a:xfrm rot="-372938">
              <a:off x="5719128" y="-155168"/>
              <a:ext cx="30479" cy="545397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4"/>
            <p:cNvSpPr/>
            <p:nvPr/>
          </p:nvSpPr>
          <p:spPr>
            <a:xfrm>
              <a:off x="6261403" y="-155199"/>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4"/>
            <p:cNvSpPr/>
            <p:nvPr/>
          </p:nvSpPr>
          <p:spPr>
            <a:xfrm rot="235554">
              <a:off x="6432297" y="-155159"/>
              <a:ext cx="30672" cy="5453994"/>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4"/>
            <p:cNvSpPr/>
            <p:nvPr/>
          </p:nvSpPr>
          <p:spPr>
            <a:xfrm rot="-269076">
              <a:off x="7719096" y="-155187"/>
              <a:ext cx="30694" cy="545403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4"/>
            <p:cNvSpPr/>
            <p:nvPr/>
          </p:nvSpPr>
          <p:spPr>
            <a:xfrm>
              <a:off x="7992696" y="-155202"/>
              <a:ext cx="30600" cy="5454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4"/>
            <p:cNvSpPr/>
            <p:nvPr/>
          </p:nvSpPr>
          <p:spPr>
            <a:xfrm rot="235554">
              <a:off x="8469550" y="-155151"/>
              <a:ext cx="30672" cy="545393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31" name="Google Shape;2031;p34"/>
          <p:cNvSpPr/>
          <p:nvPr/>
        </p:nvSpPr>
        <p:spPr>
          <a:xfrm flipH="1">
            <a:off x="389459" y="233582"/>
            <a:ext cx="8316725" cy="4607950"/>
          </a:xfrm>
          <a:custGeom>
            <a:avLst/>
            <a:gdLst/>
            <a:ahLst/>
            <a:cxnLst/>
            <a:rect l="l" t="t" r="r" b="b"/>
            <a:pathLst>
              <a:path w="332669" h="184318" extrusionOk="0">
                <a:moveTo>
                  <a:pt x="6520" y="15803"/>
                </a:moveTo>
                <a:cubicBezTo>
                  <a:pt x="7981" y="6342"/>
                  <a:pt x="7409" y="6215"/>
                  <a:pt x="11092" y="3611"/>
                </a:cubicBezTo>
                <a:cubicBezTo>
                  <a:pt x="14775" y="1008"/>
                  <a:pt x="14902" y="690"/>
                  <a:pt x="28618" y="182"/>
                </a:cubicBezTo>
                <a:cubicBezTo>
                  <a:pt x="42334" y="-326"/>
                  <a:pt x="62146" y="373"/>
                  <a:pt x="93388" y="563"/>
                </a:cubicBezTo>
                <a:cubicBezTo>
                  <a:pt x="124630" y="754"/>
                  <a:pt x="184320" y="1325"/>
                  <a:pt x="216070" y="1325"/>
                </a:cubicBezTo>
                <a:cubicBezTo>
                  <a:pt x="247820" y="1325"/>
                  <a:pt x="266553" y="-199"/>
                  <a:pt x="283888" y="563"/>
                </a:cubicBezTo>
                <a:cubicBezTo>
                  <a:pt x="301224" y="1325"/>
                  <a:pt x="312400" y="-262"/>
                  <a:pt x="320083" y="5897"/>
                </a:cubicBezTo>
                <a:cubicBezTo>
                  <a:pt x="327767" y="12057"/>
                  <a:pt x="327894" y="17264"/>
                  <a:pt x="329989" y="37520"/>
                </a:cubicBezTo>
                <a:cubicBezTo>
                  <a:pt x="332085" y="57777"/>
                  <a:pt x="332529" y="106227"/>
                  <a:pt x="332656" y="127436"/>
                </a:cubicBezTo>
                <a:cubicBezTo>
                  <a:pt x="332783" y="148645"/>
                  <a:pt x="331958" y="156392"/>
                  <a:pt x="330751" y="164774"/>
                </a:cubicBezTo>
                <a:cubicBezTo>
                  <a:pt x="329545" y="173156"/>
                  <a:pt x="329545" y="174934"/>
                  <a:pt x="325417" y="177728"/>
                </a:cubicBezTo>
                <a:cubicBezTo>
                  <a:pt x="321290" y="180522"/>
                  <a:pt x="315575" y="180459"/>
                  <a:pt x="305986" y="181538"/>
                </a:cubicBezTo>
                <a:cubicBezTo>
                  <a:pt x="296398" y="182618"/>
                  <a:pt x="298112" y="183824"/>
                  <a:pt x="267886" y="184205"/>
                </a:cubicBezTo>
                <a:cubicBezTo>
                  <a:pt x="237660" y="184586"/>
                  <a:pt x="157587" y="183888"/>
                  <a:pt x="124630" y="183824"/>
                </a:cubicBezTo>
                <a:cubicBezTo>
                  <a:pt x="91674" y="183761"/>
                  <a:pt x="87927" y="184142"/>
                  <a:pt x="70147" y="183824"/>
                </a:cubicBezTo>
                <a:cubicBezTo>
                  <a:pt x="52367" y="183507"/>
                  <a:pt x="28936" y="184459"/>
                  <a:pt x="17950" y="181919"/>
                </a:cubicBezTo>
                <a:cubicBezTo>
                  <a:pt x="6965" y="179379"/>
                  <a:pt x="7219" y="178300"/>
                  <a:pt x="4234" y="168584"/>
                </a:cubicBezTo>
                <a:cubicBezTo>
                  <a:pt x="1250" y="158869"/>
                  <a:pt x="361" y="141660"/>
                  <a:pt x="43" y="123626"/>
                </a:cubicBezTo>
                <a:cubicBezTo>
                  <a:pt x="-274" y="105592"/>
                  <a:pt x="1250" y="78351"/>
                  <a:pt x="2329" y="60380"/>
                </a:cubicBezTo>
                <a:cubicBezTo>
                  <a:pt x="3409" y="42410"/>
                  <a:pt x="5060" y="25265"/>
                  <a:pt x="6520" y="15803"/>
                </a:cubicBezTo>
                <a:close/>
              </a:path>
            </a:pathLst>
          </a:custGeom>
          <a:solidFill>
            <a:schemeClr val="dk2"/>
          </a:solidFill>
          <a:ln>
            <a:noFill/>
          </a:ln>
        </p:spPr>
      </p:sp>
      <p:grpSp>
        <p:nvGrpSpPr>
          <p:cNvPr id="2032" name="Google Shape;2032;p34"/>
          <p:cNvGrpSpPr/>
          <p:nvPr/>
        </p:nvGrpSpPr>
        <p:grpSpPr>
          <a:xfrm>
            <a:off x="129274" y="101998"/>
            <a:ext cx="7637189" cy="4939776"/>
            <a:chOff x="129274" y="101998"/>
            <a:chExt cx="7637189" cy="4939776"/>
          </a:xfrm>
        </p:grpSpPr>
        <p:sp>
          <p:nvSpPr>
            <p:cNvPr id="2033" name="Google Shape;2033;p34"/>
            <p:cNvSpPr/>
            <p:nvPr/>
          </p:nvSpPr>
          <p:spPr>
            <a:xfrm flipH="1">
              <a:off x="129274" y="445517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4"/>
            <p:cNvSpPr/>
            <p:nvPr/>
          </p:nvSpPr>
          <p:spPr>
            <a:xfrm>
              <a:off x="745863" y="170032"/>
              <a:ext cx="220799" cy="282679"/>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4"/>
            <p:cNvSpPr/>
            <p:nvPr/>
          </p:nvSpPr>
          <p:spPr>
            <a:xfrm>
              <a:off x="7650213" y="46547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4"/>
            <p:cNvSpPr/>
            <p:nvPr/>
          </p:nvSpPr>
          <p:spPr>
            <a:xfrm>
              <a:off x="547525" y="10199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4"/>
            <p:cNvSpPr/>
            <p:nvPr/>
          </p:nvSpPr>
          <p:spPr>
            <a:xfrm flipH="1">
              <a:off x="7128324" y="4892948"/>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8" name="Google Shape;2038;p34"/>
          <p:cNvGrpSpPr/>
          <p:nvPr/>
        </p:nvGrpSpPr>
        <p:grpSpPr>
          <a:xfrm>
            <a:off x="119298" y="102009"/>
            <a:ext cx="8136935" cy="4981117"/>
            <a:chOff x="119298" y="102009"/>
            <a:chExt cx="8136935" cy="4981117"/>
          </a:xfrm>
        </p:grpSpPr>
        <p:grpSp>
          <p:nvGrpSpPr>
            <p:cNvPr id="2039" name="Google Shape;2039;p34"/>
            <p:cNvGrpSpPr/>
            <p:nvPr/>
          </p:nvGrpSpPr>
          <p:grpSpPr>
            <a:xfrm flipH="1">
              <a:off x="344820" y="4238211"/>
              <a:ext cx="318966" cy="282672"/>
              <a:chOff x="3121200" y="2543625"/>
              <a:chExt cx="73850" cy="65450"/>
            </a:xfrm>
          </p:grpSpPr>
          <p:sp>
            <p:nvSpPr>
              <p:cNvPr id="2040" name="Google Shape;2040;p34"/>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4"/>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2" name="Google Shape;2042;p34"/>
            <p:cNvGrpSpPr/>
            <p:nvPr/>
          </p:nvGrpSpPr>
          <p:grpSpPr>
            <a:xfrm flipH="1">
              <a:off x="8035437" y="4714023"/>
              <a:ext cx="220797" cy="178923"/>
              <a:chOff x="3145425" y="2401425"/>
              <a:chExt cx="65400" cy="53000"/>
            </a:xfrm>
          </p:grpSpPr>
          <p:sp>
            <p:nvSpPr>
              <p:cNvPr id="2043" name="Google Shape;2043;p34"/>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4"/>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5" name="Google Shape;2045;p34"/>
            <p:cNvGrpSpPr/>
            <p:nvPr/>
          </p:nvGrpSpPr>
          <p:grpSpPr>
            <a:xfrm rot="-8631577" flipH="1">
              <a:off x="254591" y="4690488"/>
              <a:ext cx="336153" cy="195515"/>
              <a:chOff x="3308175" y="2424200"/>
              <a:chExt cx="36450" cy="21200"/>
            </a:xfrm>
          </p:grpSpPr>
          <p:sp>
            <p:nvSpPr>
              <p:cNvPr id="2046" name="Google Shape;2046;p34"/>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4"/>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8" name="Google Shape;2048;p34"/>
            <p:cNvGrpSpPr/>
            <p:nvPr/>
          </p:nvGrpSpPr>
          <p:grpSpPr>
            <a:xfrm flipH="1">
              <a:off x="129269" y="102009"/>
              <a:ext cx="336144" cy="213925"/>
              <a:chOff x="3609300" y="2412850"/>
              <a:chExt cx="56125" cy="35725"/>
            </a:xfrm>
          </p:grpSpPr>
          <p:sp>
            <p:nvSpPr>
              <p:cNvPr id="2049" name="Google Shape;2049;p34"/>
              <p:cNvSpPr/>
              <p:nvPr/>
            </p:nvSpPr>
            <p:spPr>
              <a:xfrm>
                <a:off x="3609300" y="2412850"/>
                <a:ext cx="32550" cy="27950"/>
              </a:xfrm>
              <a:custGeom>
                <a:avLst/>
                <a:gdLst/>
                <a:ahLst/>
                <a:cxnLst/>
                <a:rect l="l" t="t" r="r" b="b"/>
                <a:pathLst>
                  <a:path w="1302" h="1118" extrusionOk="0">
                    <a:moveTo>
                      <a:pt x="511" y="0"/>
                    </a:moveTo>
                    <a:cubicBezTo>
                      <a:pt x="340" y="0"/>
                      <a:pt x="175" y="97"/>
                      <a:pt x="98" y="265"/>
                    </a:cubicBezTo>
                    <a:cubicBezTo>
                      <a:pt x="1" y="480"/>
                      <a:pt x="98" y="753"/>
                      <a:pt x="326" y="851"/>
                    </a:cubicBezTo>
                    <a:lnTo>
                      <a:pt x="931" y="1117"/>
                    </a:lnTo>
                    <a:lnTo>
                      <a:pt x="1301" y="304"/>
                    </a:lnTo>
                    <a:lnTo>
                      <a:pt x="690" y="38"/>
                    </a:lnTo>
                    <a:cubicBezTo>
                      <a:pt x="632" y="12"/>
                      <a:pt x="571" y="0"/>
                      <a:pt x="51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4"/>
              <p:cNvSpPr/>
              <p:nvPr/>
            </p:nvSpPr>
            <p:spPr>
              <a:xfrm>
                <a:off x="3632550" y="2420600"/>
                <a:ext cx="32875" cy="27975"/>
              </a:xfrm>
              <a:custGeom>
                <a:avLst/>
                <a:gdLst/>
                <a:ahLst/>
                <a:cxnLst/>
                <a:rect l="l" t="t" r="r" b="b"/>
                <a:pathLst>
                  <a:path w="1315" h="1119" extrusionOk="0">
                    <a:moveTo>
                      <a:pt x="371" y="1"/>
                    </a:moveTo>
                    <a:lnTo>
                      <a:pt x="1" y="814"/>
                    </a:lnTo>
                    <a:lnTo>
                      <a:pt x="612" y="1081"/>
                    </a:lnTo>
                    <a:cubicBezTo>
                      <a:pt x="671" y="1106"/>
                      <a:pt x="733" y="1118"/>
                      <a:pt x="794" y="1118"/>
                    </a:cubicBezTo>
                    <a:cubicBezTo>
                      <a:pt x="964" y="1118"/>
                      <a:pt x="1125" y="1021"/>
                      <a:pt x="1197" y="853"/>
                    </a:cubicBezTo>
                    <a:cubicBezTo>
                      <a:pt x="1314" y="638"/>
                      <a:pt x="1204" y="378"/>
                      <a:pt x="976" y="268"/>
                    </a:cubicBezTo>
                    <a:lnTo>
                      <a:pt x="3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1" name="Google Shape;2051;p34"/>
            <p:cNvGrpSpPr/>
            <p:nvPr/>
          </p:nvGrpSpPr>
          <p:grpSpPr>
            <a:xfrm flipH="1">
              <a:off x="508526" y="687793"/>
              <a:ext cx="194250" cy="193927"/>
              <a:chOff x="3326075" y="2546450"/>
              <a:chExt cx="81800" cy="81650"/>
            </a:xfrm>
          </p:grpSpPr>
          <p:sp>
            <p:nvSpPr>
              <p:cNvPr id="2052" name="Google Shape;2052;p34"/>
              <p:cNvSpPr/>
              <p:nvPr/>
            </p:nvSpPr>
            <p:spPr>
              <a:xfrm>
                <a:off x="3326075" y="2546450"/>
                <a:ext cx="81800" cy="81650"/>
              </a:xfrm>
              <a:custGeom>
                <a:avLst/>
                <a:gdLst/>
                <a:ahLst/>
                <a:cxnLst/>
                <a:rect l="l" t="t" r="r" b="b"/>
                <a:pathLst>
                  <a:path w="3272" h="3266" extrusionOk="0">
                    <a:moveTo>
                      <a:pt x="1639" y="1"/>
                    </a:moveTo>
                    <a:cubicBezTo>
                      <a:pt x="735" y="1"/>
                      <a:pt x="0" y="729"/>
                      <a:pt x="0" y="1633"/>
                    </a:cubicBezTo>
                    <a:cubicBezTo>
                      <a:pt x="0" y="2537"/>
                      <a:pt x="735" y="3266"/>
                      <a:pt x="1639" y="3266"/>
                    </a:cubicBezTo>
                    <a:cubicBezTo>
                      <a:pt x="2537" y="3266"/>
                      <a:pt x="3272" y="2537"/>
                      <a:pt x="3272" y="1633"/>
                    </a:cubicBezTo>
                    <a:cubicBezTo>
                      <a:pt x="3272" y="729"/>
                      <a:pt x="2537" y="1"/>
                      <a:pt x="16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4"/>
              <p:cNvSpPr/>
              <p:nvPr/>
            </p:nvSpPr>
            <p:spPr>
              <a:xfrm>
                <a:off x="3326825" y="2554050"/>
                <a:ext cx="59050" cy="43275"/>
              </a:xfrm>
              <a:custGeom>
                <a:avLst/>
                <a:gdLst/>
                <a:ahLst/>
                <a:cxnLst/>
                <a:rect l="l" t="t" r="r" b="b"/>
                <a:pathLst>
                  <a:path w="2362" h="1731" extrusionOk="0">
                    <a:moveTo>
                      <a:pt x="1612" y="0"/>
                    </a:moveTo>
                    <a:cubicBezTo>
                      <a:pt x="1170" y="0"/>
                      <a:pt x="0" y="637"/>
                      <a:pt x="315" y="1518"/>
                    </a:cubicBezTo>
                    <a:cubicBezTo>
                      <a:pt x="368" y="1668"/>
                      <a:pt x="462" y="1731"/>
                      <a:pt x="579" y="1731"/>
                    </a:cubicBezTo>
                    <a:cubicBezTo>
                      <a:pt x="1176" y="1731"/>
                      <a:pt x="2362" y="84"/>
                      <a:pt x="1655" y="2"/>
                    </a:cubicBezTo>
                    <a:cubicBezTo>
                      <a:pt x="1641" y="1"/>
                      <a:pt x="1627" y="0"/>
                      <a:pt x="1612" y="0"/>
                    </a:cubicBezTo>
                    <a:close/>
                  </a:path>
                </a:pathLst>
              </a:custGeom>
              <a:solidFill>
                <a:srgbClr val="FFFFFF">
                  <a:alpha val="322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4" name="Google Shape;2054;p34"/>
            <p:cNvGrpSpPr/>
            <p:nvPr/>
          </p:nvGrpSpPr>
          <p:grpSpPr>
            <a:xfrm rot="-4355946" flipH="1">
              <a:off x="545156" y="4795748"/>
              <a:ext cx="336155" cy="195514"/>
              <a:chOff x="3308175" y="2424200"/>
              <a:chExt cx="36450" cy="21200"/>
            </a:xfrm>
          </p:grpSpPr>
          <p:sp>
            <p:nvSpPr>
              <p:cNvPr id="2055" name="Google Shape;2055;p34"/>
              <p:cNvSpPr/>
              <p:nvPr/>
            </p:nvSpPr>
            <p:spPr>
              <a:xfrm>
                <a:off x="3308175" y="2428100"/>
                <a:ext cx="20675" cy="17300"/>
              </a:xfrm>
              <a:custGeom>
                <a:avLst/>
                <a:gdLst/>
                <a:ahLst/>
                <a:cxnLst/>
                <a:rect l="l" t="t" r="r" b="b"/>
                <a:pathLst>
                  <a:path w="827" h="692" extrusionOk="0">
                    <a:moveTo>
                      <a:pt x="638" y="0"/>
                    </a:moveTo>
                    <a:lnTo>
                      <a:pt x="228" y="143"/>
                    </a:lnTo>
                    <a:cubicBezTo>
                      <a:pt x="85" y="189"/>
                      <a:pt x="1" y="351"/>
                      <a:pt x="53" y="501"/>
                    </a:cubicBezTo>
                    <a:cubicBezTo>
                      <a:pt x="100" y="615"/>
                      <a:pt x="212" y="692"/>
                      <a:pt x="329" y="692"/>
                    </a:cubicBezTo>
                    <a:cubicBezTo>
                      <a:pt x="358" y="692"/>
                      <a:pt x="388" y="687"/>
                      <a:pt x="417" y="676"/>
                    </a:cubicBezTo>
                    <a:lnTo>
                      <a:pt x="827" y="540"/>
                    </a:lnTo>
                    <a:lnTo>
                      <a:pt x="63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4"/>
              <p:cNvSpPr/>
              <p:nvPr/>
            </p:nvSpPr>
            <p:spPr>
              <a:xfrm>
                <a:off x="3324125" y="2424200"/>
                <a:ext cx="20500" cy="17400"/>
              </a:xfrm>
              <a:custGeom>
                <a:avLst/>
                <a:gdLst/>
                <a:ahLst/>
                <a:cxnLst/>
                <a:rect l="l" t="t" r="r" b="b"/>
                <a:pathLst>
                  <a:path w="820" h="696" extrusionOk="0">
                    <a:moveTo>
                      <a:pt x="502" y="1"/>
                    </a:moveTo>
                    <a:cubicBezTo>
                      <a:pt x="469" y="1"/>
                      <a:pt x="436" y="7"/>
                      <a:pt x="403" y="20"/>
                    </a:cubicBezTo>
                    <a:lnTo>
                      <a:pt x="0" y="156"/>
                    </a:lnTo>
                    <a:lnTo>
                      <a:pt x="189" y="696"/>
                    </a:lnTo>
                    <a:lnTo>
                      <a:pt x="592" y="559"/>
                    </a:lnTo>
                    <a:cubicBezTo>
                      <a:pt x="742" y="507"/>
                      <a:pt x="820" y="345"/>
                      <a:pt x="774" y="189"/>
                    </a:cubicBezTo>
                    <a:cubicBezTo>
                      <a:pt x="728" y="77"/>
                      <a:pt x="619" y="1"/>
                      <a:pt x="50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57" name="Google Shape;2057;p34"/>
            <p:cNvGrpSpPr/>
            <p:nvPr/>
          </p:nvGrpSpPr>
          <p:grpSpPr>
            <a:xfrm flipH="1">
              <a:off x="7650236" y="4863151"/>
              <a:ext cx="220800" cy="208419"/>
              <a:chOff x="3459075" y="2396200"/>
              <a:chExt cx="59350" cy="56025"/>
            </a:xfrm>
          </p:grpSpPr>
          <p:sp>
            <p:nvSpPr>
              <p:cNvPr id="2058" name="Google Shape;2058;p34"/>
              <p:cNvSpPr/>
              <p:nvPr/>
            </p:nvSpPr>
            <p:spPr>
              <a:xfrm>
                <a:off x="3459075" y="2396200"/>
                <a:ext cx="59350" cy="56025"/>
              </a:xfrm>
              <a:custGeom>
                <a:avLst/>
                <a:gdLst/>
                <a:ahLst/>
                <a:cxnLst/>
                <a:rect l="l" t="t" r="r" b="b"/>
                <a:pathLst>
                  <a:path w="2374" h="2241" extrusionOk="0">
                    <a:moveTo>
                      <a:pt x="1152" y="1"/>
                    </a:moveTo>
                    <a:cubicBezTo>
                      <a:pt x="924" y="1"/>
                      <a:pt x="692" y="83"/>
                      <a:pt x="488" y="268"/>
                    </a:cubicBezTo>
                    <a:cubicBezTo>
                      <a:pt x="46" y="678"/>
                      <a:pt x="0" y="1289"/>
                      <a:pt x="325" y="1783"/>
                    </a:cubicBezTo>
                    <a:cubicBezTo>
                      <a:pt x="514" y="2067"/>
                      <a:pt x="807" y="2240"/>
                      <a:pt x="1127" y="2240"/>
                    </a:cubicBezTo>
                    <a:cubicBezTo>
                      <a:pt x="1357" y="2240"/>
                      <a:pt x="1603" y="2150"/>
                      <a:pt x="1834" y="1946"/>
                    </a:cubicBezTo>
                    <a:cubicBezTo>
                      <a:pt x="2283" y="1549"/>
                      <a:pt x="2374" y="899"/>
                      <a:pt x="1997" y="431"/>
                    </a:cubicBezTo>
                    <a:cubicBezTo>
                      <a:pt x="1781" y="162"/>
                      <a:pt x="1470" y="1"/>
                      <a:pt x="1152" y="1"/>
                    </a:cubicBezTo>
                    <a:close/>
                  </a:path>
                </a:pathLst>
              </a:custGeom>
              <a:solidFill>
                <a:srgbClr val="F78721">
                  <a:alpha val="53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4"/>
              <p:cNvSpPr/>
              <p:nvPr/>
            </p:nvSpPr>
            <p:spPr>
              <a:xfrm>
                <a:off x="3468825" y="2406950"/>
                <a:ext cx="38225" cy="32225"/>
              </a:xfrm>
              <a:custGeom>
                <a:avLst/>
                <a:gdLst/>
                <a:ahLst/>
                <a:cxnLst/>
                <a:rect l="l" t="t" r="r" b="b"/>
                <a:pathLst>
                  <a:path w="1529" h="1289" extrusionOk="0">
                    <a:moveTo>
                      <a:pt x="1308" y="1"/>
                    </a:moveTo>
                    <a:lnTo>
                      <a:pt x="0" y="1100"/>
                    </a:lnTo>
                    <a:lnTo>
                      <a:pt x="235" y="1288"/>
                    </a:lnTo>
                    <a:lnTo>
                      <a:pt x="1529" y="319"/>
                    </a:lnTo>
                    <a:lnTo>
                      <a:pt x="130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0" name="Google Shape;2060;p34"/>
            <p:cNvGrpSpPr/>
            <p:nvPr/>
          </p:nvGrpSpPr>
          <p:grpSpPr>
            <a:xfrm rot="-9607328" flipH="1">
              <a:off x="7278197" y="4664954"/>
              <a:ext cx="278227" cy="246572"/>
              <a:chOff x="3121200" y="2543625"/>
              <a:chExt cx="73850" cy="65450"/>
            </a:xfrm>
          </p:grpSpPr>
          <p:sp>
            <p:nvSpPr>
              <p:cNvPr id="2061" name="Google Shape;2061;p34"/>
              <p:cNvSpPr/>
              <p:nvPr/>
            </p:nvSpPr>
            <p:spPr>
              <a:xfrm>
                <a:off x="3121200" y="2543625"/>
                <a:ext cx="73850" cy="65450"/>
              </a:xfrm>
              <a:custGeom>
                <a:avLst/>
                <a:gdLst/>
                <a:ahLst/>
                <a:cxnLst/>
                <a:rect l="l" t="t" r="r" b="b"/>
                <a:pathLst>
                  <a:path w="2954" h="2618" extrusionOk="0">
                    <a:moveTo>
                      <a:pt x="1569" y="1"/>
                    </a:moveTo>
                    <a:cubicBezTo>
                      <a:pt x="940" y="1"/>
                      <a:pt x="414" y="410"/>
                      <a:pt x="215" y="1031"/>
                    </a:cubicBezTo>
                    <a:cubicBezTo>
                      <a:pt x="1" y="1720"/>
                      <a:pt x="339" y="2455"/>
                      <a:pt x="1230" y="2598"/>
                    </a:cubicBezTo>
                    <a:cubicBezTo>
                      <a:pt x="1311" y="2611"/>
                      <a:pt x="1392" y="2618"/>
                      <a:pt x="1472" y="2618"/>
                    </a:cubicBezTo>
                    <a:cubicBezTo>
                      <a:pt x="2101" y="2618"/>
                      <a:pt x="2664" y="2218"/>
                      <a:pt x="2797" y="1584"/>
                    </a:cubicBezTo>
                    <a:cubicBezTo>
                      <a:pt x="2953" y="875"/>
                      <a:pt x="2589" y="146"/>
                      <a:pt x="1783" y="16"/>
                    </a:cubicBezTo>
                    <a:cubicBezTo>
                      <a:pt x="1710" y="6"/>
                      <a:pt x="1639" y="1"/>
                      <a:pt x="15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4"/>
              <p:cNvSpPr/>
              <p:nvPr/>
            </p:nvSpPr>
            <p:spPr>
              <a:xfrm>
                <a:off x="3133875" y="2566125"/>
                <a:ext cx="51425" cy="21175"/>
              </a:xfrm>
              <a:custGeom>
                <a:avLst/>
                <a:gdLst/>
                <a:ahLst/>
                <a:cxnLst/>
                <a:rect l="l" t="t" r="r" b="b"/>
                <a:pathLst>
                  <a:path w="2057" h="847" extrusionOk="0">
                    <a:moveTo>
                      <a:pt x="1" y="1"/>
                    </a:moveTo>
                    <a:lnTo>
                      <a:pt x="1" y="365"/>
                    </a:lnTo>
                    <a:lnTo>
                      <a:pt x="1926" y="846"/>
                    </a:lnTo>
                    <a:lnTo>
                      <a:pt x="2056" y="397"/>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3" name="Google Shape;2063;p34"/>
            <p:cNvGrpSpPr/>
            <p:nvPr/>
          </p:nvGrpSpPr>
          <p:grpSpPr>
            <a:xfrm rot="-4565076" flipH="1">
              <a:off x="123994" y="399012"/>
              <a:ext cx="346704" cy="280959"/>
              <a:chOff x="3145425" y="2401425"/>
              <a:chExt cx="65400" cy="53000"/>
            </a:xfrm>
          </p:grpSpPr>
          <p:sp>
            <p:nvSpPr>
              <p:cNvPr id="2064" name="Google Shape;2064;p34"/>
              <p:cNvSpPr/>
              <p:nvPr/>
            </p:nvSpPr>
            <p:spPr>
              <a:xfrm>
                <a:off x="3145425" y="2401425"/>
                <a:ext cx="65400" cy="53000"/>
              </a:xfrm>
              <a:custGeom>
                <a:avLst/>
                <a:gdLst/>
                <a:ahLst/>
                <a:cxnLst/>
                <a:rect l="l" t="t" r="r" b="b"/>
                <a:pathLst>
                  <a:path w="2616" h="2120" extrusionOk="0">
                    <a:moveTo>
                      <a:pt x="1339" y="1"/>
                    </a:moveTo>
                    <a:cubicBezTo>
                      <a:pt x="1113" y="1"/>
                      <a:pt x="881" y="68"/>
                      <a:pt x="671" y="202"/>
                    </a:cubicBezTo>
                    <a:cubicBezTo>
                      <a:pt x="170" y="514"/>
                      <a:pt x="1" y="1152"/>
                      <a:pt x="482" y="1711"/>
                    </a:cubicBezTo>
                    <a:cubicBezTo>
                      <a:pt x="708" y="1975"/>
                      <a:pt x="1028" y="2120"/>
                      <a:pt x="1350" y="2120"/>
                    </a:cubicBezTo>
                    <a:cubicBezTo>
                      <a:pt x="1574" y="2120"/>
                      <a:pt x="1798" y="2049"/>
                      <a:pt x="1991" y="1900"/>
                    </a:cubicBezTo>
                    <a:cubicBezTo>
                      <a:pt x="2466" y="1535"/>
                      <a:pt x="2615" y="885"/>
                      <a:pt x="2179" y="384"/>
                    </a:cubicBezTo>
                    <a:cubicBezTo>
                      <a:pt x="1953" y="128"/>
                      <a:pt x="1651" y="1"/>
                      <a:pt x="1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4"/>
              <p:cNvSpPr/>
              <p:nvPr/>
            </p:nvSpPr>
            <p:spPr>
              <a:xfrm>
                <a:off x="3163800" y="2408100"/>
                <a:ext cx="31725" cy="38550"/>
              </a:xfrm>
              <a:custGeom>
                <a:avLst/>
                <a:gdLst/>
                <a:ahLst/>
                <a:cxnLst/>
                <a:rect l="l" t="t" r="r" b="b"/>
                <a:pathLst>
                  <a:path w="1269" h="1542" extrusionOk="0">
                    <a:moveTo>
                      <a:pt x="183" y="0"/>
                    </a:moveTo>
                    <a:lnTo>
                      <a:pt x="1" y="228"/>
                    </a:lnTo>
                    <a:lnTo>
                      <a:pt x="944" y="1542"/>
                    </a:lnTo>
                    <a:lnTo>
                      <a:pt x="1269" y="1333"/>
                    </a:lnTo>
                    <a:lnTo>
                      <a:pt x="1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assion One"/>
              <a:buNone/>
              <a:defRPr sz="3500">
                <a:solidFill>
                  <a:schemeClr val="dk1"/>
                </a:solidFill>
                <a:latin typeface="Passion One"/>
                <a:ea typeface="Passion One"/>
                <a:cs typeface="Passion One"/>
                <a:sym typeface="Passion One"/>
              </a:defRPr>
            </a:lvl1pPr>
            <a:lvl2pPr lvl="1"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2pPr>
            <a:lvl3pPr lvl="2"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3pPr>
            <a:lvl4pPr lvl="3"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4pPr>
            <a:lvl5pPr lvl="4"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5pPr>
            <a:lvl6pPr lvl="5"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6pPr>
            <a:lvl7pPr lvl="6"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7pPr>
            <a:lvl8pPr lvl="7"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8pPr>
            <a:lvl9pPr lvl="8" rtl="0">
              <a:spcBef>
                <a:spcPts val="0"/>
              </a:spcBef>
              <a:spcAft>
                <a:spcPts val="0"/>
              </a:spcAft>
              <a:buClr>
                <a:schemeClr val="dk1"/>
              </a:buClr>
              <a:buSzPts val="3500"/>
              <a:buFont typeface="Passion One"/>
              <a:buNone/>
              <a:defRPr sz="3500" b="1">
                <a:solidFill>
                  <a:schemeClr val="dk1"/>
                </a:solidFill>
                <a:latin typeface="Passion One"/>
                <a:ea typeface="Passion One"/>
                <a:cs typeface="Passion One"/>
                <a:sym typeface="Passion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1pPr>
            <a:lvl2pPr marL="914400" lvl="1"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2pPr>
            <a:lvl3pPr marL="1371600" lvl="2"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3pPr>
            <a:lvl4pPr marL="1828800" lvl="3"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4pPr>
            <a:lvl5pPr marL="2286000" lvl="4"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5pPr>
            <a:lvl6pPr marL="2743200" lvl="5"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6pPr>
            <a:lvl7pPr marL="3200400" lvl="6"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7pPr>
            <a:lvl8pPr marL="3657600" lvl="7"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8pPr>
            <a:lvl9pPr marL="4114800" lvl="8"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2" r:id="rId6"/>
    <p:sldLayoutId id="2147483663" r:id="rId7"/>
    <p:sldLayoutId id="2147483672" r:id="rId8"/>
    <p:sldLayoutId id="2147483673" r:id="rId9"/>
    <p:sldLayoutId id="2147483675" r:id="rId10"/>
    <p:sldLayoutId id="2147483678" r:id="rId11"/>
    <p:sldLayoutId id="2147483679" r:id="rId12"/>
    <p:sldLayoutId id="214748368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075"/>
        <p:cNvGrpSpPr/>
        <p:nvPr/>
      </p:nvGrpSpPr>
      <p:grpSpPr>
        <a:xfrm>
          <a:off x="0" y="0"/>
          <a:ext cx="0" cy="0"/>
          <a:chOff x="0" y="0"/>
          <a:chExt cx="0" cy="0"/>
        </a:xfrm>
      </p:grpSpPr>
      <p:sp>
        <p:nvSpPr>
          <p:cNvPr id="2076" name="Google Shape;2076;p38"/>
          <p:cNvSpPr txBox="1">
            <a:spLocks noGrp="1"/>
          </p:cNvSpPr>
          <p:nvPr>
            <p:ph type="ctrTitle"/>
          </p:nvPr>
        </p:nvSpPr>
        <p:spPr>
          <a:xfrm>
            <a:off x="1555050" y="1377250"/>
            <a:ext cx="6033900" cy="2352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SUICIDE </a:t>
            </a:r>
            <a:br>
              <a:rPr lang="en-US" dirty="0"/>
            </a:br>
            <a:r>
              <a:rPr lang="en-US" dirty="0"/>
              <a:t>PREVENTION &amp;</a:t>
            </a:r>
            <a:br>
              <a:rPr lang="en-US" dirty="0"/>
            </a:br>
            <a:r>
              <a:rPr lang="en-US" dirty="0"/>
              <a:t>SUPPORT</a:t>
            </a:r>
            <a:endParaRPr dirty="0"/>
          </a:p>
        </p:txBody>
      </p:sp>
      <p:sp>
        <p:nvSpPr>
          <p:cNvPr id="2077" name="Google Shape;2077;p38"/>
          <p:cNvSpPr txBox="1">
            <a:spLocks noGrp="1"/>
          </p:cNvSpPr>
          <p:nvPr>
            <p:ph type="subTitle" idx="1"/>
          </p:nvPr>
        </p:nvSpPr>
        <p:spPr>
          <a:xfrm>
            <a:off x="2307600" y="3716106"/>
            <a:ext cx="45288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 JOURNEY TO HOPE </a:t>
            </a:r>
            <a:endParaRPr dirty="0"/>
          </a:p>
        </p:txBody>
      </p:sp>
      <p:sp>
        <p:nvSpPr>
          <p:cNvPr id="4" name="TextBox 3">
            <a:extLst>
              <a:ext uri="{FF2B5EF4-FFF2-40B4-BE49-F238E27FC236}">
                <a16:creationId xmlns:a16="http://schemas.microsoft.com/office/drawing/2014/main" id="{7037D5B2-E815-A058-03E5-186F65A556E5}"/>
              </a:ext>
            </a:extLst>
          </p:cNvPr>
          <p:cNvSpPr txBox="1"/>
          <p:nvPr/>
        </p:nvSpPr>
        <p:spPr>
          <a:xfrm>
            <a:off x="961697" y="134007"/>
            <a:ext cx="184731" cy="307777"/>
          </a:xfrm>
          <a:prstGeom prst="rect">
            <a:avLst/>
          </a:prstGeom>
          <a:noFill/>
        </p:spPr>
        <p:txBody>
          <a:bodyPr wrap="none" rtlCol="0">
            <a:spAutoFit/>
          </a:bodyPr>
          <a:lstStyle/>
          <a:p>
            <a:endParaRPr lang="en-BD"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373"/>
        <p:cNvGrpSpPr/>
        <p:nvPr/>
      </p:nvGrpSpPr>
      <p:grpSpPr>
        <a:xfrm>
          <a:off x="0" y="0"/>
          <a:ext cx="0" cy="0"/>
          <a:chOff x="0" y="0"/>
          <a:chExt cx="0" cy="0"/>
        </a:xfrm>
      </p:grpSpPr>
      <p:sp>
        <p:nvSpPr>
          <p:cNvPr id="2375" name="Google Shape;2375;p52"/>
          <p:cNvSpPr txBox="1">
            <a:spLocks noGrp="1"/>
          </p:cNvSpPr>
          <p:nvPr>
            <p:ph type="title"/>
          </p:nvPr>
        </p:nvSpPr>
        <p:spPr>
          <a:xfrm>
            <a:off x="5003525" y="768486"/>
            <a:ext cx="3090600" cy="63312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 </a:t>
            </a:r>
            <a:endParaRPr dirty="0"/>
          </a:p>
        </p:txBody>
      </p:sp>
      <p:sp>
        <p:nvSpPr>
          <p:cNvPr id="2376" name="Google Shape;2376;p52"/>
          <p:cNvSpPr txBox="1">
            <a:spLocks noGrp="1"/>
          </p:cNvSpPr>
          <p:nvPr>
            <p:ph type="subTitle" idx="1"/>
          </p:nvPr>
        </p:nvSpPr>
        <p:spPr>
          <a:xfrm>
            <a:off x="4866432" y="1401611"/>
            <a:ext cx="3090000" cy="124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effectLst/>
                <a:latin typeface="Arial" panose="020B0604020202020204" pitchFamily="34" charset="0"/>
                <a:ea typeface="Arial" panose="020B0604020202020204" pitchFamily="34" charset="0"/>
              </a:rPr>
              <a:t>The purpose of this presentation is to shed light on the critical issue of suicide and to raise awareness about suicide prevention. We aim to provide information, resources, and strategies to empower individuals and communities to prevent suicide</a:t>
            </a:r>
            <a:r>
              <a:rPr lang="en-BD" dirty="0">
                <a:effectLst/>
              </a:rPr>
              <a:t> </a:t>
            </a:r>
            <a:endParaRPr dirty="0"/>
          </a:p>
        </p:txBody>
      </p:sp>
      <p:grpSp>
        <p:nvGrpSpPr>
          <p:cNvPr id="2377" name="Google Shape;2377;p52"/>
          <p:cNvGrpSpPr/>
          <p:nvPr/>
        </p:nvGrpSpPr>
        <p:grpSpPr>
          <a:xfrm>
            <a:off x="1049875" y="694073"/>
            <a:ext cx="241089" cy="301916"/>
            <a:chOff x="1049875" y="694073"/>
            <a:chExt cx="241089" cy="301916"/>
          </a:xfrm>
        </p:grpSpPr>
        <p:sp>
          <p:nvSpPr>
            <p:cNvPr id="2378" name="Google Shape;2378;p52"/>
            <p:cNvSpPr/>
            <p:nvPr/>
          </p:nvSpPr>
          <p:spPr>
            <a:xfrm>
              <a:off x="1174713" y="69407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2"/>
            <p:cNvSpPr/>
            <p:nvPr/>
          </p:nvSpPr>
          <p:spPr>
            <a:xfrm>
              <a:off x="1049875" y="906375"/>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FB116D1E-9065-DF6C-8EA8-E776FE280EBB}"/>
              </a:ext>
            </a:extLst>
          </p:cNvPr>
          <p:cNvPicPr>
            <a:picLocks noChangeAspect="1"/>
          </p:cNvPicPr>
          <p:nvPr/>
        </p:nvPicPr>
        <p:blipFill>
          <a:blip r:embed="rId3"/>
          <a:stretch>
            <a:fillRect/>
          </a:stretch>
        </p:blipFill>
        <p:spPr>
          <a:xfrm>
            <a:off x="935821" y="1218112"/>
            <a:ext cx="3636179" cy="2856998"/>
          </a:xfrm>
          <a:prstGeom prst="rect">
            <a:avLst/>
          </a:prstGeom>
          <a:noFill/>
        </p:spPr>
      </p:pic>
      <p:grpSp>
        <p:nvGrpSpPr>
          <p:cNvPr id="12" name="Google Shape;7324;p84">
            <a:extLst>
              <a:ext uri="{FF2B5EF4-FFF2-40B4-BE49-F238E27FC236}">
                <a16:creationId xmlns:a16="http://schemas.microsoft.com/office/drawing/2014/main" id="{B8927A9C-C1A4-A03D-F4D8-F4C515847B92}"/>
              </a:ext>
            </a:extLst>
          </p:cNvPr>
          <p:cNvGrpSpPr/>
          <p:nvPr/>
        </p:nvGrpSpPr>
        <p:grpSpPr>
          <a:xfrm>
            <a:off x="7044697" y="3724828"/>
            <a:ext cx="2682399" cy="1418671"/>
            <a:chOff x="2496310" y="3693351"/>
            <a:chExt cx="1342906" cy="688926"/>
          </a:xfrm>
          <a:solidFill>
            <a:schemeClr val="tx2">
              <a:lumMod val="90000"/>
            </a:schemeClr>
          </a:solidFill>
        </p:grpSpPr>
        <p:grpSp>
          <p:nvGrpSpPr>
            <p:cNvPr id="13" name="Google Shape;7325;p84">
              <a:extLst>
                <a:ext uri="{FF2B5EF4-FFF2-40B4-BE49-F238E27FC236}">
                  <a16:creationId xmlns:a16="http://schemas.microsoft.com/office/drawing/2014/main" id="{77330511-8D37-A341-C8F1-48F559AFAD1F}"/>
                </a:ext>
              </a:extLst>
            </p:cNvPr>
            <p:cNvGrpSpPr/>
            <p:nvPr/>
          </p:nvGrpSpPr>
          <p:grpSpPr>
            <a:xfrm>
              <a:off x="2496310" y="3693351"/>
              <a:ext cx="1342906" cy="688875"/>
              <a:chOff x="2496310" y="3693351"/>
              <a:chExt cx="1342906" cy="688875"/>
            </a:xfrm>
            <a:grpFill/>
          </p:grpSpPr>
          <p:sp>
            <p:nvSpPr>
              <p:cNvPr id="18" name="Google Shape;7326;p84">
                <a:extLst>
                  <a:ext uri="{FF2B5EF4-FFF2-40B4-BE49-F238E27FC236}">
                    <a16:creationId xmlns:a16="http://schemas.microsoft.com/office/drawing/2014/main" id="{8BB936E5-9944-A006-E1A6-35A585FF5C0E}"/>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327;p84">
                <a:extLst>
                  <a:ext uri="{FF2B5EF4-FFF2-40B4-BE49-F238E27FC236}">
                    <a16:creationId xmlns:a16="http://schemas.microsoft.com/office/drawing/2014/main" id="{0B1877B5-3B3B-A997-D623-0EF6BE91FC64}"/>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328;p84">
                <a:extLst>
                  <a:ext uri="{FF2B5EF4-FFF2-40B4-BE49-F238E27FC236}">
                    <a16:creationId xmlns:a16="http://schemas.microsoft.com/office/drawing/2014/main" id="{BA1882A7-839A-E4BA-0EDF-F2A3422DEE2D}"/>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329;p84">
                <a:extLst>
                  <a:ext uri="{FF2B5EF4-FFF2-40B4-BE49-F238E27FC236}">
                    <a16:creationId xmlns:a16="http://schemas.microsoft.com/office/drawing/2014/main" id="{B0623508-C45B-C859-90A0-52EC63C92C32}"/>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330;p84">
                <a:extLst>
                  <a:ext uri="{FF2B5EF4-FFF2-40B4-BE49-F238E27FC236}">
                    <a16:creationId xmlns:a16="http://schemas.microsoft.com/office/drawing/2014/main" id="{52B26827-D4D3-5B9F-252E-DA64DC655060}"/>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331;p84">
                <a:extLst>
                  <a:ext uri="{FF2B5EF4-FFF2-40B4-BE49-F238E27FC236}">
                    <a16:creationId xmlns:a16="http://schemas.microsoft.com/office/drawing/2014/main" id="{436F383C-BA61-2CE7-93EA-0D2CD2CBE759}"/>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7332;p84">
                <a:extLst>
                  <a:ext uri="{FF2B5EF4-FFF2-40B4-BE49-F238E27FC236}">
                    <a16:creationId xmlns:a16="http://schemas.microsoft.com/office/drawing/2014/main" id="{BBC521B0-4777-13E5-5383-9FA617081173}"/>
                  </a:ext>
                </a:extLst>
              </p:cNvPr>
              <p:cNvCxnSpPr>
                <a:stCxn id="22"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25" name="Google Shape;7333;p84">
                <a:extLst>
                  <a:ext uri="{FF2B5EF4-FFF2-40B4-BE49-F238E27FC236}">
                    <a16:creationId xmlns:a16="http://schemas.microsoft.com/office/drawing/2014/main" id="{675600C3-F1F6-29F1-E003-F53D88DA48D9}"/>
                  </a:ext>
                </a:extLst>
              </p:cNvPr>
              <p:cNvCxnSpPr>
                <a:stCxn id="19"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26" name="Google Shape;7334;p84">
                <a:extLst>
                  <a:ext uri="{FF2B5EF4-FFF2-40B4-BE49-F238E27FC236}">
                    <a16:creationId xmlns:a16="http://schemas.microsoft.com/office/drawing/2014/main" id="{94AEA07D-9B57-BFCE-801A-73C18AAA2A99}"/>
                  </a:ext>
                </a:extLst>
              </p:cNvPr>
              <p:cNvCxnSpPr>
                <a:stCxn id="20"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7" name="Google Shape;7335;p84">
                <a:extLst>
                  <a:ext uri="{FF2B5EF4-FFF2-40B4-BE49-F238E27FC236}">
                    <a16:creationId xmlns:a16="http://schemas.microsoft.com/office/drawing/2014/main" id="{029FF58B-5D77-4952-E8D1-E8758F36626B}"/>
                  </a:ext>
                </a:extLst>
              </p:cNvPr>
              <p:cNvCxnSpPr>
                <a:stCxn id="23"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8" name="Google Shape;7336;p84">
                <a:extLst>
                  <a:ext uri="{FF2B5EF4-FFF2-40B4-BE49-F238E27FC236}">
                    <a16:creationId xmlns:a16="http://schemas.microsoft.com/office/drawing/2014/main" id="{44175128-F09C-1C38-7DE5-309E7F944D24}"/>
                  </a:ext>
                </a:extLst>
              </p:cNvPr>
              <p:cNvCxnSpPr>
                <a:stCxn id="21"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14" name="Google Shape;7337;p84">
              <a:extLst>
                <a:ext uri="{FF2B5EF4-FFF2-40B4-BE49-F238E27FC236}">
                  <a16:creationId xmlns:a16="http://schemas.microsoft.com/office/drawing/2014/main" id="{27BE806F-6EAA-015F-67F9-28EFA355D776}"/>
                </a:ext>
              </a:extLst>
            </p:cNvPr>
            <p:cNvGrpSpPr/>
            <p:nvPr/>
          </p:nvGrpSpPr>
          <p:grpSpPr>
            <a:xfrm>
              <a:off x="2675275" y="3930557"/>
              <a:ext cx="1003306" cy="451719"/>
              <a:chOff x="2675275" y="4174282"/>
              <a:chExt cx="1003306" cy="451719"/>
            </a:xfrm>
            <a:grpFill/>
          </p:grpSpPr>
          <p:sp>
            <p:nvSpPr>
              <p:cNvPr id="15" name="Google Shape;7338;p84">
                <a:extLst>
                  <a:ext uri="{FF2B5EF4-FFF2-40B4-BE49-F238E27FC236}">
                    <a16:creationId xmlns:a16="http://schemas.microsoft.com/office/drawing/2014/main" id="{01271905-3170-724B-9DE7-B613DB15965C}"/>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339;p84">
                <a:extLst>
                  <a:ext uri="{FF2B5EF4-FFF2-40B4-BE49-F238E27FC236}">
                    <a16:creationId xmlns:a16="http://schemas.microsoft.com/office/drawing/2014/main" id="{CAF2D6F7-74AF-2361-B791-981C7F95DE4F}"/>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340;p84">
                <a:extLst>
                  <a:ext uri="{FF2B5EF4-FFF2-40B4-BE49-F238E27FC236}">
                    <a16:creationId xmlns:a16="http://schemas.microsoft.com/office/drawing/2014/main" id="{B7B8DC7C-7C81-D31C-5C5D-3CE80A4F8D5A}"/>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114"/>
        <p:cNvGrpSpPr/>
        <p:nvPr/>
      </p:nvGrpSpPr>
      <p:grpSpPr>
        <a:xfrm>
          <a:off x="0" y="0"/>
          <a:ext cx="0" cy="0"/>
          <a:chOff x="0" y="0"/>
          <a:chExt cx="0" cy="0"/>
        </a:xfrm>
      </p:grpSpPr>
      <p:sp>
        <p:nvSpPr>
          <p:cNvPr id="2115" name="Google Shape;2115;p41"/>
          <p:cNvSpPr txBox="1">
            <a:spLocks noGrp="1"/>
          </p:cNvSpPr>
          <p:nvPr>
            <p:ph type="title"/>
          </p:nvPr>
        </p:nvSpPr>
        <p:spPr>
          <a:xfrm>
            <a:off x="787953" y="1818160"/>
            <a:ext cx="4014878" cy="72630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What is suicide?</a:t>
            </a:r>
            <a:endParaRPr dirty="0"/>
          </a:p>
        </p:txBody>
      </p:sp>
      <p:sp>
        <p:nvSpPr>
          <p:cNvPr id="2116" name="Google Shape;2116;p41"/>
          <p:cNvSpPr txBox="1">
            <a:spLocks noGrp="1"/>
          </p:cNvSpPr>
          <p:nvPr>
            <p:ph type="subTitle" idx="1"/>
          </p:nvPr>
        </p:nvSpPr>
        <p:spPr>
          <a:xfrm>
            <a:off x="2634462" y="2856435"/>
            <a:ext cx="3719625" cy="726300"/>
          </a:xfrm>
          <a:prstGeom prst="rect">
            <a:avLst/>
          </a:prstGeom>
        </p:spPr>
        <p:txBody>
          <a:bodyPr spcFirstLastPara="1" wrap="square" lIns="91425" tIns="91425" rIns="91425" bIns="91425" anchor="t" anchorCtr="0">
            <a:noAutofit/>
          </a:bodyPr>
          <a:lstStyle/>
          <a:p>
            <a:pPr marL="0" indent="0"/>
            <a:r>
              <a:rPr lang="en-GB" sz="1600" b="1" dirty="0">
                <a:effectLst/>
                <a:latin typeface="Arial" panose="020B0604020202020204" pitchFamily="34" charset="0"/>
                <a:ea typeface="Arial" panose="020B0604020202020204" pitchFamily="34" charset="0"/>
              </a:rPr>
              <a:t>Suicide</a:t>
            </a:r>
            <a:r>
              <a:rPr lang="en-GB" sz="1600" dirty="0">
                <a:effectLst/>
                <a:latin typeface="Arial" panose="020B0604020202020204" pitchFamily="34" charset="0"/>
                <a:ea typeface="Arial" panose="020B0604020202020204" pitchFamily="34" charset="0"/>
              </a:rPr>
              <a:t> is the act of intentionally taking one's own life, including mental health issues, emotional distress, social, economic, or environmental factors, and personal experiences. </a:t>
            </a:r>
            <a:endParaRPr sz="1600" dirty="0"/>
          </a:p>
        </p:txBody>
      </p:sp>
      <p:grpSp>
        <p:nvGrpSpPr>
          <p:cNvPr id="2" name="Google Shape;7324;p84">
            <a:extLst>
              <a:ext uri="{FF2B5EF4-FFF2-40B4-BE49-F238E27FC236}">
                <a16:creationId xmlns:a16="http://schemas.microsoft.com/office/drawing/2014/main" id="{D687BC43-66CE-3491-DD81-8D2C0A788A85}"/>
              </a:ext>
            </a:extLst>
          </p:cNvPr>
          <p:cNvGrpSpPr/>
          <p:nvPr/>
        </p:nvGrpSpPr>
        <p:grpSpPr>
          <a:xfrm rot="2946778">
            <a:off x="-317490" y="3287245"/>
            <a:ext cx="2632325" cy="1618422"/>
            <a:chOff x="2496310" y="3693351"/>
            <a:chExt cx="1342906" cy="688926"/>
          </a:xfrm>
          <a:solidFill>
            <a:schemeClr val="tx2">
              <a:lumMod val="90000"/>
            </a:schemeClr>
          </a:solidFill>
        </p:grpSpPr>
        <p:grpSp>
          <p:nvGrpSpPr>
            <p:cNvPr id="3" name="Google Shape;7325;p84">
              <a:extLst>
                <a:ext uri="{FF2B5EF4-FFF2-40B4-BE49-F238E27FC236}">
                  <a16:creationId xmlns:a16="http://schemas.microsoft.com/office/drawing/2014/main" id="{4AAE3A67-33AD-7084-CB52-4116DAFFE1AF}"/>
                </a:ext>
              </a:extLst>
            </p:cNvPr>
            <p:cNvGrpSpPr/>
            <p:nvPr/>
          </p:nvGrpSpPr>
          <p:grpSpPr>
            <a:xfrm>
              <a:off x="2496310" y="3693351"/>
              <a:ext cx="1342906" cy="688875"/>
              <a:chOff x="2496310" y="3693351"/>
              <a:chExt cx="1342906" cy="688875"/>
            </a:xfrm>
            <a:grpFill/>
          </p:grpSpPr>
          <p:sp>
            <p:nvSpPr>
              <p:cNvPr id="8" name="Google Shape;7326;p84">
                <a:extLst>
                  <a:ext uri="{FF2B5EF4-FFF2-40B4-BE49-F238E27FC236}">
                    <a16:creationId xmlns:a16="http://schemas.microsoft.com/office/drawing/2014/main" id="{77E82233-8E21-32CE-B045-374E7759B126}"/>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327;p84">
                <a:extLst>
                  <a:ext uri="{FF2B5EF4-FFF2-40B4-BE49-F238E27FC236}">
                    <a16:creationId xmlns:a16="http://schemas.microsoft.com/office/drawing/2014/main" id="{A5D4F71B-4881-80A6-8953-5A583E233360}"/>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328;p84">
                <a:extLst>
                  <a:ext uri="{FF2B5EF4-FFF2-40B4-BE49-F238E27FC236}">
                    <a16:creationId xmlns:a16="http://schemas.microsoft.com/office/drawing/2014/main" id="{C2996EC5-2689-AE69-0506-69B7E4813E4C}"/>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329;p84">
                <a:extLst>
                  <a:ext uri="{FF2B5EF4-FFF2-40B4-BE49-F238E27FC236}">
                    <a16:creationId xmlns:a16="http://schemas.microsoft.com/office/drawing/2014/main" id="{6E8C2E81-04DF-E0A4-604A-57949325444A}"/>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330;p84">
                <a:extLst>
                  <a:ext uri="{FF2B5EF4-FFF2-40B4-BE49-F238E27FC236}">
                    <a16:creationId xmlns:a16="http://schemas.microsoft.com/office/drawing/2014/main" id="{C3B7D215-4C21-67EE-3F5C-6099739A24C1}"/>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31;p84">
                <a:extLst>
                  <a:ext uri="{FF2B5EF4-FFF2-40B4-BE49-F238E27FC236}">
                    <a16:creationId xmlns:a16="http://schemas.microsoft.com/office/drawing/2014/main" id="{59B3D4B0-50B6-D83F-A413-224A833DDFAD}"/>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7332;p84">
                <a:extLst>
                  <a:ext uri="{FF2B5EF4-FFF2-40B4-BE49-F238E27FC236}">
                    <a16:creationId xmlns:a16="http://schemas.microsoft.com/office/drawing/2014/main" id="{9E089C29-9B21-CAFC-D50F-996BBAD28328}"/>
                  </a:ext>
                </a:extLst>
              </p:cNvPr>
              <p:cNvCxnSpPr>
                <a:stCxn id="12"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15" name="Google Shape;7333;p84">
                <a:extLst>
                  <a:ext uri="{FF2B5EF4-FFF2-40B4-BE49-F238E27FC236}">
                    <a16:creationId xmlns:a16="http://schemas.microsoft.com/office/drawing/2014/main" id="{2E933FC0-D8FB-43DE-61F6-FD1FC22ABF8C}"/>
                  </a:ext>
                </a:extLst>
              </p:cNvPr>
              <p:cNvCxnSpPr>
                <a:stCxn id="9"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16" name="Google Shape;7334;p84">
                <a:extLst>
                  <a:ext uri="{FF2B5EF4-FFF2-40B4-BE49-F238E27FC236}">
                    <a16:creationId xmlns:a16="http://schemas.microsoft.com/office/drawing/2014/main" id="{0BA23E13-24EB-52F3-67D5-5BD07142782C}"/>
                  </a:ext>
                </a:extLst>
              </p:cNvPr>
              <p:cNvCxnSpPr>
                <a:stCxn id="10"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17" name="Google Shape;7335;p84">
                <a:extLst>
                  <a:ext uri="{FF2B5EF4-FFF2-40B4-BE49-F238E27FC236}">
                    <a16:creationId xmlns:a16="http://schemas.microsoft.com/office/drawing/2014/main" id="{6A55B7F2-FE95-253D-92E5-87E1D4EE44EE}"/>
                  </a:ext>
                </a:extLst>
              </p:cNvPr>
              <p:cNvCxnSpPr>
                <a:stCxn id="13"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18" name="Google Shape;7336;p84">
                <a:extLst>
                  <a:ext uri="{FF2B5EF4-FFF2-40B4-BE49-F238E27FC236}">
                    <a16:creationId xmlns:a16="http://schemas.microsoft.com/office/drawing/2014/main" id="{BA9D32A7-6843-41F2-8DC9-DE5F51713F46}"/>
                  </a:ext>
                </a:extLst>
              </p:cNvPr>
              <p:cNvCxnSpPr>
                <a:stCxn id="11"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4" name="Google Shape;7337;p84">
              <a:extLst>
                <a:ext uri="{FF2B5EF4-FFF2-40B4-BE49-F238E27FC236}">
                  <a16:creationId xmlns:a16="http://schemas.microsoft.com/office/drawing/2014/main" id="{D3186193-CC9B-B80F-6AB3-9F7FEE194C7D}"/>
                </a:ext>
              </a:extLst>
            </p:cNvPr>
            <p:cNvGrpSpPr/>
            <p:nvPr/>
          </p:nvGrpSpPr>
          <p:grpSpPr>
            <a:xfrm>
              <a:off x="2675275" y="3930557"/>
              <a:ext cx="1003306" cy="451719"/>
              <a:chOff x="2675275" y="4174282"/>
              <a:chExt cx="1003306" cy="451719"/>
            </a:xfrm>
            <a:grpFill/>
          </p:grpSpPr>
          <p:sp>
            <p:nvSpPr>
              <p:cNvPr id="5" name="Google Shape;7338;p84">
                <a:extLst>
                  <a:ext uri="{FF2B5EF4-FFF2-40B4-BE49-F238E27FC236}">
                    <a16:creationId xmlns:a16="http://schemas.microsoft.com/office/drawing/2014/main" id="{4FC0DF58-058E-6FD9-4ADF-9839BD987B06}"/>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339;p84">
                <a:extLst>
                  <a:ext uri="{FF2B5EF4-FFF2-40B4-BE49-F238E27FC236}">
                    <a16:creationId xmlns:a16="http://schemas.microsoft.com/office/drawing/2014/main" id="{D4AE0576-DA99-2CA0-058F-3C49A20177BB}"/>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340;p84">
                <a:extLst>
                  <a:ext uri="{FF2B5EF4-FFF2-40B4-BE49-F238E27FC236}">
                    <a16:creationId xmlns:a16="http://schemas.microsoft.com/office/drawing/2014/main" id="{CE324D46-785D-6C82-C9DF-D5C0656C7D2F}"/>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0" name="Picture 19">
            <a:extLst>
              <a:ext uri="{FF2B5EF4-FFF2-40B4-BE49-F238E27FC236}">
                <a16:creationId xmlns:a16="http://schemas.microsoft.com/office/drawing/2014/main" id="{33B5C073-404C-8750-334E-6FDF31AA9EC6}"/>
              </a:ext>
            </a:extLst>
          </p:cNvPr>
          <p:cNvPicPr>
            <a:picLocks noChangeAspect="1"/>
          </p:cNvPicPr>
          <p:nvPr/>
        </p:nvPicPr>
        <p:blipFill>
          <a:blip r:embed="rId3"/>
          <a:stretch>
            <a:fillRect/>
          </a:stretch>
        </p:blipFill>
        <p:spPr>
          <a:xfrm>
            <a:off x="5179290" y="579515"/>
            <a:ext cx="2999299" cy="19922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091"/>
        <p:cNvGrpSpPr/>
        <p:nvPr/>
      </p:nvGrpSpPr>
      <p:grpSpPr>
        <a:xfrm>
          <a:off x="0" y="0"/>
          <a:ext cx="0" cy="0"/>
          <a:chOff x="0" y="0"/>
          <a:chExt cx="0" cy="0"/>
        </a:xfrm>
      </p:grpSpPr>
      <p:sp>
        <p:nvSpPr>
          <p:cNvPr id="2092" name="Google Shape;2092;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RISK FACTORS </a:t>
            </a:r>
            <a:endParaRPr dirty="0"/>
          </a:p>
        </p:txBody>
      </p:sp>
      <p:sp>
        <p:nvSpPr>
          <p:cNvPr id="2099" name="Google Shape;2099;p40"/>
          <p:cNvSpPr txBox="1">
            <a:spLocks noGrp="1"/>
          </p:cNvSpPr>
          <p:nvPr>
            <p:ph type="title" idx="7"/>
          </p:nvPr>
        </p:nvSpPr>
        <p:spPr>
          <a:xfrm>
            <a:off x="1659450" y="1400176"/>
            <a:ext cx="734700" cy="53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01</a:t>
            </a:r>
            <a:endParaRPr/>
          </a:p>
        </p:txBody>
      </p:sp>
      <p:sp>
        <p:nvSpPr>
          <p:cNvPr id="2100" name="Google Shape;2100;p40"/>
          <p:cNvSpPr txBox="1">
            <a:spLocks noGrp="1"/>
          </p:cNvSpPr>
          <p:nvPr>
            <p:ph type="title" idx="8"/>
          </p:nvPr>
        </p:nvSpPr>
        <p:spPr>
          <a:xfrm>
            <a:off x="1659450" y="3132727"/>
            <a:ext cx="734700" cy="53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04</a:t>
            </a:r>
            <a:endParaRPr/>
          </a:p>
        </p:txBody>
      </p:sp>
      <p:sp>
        <p:nvSpPr>
          <p:cNvPr id="2101" name="Google Shape;2101;p40"/>
          <p:cNvSpPr txBox="1">
            <a:spLocks noGrp="1"/>
          </p:cNvSpPr>
          <p:nvPr>
            <p:ph type="title" idx="9"/>
          </p:nvPr>
        </p:nvSpPr>
        <p:spPr>
          <a:xfrm>
            <a:off x="4208412" y="1400176"/>
            <a:ext cx="734700" cy="53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02</a:t>
            </a:r>
            <a:endParaRPr/>
          </a:p>
        </p:txBody>
      </p:sp>
      <p:sp>
        <p:nvSpPr>
          <p:cNvPr id="2102" name="Google Shape;2102;p40"/>
          <p:cNvSpPr txBox="1">
            <a:spLocks noGrp="1"/>
          </p:cNvSpPr>
          <p:nvPr>
            <p:ph type="title" idx="13"/>
          </p:nvPr>
        </p:nvSpPr>
        <p:spPr>
          <a:xfrm>
            <a:off x="4208412" y="3132727"/>
            <a:ext cx="734700" cy="53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05</a:t>
            </a:r>
            <a:endParaRPr/>
          </a:p>
        </p:txBody>
      </p:sp>
      <p:sp>
        <p:nvSpPr>
          <p:cNvPr id="2103" name="Google Shape;2103;p40"/>
          <p:cNvSpPr txBox="1">
            <a:spLocks noGrp="1"/>
          </p:cNvSpPr>
          <p:nvPr>
            <p:ph type="title" idx="14"/>
          </p:nvPr>
        </p:nvSpPr>
        <p:spPr>
          <a:xfrm>
            <a:off x="6757374" y="1400176"/>
            <a:ext cx="734700" cy="53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03</a:t>
            </a:r>
            <a:endParaRPr/>
          </a:p>
        </p:txBody>
      </p:sp>
      <p:sp>
        <p:nvSpPr>
          <p:cNvPr id="2104" name="Google Shape;2104;p40"/>
          <p:cNvSpPr txBox="1">
            <a:spLocks noGrp="1"/>
          </p:cNvSpPr>
          <p:nvPr>
            <p:ph type="title" idx="15"/>
          </p:nvPr>
        </p:nvSpPr>
        <p:spPr>
          <a:xfrm>
            <a:off x="6757374" y="3132727"/>
            <a:ext cx="734700" cy="53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06</a:t>
            </a:r>
            <a:endParaRPr/>
          </a:p>
        </p:txBody>
      </p:sp>
      <p:sp>
        <p:nvSpPr>
          <p:cNvPr id="2105" name="Google Shape;2105;p40"/>
          <p:cNvSpPr txBox="1">
            <a:spLocks noGrp="1"/>
          </p:cNvSpPr>
          <p:nvPr>
            <p:ph type="subTitle" idx="16"/>
          </p:nvPr>
        </p:nvSpPr>
        <p:spPr>
          <a:xfrm>
            <a:off x="796200" y="1801100"/>
            <a:ext cx="24612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Mental health issue</a:t>
            </a:r>
            <a:endParaRPr sz="2400" dirty="0"/>
          </a:p>
        </p:txBody>
      </p:sp>
      <p:sp>
        <p:nvSpPr>
          <p:cNvPr id="2106" name="Google Shape;2106;p40"/>
          <p:cNvSpPr txBox="1">
            <a:spLocks noGrp="1"/>
          </p:cNvSpPr>
          <p:nvPr>
            <p:ph type="subTitle" idx="17"/>
          </p:nvPr>
        </p:nvSpPr>
        <p:spPr>
          <a:xfrm>
            <a:off x="3345912" y="1801112"/>
            <a:ext cx="24597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Substance Abuse</a:t>
            </a:r>
            <a:endParaRPr sz="2400" dirty="0"/>
          </a:p>
        </p:txBody>
      </p:sp>
      <p:sp>
        <p:nvSpPr>
          <p:cNvPr id="2107" name="Google Shape;2107;p40"/>
          <p:cNvSpPr txBox="1">
            <a:spLocks noGrp="1"/>
          </p:cNvSpPr>
          <p:nvPr>
            <p:ph type="subTitle" idx="18"/>
          </p:nvPr>
        </p:nvSpPr>
        <p:spPr>
          <a:xfrm>
            <a:off x="5894874" y="1801112"/>
            <a:ext cx="24597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Previous Attempt</a:t>
            </a:r>
            <a:endParaRPr sz="2400" dirty="0"/>
          </a:p>
        </p:txBody>
      </p:sp>
      <p:sp>
        <p:nvSpPr>
          <p:cNvPr id="2108" name="Google Shape;2108;p40"/>
          <p:cNvSpPr txBox="1">
            <a:spLocks noGrp="1"/>
          </p:cNvSpPr>
          <p:nvPr>
            <p:ph type="subTitle" idx="19"/>
          </p:nvPr>
        </p:nvSpPr>
        <p:spPr>
          <a:xfrm>
            <a:off x="796200" y="3533771"/>
            <a:ext cx="24612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Bullying &amp; Stigma</a:t>
            </a:r>
            <a:endParaRPr sz="2400" dirty="0"/>
          </a:p>
        </p:txBody>
      </p:sp>
      <p:sp>
        <p:nvSpPr>
          <p:cNvPr id="2109" name="Google Shape;2109;p40"/>
          <p:cNvSpPr txBox="1">
            <a:spLocks noGrp="1"/>
          </p:cNvSpPr>
          <p:nvPr>
            <p:ph type="subTitle" idx="20"/>
          </p:nvPr>
        </p:nvSpPr>
        <p:spPr>
          <a:xfrm>
            <a:off x="3345912" y="3533775"/>
            <a:ext cx="24597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Financial stress</a:t>
            </a:r>
            <a:endParaRPr sz="2400" dirty="0"/>
          </a:p>
        </p:txBody>
      </p:sp>
      <p:sp>
        <p:nvSpPr>
          <p:cNvPr id="2110" name="Google Shape;2110;p40"/>
          <p:cNvSpPr txBox="1">
            <a:spLocks noGrp="1"/>
          </p:cNvSpPr>
          <p:nvPr>
            <p:ph type="subTitle" idx="21"/>
          </p:nvPr>
        </p:nvSpPr>
        <p:spPr>
          <a:xfrm>
            <a:off x="5886602" y="3933228"/>
            <a:ext cx="2459700" cy="48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Society &amp; Family Influence  </a:t>
            </a:r>
            <a:endParaRPr sz="2400"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255"/>
        <p:cNvGrpSpPr/>
        <p:nvPr/>
      </p:nvGrpSpPr>
      <p:grpSpPr>
        <a:xfrm>
          <a:off x="0" y="0"/>
          <a:ext cx="0" cy="0"/>
          <a:chOff x="0" y="0"/>
          <a:chExt cx="0" cy="0"/>
        </a:xfrm>
      </p:grpSpPr>
      <p:sp>
        <p:nvSpPr>
          <p:cNvPr id="2256" name="Google Shape;2256;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IMPACTS ON MENTAL HEALTH </a:t>
            </a:r>
            <a:endParaRPr dirty="0"/>
          </a:p>
        </p:txBody>
      </p:sp>
      <p:sp>
        <p:nvSpPr>
          <p:cNvPr id="2257" name="Google Shape;2257;p47"/>
          <p:cNvSpPr txBox="1">
            <a:spLocks noGrp="1"/>
          </p:cNvSpPr>
          <p:nvPr>
            <p:ph type="subTitle" idx="1"/>
          </p:nvPr>
        </p:nvSpPr>
        <p:spPr>
          <a:xfrm>
            <a:off x="1935686" y="2052134"/>
            <a:ext cx="22674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Decreases judgment and shame.</a:t>
            </a:r>
          </a:p>
          <a:p>
            <a:pPr marL="0" lvl="0" indent="0" algn="l" rtl="0">
              <a:spcBef>
                <a:spcPts val="0"/>
              </a:spcBef>
              <a:spcAft>
                <a:spcPts val="0"/>
              </a:spcAft>
              <a:buNone/>
            </a:pPr>
            <a:endParaRPr dirty="0"/>
          </a:p>
        </p:txBody>
      </p:sp>
      <p:sp>
        <p:nvSpPr>
          <p:cNvPr id="2258" name="Google Shape;2258;p47"/>
          <p:cNvSpPr txBox="1">
            <a:spLocks noGrp="1"/>
          </p:cNvSpPr>
          <p:nvPr>
            <p:ph type="subTitle" idx="2"/>
          </p:nvPr>
        </p:nvSpPr>
        <p:spPr>
          <a:xfrm>
            <a:off x="5494367" y="2052135"/>
            <a:ext cx="2267700" cy="665400"/>
          </a:xfrm>
          <a:prstGeom prst="rect">
            <a:avLst/>
          </a:prstGeom>
        </p:spPr>
        <p:txBody>
          <a:bodyPr spcFirstLastPara="1" wrap="square" lIns="91425" tIns="91425" rIns="91425" bIns="91425" anchor="t" anchorCtr="0">
            <a:noAutofit/>
          </a:bodyPr>
          <a:lstStyle/>
          <a:p>
            <a:pPr marL="0" indent="0"/>
            <a:r>
              <a:rPr lang="en-GB" dirty="0"/>
              <a:t>Encourages seeking professional help. </a:t>
            </a:r>
            <a:endParaRPr dirty="0"/>
          </a:p>
        </p:txBody>
      </p:sp>
      <p:sp>
        <p:nvSpPr>
          <p:cNvPr id="2259" name="Google Shape;2259;p47"/>
          <p:cNvSpPr txBox="1">
            <a:spLocks noGrp="1"/>
          </p:cNvSpPr>
          <p:nvPr>
            <p:ph type="subTitle" idx="3"/>
          </p:nvPr>
        </p:nvSpPr>
        <p:spPr>
          <a:xfrm>
            <a:off x="1935686" y="3522453"/>
            <a:ext cx="22674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Prevents suicides through early recognition.</a:t>
            </a:r>
          </a:p>
          <a:p>
            <a:pPr marL="0" lvl="0" indent="0" algn="l" rtl="0">
              <a:spcBef>
                <a:spcPts val="0"/>
              </a:spcBef>
              <a:spcAft>
                <a:spcPts val="0"/>
              </a:spcAft>
              <a:buNone/>
            </a:pPr>
            <a:endParaRPr dirty="0"/>
          </a:p>
        </p:txBody>
      </p:sp>
      <p:sp>
        <p:nvSpPr>
          <p:cNvPr id="2260" name="Google Shape;2260;p47"/>
          <p:cNvSpPr txBox="1">
            <a:spLocks noGrp="1"/>
          </p:cNvSpPr>
          <p:nvPr>
            <p:ph type="subTitle" idx="4"/>
          </p:nvPr>
        </p:nvSpPr>
        <p:spPr>
          <a:xfrm>
            <a:off x="5494351" y="3735646"/>
            <a:ext cx="22677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 Fosters a safety net in crisis.</a:t>
            </a:r>
          </a:p>
          <a:p>
            <a:pPr marL="0" lvl="0" indent="0" algn="l" rtl="0">
              <a:spcBef>
                <a:spcPts val="0"/>
              </a:spcBef>
              <a:spcAft>
                <a:spcPts val="0"/>
              </a:spcAft>
              <a:buNone/>
            </a:pPr>
            <a:endParaRPr dirty="0"/>
          </a:p>
        </p:txBody>
      </p:sp>
      <p:sp>
        <p:nvSpPr>
          <p:cNvPr id="2261" name="Google Shape;2261;p47"/>
          <p:cNvSpPr txBox="1">
            <a:spLocks noGrp="1"/>
          </p:cNvSpPr>
          <p:nvPr>
            <p:ph type="subTitle" idx="5"/>
          </p:nvPr>
        </p:nvSpPr>
        <p:spPr>
          <a:xfrm>
            <a:off x="1935674" y="1813075"/>
            <a:ext cx="2267400"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Reduced Stigma  </a:t>
            </a:r>
            <a:endParaRPr dirty="0"/>
          </a:p>
        </p:txBody>
      </p:sp>
      <p:sp>
        <p:nvSpPr>
          <p:cNvPr id="2262" name="Google Shape;2262;p47"/>
          <p:cNvSpPr txBox="1">
            <a:spLocks noGrp="1"/>
          </p:cNvSpPr>
          <p:nvPr>
            <p:ph type="subTitle" idx="6"/>
          </p:nvPr>
        </p:nvSpPr>
        <p:spPr>
          <a:xfrm>
            <a:off x="1935674" y="3283468"/>
            <a:ext cx="2267400"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Early Intervention</a:t>
            </a:r>
            <a:endParaRPr dirty="0"/>
          </a:p>
        </p:txBody>
      </p:sp>
      <p:sp>
        <p:nvSpPr>
          <p:cNvPr id="2263" name="Google Shape;2263;p47"/>
          <p:cNvSpPr txBox="1">
            <a:spLocks noGrp="1"/>
          </p:cNvSpPr>
          <p:nvPr>
            <p:ph type="subTitle" idx="7"/>
          </p:nvPr>
        </p:nvSpPr>
        <p:spPr>
          <a:xfrm>
            <a:off x="5494350" y="1813075"/>
            <a:ext cx="2495763"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Help-seeking </a:t>
            </a:r>
            <a:r>
              <a:rPr lang="en" dirty="0" err="1"/>
              <a:t>Behaviour</a:t>
            </a:r>
            <a:r>
              <a:rPr lang="en" dirty="0"/>
              <a:t>  </a:t>
            </a:r>
            <a:endParaRPr dirty="0"/>
          </a:p>
        </p:txBody>
      </p:sp>
      <p:sp>
        <p:nvSpPr>
          <p:cNvPr id="2264" name="Google Shape;2264;p47"/>
          <p:cNvSpPr txBox="1">
            <a:spLocks noGrp="1"/>
          </p:cNvSpPr>
          <p:nvPr>
            <p:ph type="subTitle" idx="8"/>
          </p:nvPr>
        </p:nvSpPr>
        <p:spPr>
          <a:xfrm>
            <a:off x="5494351" y="3365480"/>
            <a:ext cx="2267700"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Com</a:t>
            </a:r>
            <a:r>
              <a:rPr lang="en-GB" dirty="0"/>
              <a:t>m</a:t>
            </a:r>
            <a:r>
              <a:rPr lang="en" dirty="0"/>
              <a:t>unity Support  </a:t>
            </a:r>
          </a:p>
        </p:txBody>
      </p:sp>
      <p:grpSp>
        <p:nvGrpSpPr>
          <p:cNvPr id="2265" name="Google Shape;2265;p47"/>
          <p:cNvGrpSpPr/>
          <p:nvPr/>
        </p:nvGrpSpPr>
        <p:grpSpPr>
          <a:xfrm>
            <a:off x="1381933" y="2084507"/>
            <a:ext cx="401342" cy="353827"/>
            <a:chOff x="5587638" y="3908187"/>
            <a:chExt cx="401342" cy="353827"/>
          </a:xfrm>
        </p:grpSpPr>
        <p:sp>
          <p:nvSpPr>
            <p:cNvPr id="2266" name="Google Shape;2266;p47"/>
            <p:cNvSpPr/>
            <p:nvPr/>
          </p:nvSpPr>
          <p:spPr>
            <a:xfrm>
              <a:off x="5677616" y="4125826"/>
              <a:ext cx="222995" cy="125023"/>
            </a:xfrm>
            <a:custGeom>
              <a:avLst/>
              <a:gdLst/>
              <a:ahLst/>
              <a:cxnLst/>
              <a:rect l="l" t="t" r="r" b="b"/>
              <a:pathLst>
                <a:path w="6669" h="3739" extrusionOk="0">
                  <a:moveTo>
                    <a:pt x="167" y="0"/>
                  </a:moveTo>
                  <a:cubicBezTo>
                    <a:pt x="72" y="0"/>
                    <a:pt x="1" y="95"/>
                    <a:pt x="1" y="191"/>
                  </a:cubicBezTo>
                  <a:lnTo>
                    <a:pt x="1" y="2358"/>
                  </a:lnTo>
                  <a:cubicBezTo>
                    <a:pt x="1" y="3120"/>
                    <a:pt x="620" y="3739"/>
                    <a:pt x="1358" y="3739"/>
                  </a:cubicBezTo>
                  <a:lnTo>
                    <a:pt x="5287" y="3739"/>
                  </a:lnTo>
                  <a:cubicBezTo>
                    <a:pt x="6049" y="3739"/>
                    <a:pt x="6669" y="3120"/>
                    <a:pt x="6669" y="2358"/>
                  </a:cubicBezTo>
                  <a:lnTo>
                    <a:pt x="6669" y="191"/>
                  </a:lnTo>
                  <a:cubicBezTo>
                    <a:pt x="6669" y="95"/>
                    <a:pt x="6573" y="0"/>
                    <a:pt x="6478" y="0"/>
                  </a:cubicBezTo>
                  <a:cubicBezTo>
                    <a:pt x="6383" y="0"/>
                    <a:pt x="6311" y="95"/>
                    <a:pt x="6311" y="191"/>
                  </a:cubicBezTo>
                  <a:lnTo>
                    <a:pt x="6311" y="2358"/>
                  </a:lnTo>
                  <a:cubicBezTo>
                    <a:pt x="6311" y="2929"/>
                    <a:pt x="5859" y="3382"/>
                    <a:pt x="5287" y="3382"/>
                  </a:cubicBezTo>
                  <a:lnTo>
                    <a:pt x="1358" y="3382"/>
                  </a:lnTo>
                  <a:cubicBezTo>
                    <a:pt x="786" y="3382"/>
                    <a:pt x="358" y="2929"/>
                    <a:pt x="358" y="2358"/>
                  </a:cubicBezTo>
                  <a:lnTo>
                    <a:pt x="358" y="191"/>
                  </a:lnTo>
                  <a:cubicBezTo>
                    <a:pt x="358" y="95"/>
                    <a:pt x="262" y="0"/>
                    <a:pt x="167"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47"/>
            <p:cNvSpPr/>
            <p:nvPr/>
          </p:nvSpPr>
          <p:spPr>
            <a:xfrm>
              <a:off x="5668855" y="4108306"/>
              <a:ext cx="18357" cy="35845"/>
            </a:xfrm>
            <a:custGeom>
              <a:avLst/>
              <a:gdLst/>
              <a:ahLst/>
              <a:cxnLst/>
              <a:rect l="l" t="t" r="r" b="b"/>
              <a:pathLst>
                <a:path w="549" h="1072" extrusionOk="0">
                  <a:moveTo>
                    <a:pt x="1" y="0"/>
                  </a:moveTo>
                  <a:lnTo>
                    <a:pt x="1" y="834"/>
                  </a:lnTo>
                  <a:cubicBezTo>
                    <a:pt x="1" y="953"/>
                    <a:pt x="120" y="1072"/>
                    <a:pt x="239" y="1072"/>
                  </a:cubicBezTo>
                  <a:lnTo>
                    <a:pt x="310" y="1072"/>
                  </a:lnTo>
                  <a:cubicBezTo>
                    <a:pt x="453" y="1072"/>
                    <a:pt x="548" y="977"/>
                    <a:pt x="548" y="834"/>
                  </a:cubicBezTo>
                  <a:lnTo>
                    <a:pt x="548" y="0"/>
                  </a:ln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47"/>
            <p:cNvSpPr/>
            <p:nvPr/>
          </p:nvSpPr>
          <p:spPr>
            <a:xfrm>
              <a:off x="5676813" y="4109108"/>
              <a:ext cx="21534" cy="35845"/>
            </a:xfrm>
            <a:custGeom>
              <a:avLst/>
              <a:gdLst/>
              <a:ahLst/>
              <a:cxnLst/>
              <a:rect l="l" t="t" r="r" b="b"/>
              <a:pathLst>
                <a:path w="644" h="1072" extrusionOk="0">
                  <a:moveTo>
                    <a:pt x="215" y="0"/>
                  </a:moveTo>
                  <a:lnTo>
                    <a:pt x="215" y="834"/>
                  </a:lnTo>
                  <a:cubicBezTo>
                    <a:pt x="215" y="953"/>
                    <a:pt x="120" y="1072"/>
                    <a:pt x="1" y="1072"/>
                  </a:cubicBezTo>
                  <a:lnTo>
                    <a:pt x="406" y="1072"/>
                  </a:lnTo>
                  <a:cubicBezTo>
                    <a:pt x="525" y="1072"/>
                    <a:pt x="644" y="953"/>
                    <a:pt x="644" y="834"/>
                  </a:cubicBezTo>
                  <a:lnTo>
                    <a:pt x="644" y="0"/>
                  </a:ln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47"/>
            <p:cNvSpPr/>
            <p:nvPr/>
          </p:nvSpPr>
          <p:spPr>
            <a:xfrm>
              <a:off x="5879874" y="4108306"/>
              <a:ext cx="19929" cy="35845"/>
            </a:xfrm>
            <a:custGeom>
              <a:avLst/>
              <a:gdLst/>
              <a:ahLst/>
              <a:cxnLst/>
              <a:rect l="l" t="t" r="r" b="b"/>
              <a:pathLst>
                <a:path w="596" h="1072" extrusionOk="0">
                  <a:moveTo>
                    <a:pt x="0" y="0"/>
                  </a:moveTo>
                  <a:lnTo>
                    <a:pt x="0" y="834"/>
                  </a:lnTo>
                  <a:cubicBezTo>
                    <a:pt x="0" y="953"/>
                    <a:pt x="119" y="1072"/>
                    <a:pt x="239" y="1072"/>
                  </a:cubicBezTo>
                  <a:lnTo>
                    <a:pt x="310" y="1072"/>
                  </a:lnTo>
                  <a:cubicBezTo>
                    <a:pt x="477" y="1072"/>
                    <a:pt x="596" y="977"/>
                    <a:pt x="548" y="834"/>
                  </a:cubicBezTo>
                  <a:lnTo>
                    <a:pt x="548" y="0"/>
                  </a:ln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47"/>
            <p:cNvSpPr/>
            <p:nvPr/>
          </p:nvSpPr>
          <p:spPr>
            <a:xfrm>
              <a:off x="5653742" y="3908422"/>
              <a:ext cx="121846" cy="121077"/>
            </a:xfrm>
            <a:custGeom>
              <a:avLst/>
              <a:gdLst/>
              <a:ahLst/>
              <a:cxnLst/>
              <a:rect l="l" t="t" r="r" b="b"/>
              <a:pathLst>
                <a:path w="3644" h="3621" extrusionOk="0">
                  <a:moveTo>
                    <a:pt x="881" y="1"/>
                  </a:moveTo>
                  <a:cubicBezTo>
                    <a:pt x="738" y="1"/>
                    <a:pt x="619" y="1"/>
                    <a:pt x="476" y="25"/>
                  </a:cubicBezTo>
                  <a:cubicBezTo>
                    <a:pt x="310" y="48"/>
                    <a:pt x="143" y="334"/>
                    <a:pt x="0" y="382"/>
                  </a:cubicBezTo>
                  <a:lnTo>
                    <a:pt x="238" y="644"/>
                  </a:lnTo>
                  <a:cubicBezTo>
                    <a:pt x="249" y="639"/>
                    <a:pt x="260" y="637"/>
                    <a:pt x="270" y="637"/>
                  </a:cubicBezTo>
                  <a:cubicBezTo>
                    <a:pt x="365" y="637"/>
                    <a:pt x="432" y="812"/>
                    <a:pt x="531" y="812"/>
                  </a:cubicBezTo>
                  <a:cubicBezTo>
                    <a:pt x="537" y="812"/>
                    <a:pt x="542" y="812"/>
                    <a:pt x="548" y="810"/>
                  </a:cubicBezTo>
                  <a:cubicBezTo>
                    <a:pt x="667" y="763"/>
                    <a:pt x="762" y="763"/>
                    <a:pt x="881" y="763"/>
                  </a:cubicBezTo>
                  <a:cubicBezTo>
                    <a:pt x="2000" y="763"/>
                    <a:pt x="2882" y="1668"/>
                    <a:pt x="2882" y="2763"/>
                  </a:cubicBezTo>
                  <a:cubicBezTo>
                    <a:pt x="2882" y="2859"/>
                    <a:pt x="2882" y="2978"/>
                    <a:pt x="2858" y="3073"/>
                  </a:cubicBezTo>
                  <a:cubicBezTo>
                    <a:pt x="2858" y="3192"/>
                    <a:pt x="3072" y="3311"/>
                    <a:pt x="3025" y="3382"/>
                  </a:cubicBezTo>
                  <a:lnTo>
                    <a:pt x="3286" y="3621"/>
                  </a:lnTo>
                  <a:cubicBezTo>
                    <a:pt x="3334" y="3478"/>
                    <a:pt x="3596" y="3359"/>
                    <a:pt x="3620" y="3216"/>
                  </a:cubicBezTo>
                  <a:cubicBezTo>
                    <a:pt x="3644" y="3073"/>
                    <a:pt x="3644" y="2906"/>
                    <a:pt x="3644" y="2763"/>
                  </a:cubicBezTo>
                  <a:cubicBezTo>
                    <a:pt x="3644" y="1239"/>
                    <a:pt x="2429" y="1"/>
                    <a:pt x="881" y="1"/>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47"/>
            <p:cNvSpPr/>
            <p:nvPr/>
          </p:nvSpPr>
          <p:spPr>
            <a:xfrm>
              <a:off x="5888634" y="4109108"/>
              <a:ext cx="20731" cy="35845"/>
            </a:xfrm>
            <a:custGeom>
              <a:avLst/>
              <a:gdLst/>
              <a:ahLst/>
              <a:cxnLst/>
              <a:rect l="l" t="t" r="r" b="b"/>
              <a:pathLst>
                <a:path w="620" h="1072" extrusionOk="0">
                  <a:moveTo>
                    <a:pt x="238" y="0"/>
                  </a:moveTo>
                  <a:lnTo>
                    <a:pt x="238" y="834"/>
                  </a:lnTo>
                  <a:cubicBezTo>
                    <a:pt x="238" y="953"/>
                    <a:pt x="119" y="1072"/>
                    <a:pt x="0" y="1072"/>
                  </a:cubicBezTo>
                  <a:lnTo>
                    <a:pt x="381" y="1072"/>
                  </a:lnTo>
                  <a:cubicBezTo>
                    <a:pt x="500" y="1072"/>
                    <a:pt x="620" y="953"/>
                    <a:pt x="620" y="834"/>
                  </a:cubicBezTo>
                  <a:lnTo>
                    <a:pt x="620" y="0"/>
                  </a:ln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47"/>
            <p:cNvSpPr/>
            <p:nvPr/>
          </p:nvSpPr>
          <p:spPr>
            <a:xfrm>
              <a:off x="5587638" y="3908187"/>
              <a:ext cx="186381" cy="207313"/>
            </a:xfrm>
            <a:custGeom>
              <a:avLst/>
              <a:gdLst/>
              <a:ahLst/>
              <a:cxnLst/>
              <a:rect l="l" t="t" r="r" b="b"/>
              <a:pathLst>
                <a:path w="5574" h="6200" extrusionOk="0">
                  <a:moveTo>
                    <a:pt x="2455" y="0"/>
                  </a:moveTo>
                  <a:cubicBezTo>
                    <a:pt x="2431" y="0"/>
                    <a:pt x="2407" y="3"/>
                    <a:pt x="2382" y="8"/>
                  </a:cubicBezTo>
                  <a:cubicBezTo>
                    <a:pt x="1048" y="246"/>
                    <a:pt x="0" y="1437"/>
                    <a:pt x="72" y="2866"/>
                  </a:cubicBezTo>
                  <a:cubicBezTo>
                    <a:pt x="96" y="3842"/>
                    <a:pt x="620" y="4675"/>
                    <a:pt x="1429" y="5152"/>
                  </a:cubicBezTo>
                  <a:cubicBezTo>
                    <a:pt x="1525" y="5176"/>
                    <a:pt x="1548" y="5247"/>
                    <a:pt x="1548" y="5342"/>
                  </a:cubicBezTo>
                  <a:lnTo>
                    <a:pt x="1548" y="5866"/>
                  </a:lnTo>
                  <a:cubicBezTo>
                    <a:pt x="1548" y="6057"/>
                    <a:pt x="1691" y="6200"/>
                    <a:pt x="1882" y="6200"/>
                  </a:cubicBezTo>
                  <a:lnTo>
                    <a:pt x="3573" y="6200"/>
                  </a:lnTo>
                  <a:cubicBezTo>
                    <a:pt x="3763" y="6200"/>
                    <a:pt x="3906" y="6057"/>
                    <a:pt x="3906" y="5866"/>
                  </a:cubicBezTo>
                  <a:lnTo>
                    <a:pt x="3906" y="5342"/>
                  </a:lnTo>
                  <a:cubicBezTo>
                    <a:pt x="3906" y="5271"/>
                    <a:pt x="3954" y="5176"/>
                    <a:pt x="4025" y="5152"/>
                  </a:cubicBezTo>
                  <a:cubicBezTo>
                    <a:pt x="4716" y="4747"/>
                    <a:pt x="5430" y="4056"/>
                    <a:pt x="5573" y="3223"/>
                  </a:cubicBezTo>
                  <a:lnTo>
                    <a:pt x="5573" y="3151"/>
                  </a:lnTo>
                  <a:cubicBezTo>
                    <a:pt x="5573" y="2961"/>
                    <a:pt x="5430" y="2794"/>
                    <a:pt x="5192" y="2770"/>
                  </a:cubicBezTo>
                  <a:cubicBezTo>
                    <a:pt x="5121" y="2770"/>
                    <a:pt x="5025" y="2770"/>
                    <a:pt x="4978" y="2794"/>
                  </a:cubicBezTo>
                  <a:cubicBezTo>
                    <a:pt x="4882" y="2866"/>
                    <a:pt x="4835" y="2937"/>
                    <a:pt x="4787" y="3056"/>
                  </a:cubicBezTo>
                  <a:cubicBezTo>
                    <a:pt x="4651" y="4011"/>
                    <a:pt x="3862" y="4728"/>
                    <a:pt x="2879" y="4728"/>
                  </a:cubicBezTo>
                  <a:cubicBezTo>
                    <a:pt x="2833" y="4728"/>
                    <a:pt x="2786" y="4726"/>
                    <a:pt x="2739" y="4723"/>
                  </a:cubicBezTo>
                  <a:cubicBezTo>
                    <a:pt x="1739" y="4675"/>
                    <a:pt x="905" y="3866"/>
                    <a:pt x="834" y="2818"/>
                  </a:cubicBezTo>
                  <a:cubicBezTo>
                    <a:pt x="786" y="1818"/>
                    <a:pt x="1525" y="913"/>
                    <a:pt x="2501" y="770"/>
                  </a:cubicBezTo>
                  <a:cubicBezTo>
                    <a:pt x="2596" y="770"/>
                    <a:pt x="2692" y="722"/>
                    <a:pt x="2739" y="651"/>
                  </a:cubicBezTo>
                  <a:cubicBezTo>
                    <a:pt x="2811" y="579"/>
                    <a:pt x="2834" y="484"/>
                    <a:pt x="2834" y="389"/>
                  </a:cubicBezTo>
                  <a:cubicBezTo>
                    <a:pt x="2834" y="176"/>
                    <a:pt x="2662" y="0"/>
                    <a:pt x="2455"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47"/>
            <p:cNvSpPr/>
            <p:nvPr/>
          </p:nvSpPr>
          <p:spPr>
            <a:xfrm>
              <a:off x="5701489" y="4000807"/>
              <a:ext cx="73295" cy="114691"/>
            </a:xfrm>
            <a:custGeom>
              <a:avLst/>
              <a:gdLst/>
              <a:ahLst/>
              <a:cxnLst/>
              <a:rect l="l" t="t" r="r" b="b"/>
              <a:pathLst>
                <a:path w="2192" h="3430" extrusionOk="0">
                  <a:moveTo>
                    <a:pt x="1811" y="0"/>
                  </a:moveTo>
                  <a:cubicBezTo>
                    <a:pt x="1763" y="0"/>
                    <a:pt x="1668" y="24"/>
                    <a:pt x="1597" y="48"/>
                  </a:cubicBezTo>
                  <a:cubicBezTo>
                    <a:pt x="1716" y="119"/>
                    <a:pt x="1787" y="262"/>
                    <a:pt x="1787" y="381"/>
                  </a:cubicBezTo>
                  <a:lnTo>
                    <a:pt x="1787" y="453"/>
                  </a:lnTo>
                  <a:cubicBezTo>
                    <a:pt x="1644" y="1239"/>
                    <a:pt x="1120" y="1977"/>
                    <a:pt x="453" y="2382"/>
                  </a:cubicBezTo>
                  <a:cubicBezTo>
                    <a:pt x="358" y="2406"/>
                    <a:pt x="334" y="2477"/>
                    <a:pt x="334" y="2572"/>
                  </a:cubicBezTo>
                  <a:lnTo>
                    <a:pt x="334" y="3096"/>
                  </a:lnTo>
                  <a:cubicBezTo>
                    <a:pt x="334" y="3287"/>
                    <a:pt x="168" y="3430"/>
                    <a:pt x="1" y="3430"/>
                  </a:cubicBezTo>
                  <a:lnTo>
                    <a:pt x="406" y="3430"/>
                  </a:lnTo>
                  <a:cubicBezTo>
                    <a:pt x="596" y="3430"/>
                    <a:pt x="739" y="3287"/>
                    <a:pt x="739" y="3096"/>
                  </a:cubicBezTo>
                  <a:lnTo>
                    <a:pt x="739" y="2572"/>
                  </a:lnTo>
                  <a:cubicBezTo>
                    <a:pt x="739" y="2501"/>
                    <a:pt x="787" y="2406"/>
                    <a:pt x="858" y="2382"/>
                  </a:cubicBezTo>
                  <a:cubicBezTo>
                    <a:pt x="1573" y="1977"/>
                    <a:pt x="2049" y="1286"/>
                    <a:pt x="2192" y="453"/>
                  </a:cubicBezTo>
                  <a:lnTo>
                    <a:pt x="2192" y="381"/>
                  </a:lnTo>
                  <a:cubicBezTo>
                    <a:pt x="2192" y="191"/>
                    <a:pt x="2025" y="0"/>
                    <a:pt x="1811"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47"/>
            <p:cNvSpPr/>
            <p:nvPr/>
          </p:nvSpPr>
          <p:spPr>
            <a:xfrm>
              <a:off x="5801030" y="3908422"/>
              <a:ext cx="121880" cy="121077"/>
            </a:xfrm>
            <a:custGeom>
              <a:avLst/>
              <a:gdLst/>
              <a:ahLst/>
              <a:cxnLst/>
              <a:rect l="l" t="t" r="r" b="b"/>
              <a:pathLst>
                <a:path w="3645" h="3621" extrusionOk="0">
                  <a:moveTo>
                    <a:pt x="2763" y="1"/>
                  </a:moveTo>
                  <a:cubicBezTo>
                    <a:pt x="1215" y="1"/>
                    <a:pt x="1" y="1239"/>
                    <a:pt x="1" y="2763"/>
                  </a:cubicBezTo>
                  <a:cubicBezTo>
                    <a:pt x="1" y="2906"/>
                    <a:pt x="1" y="3073"/>
                    <a:pt x="25" y="3216"/>
                  </a:cubicBezTo>
                  <a:cubicBezTo>
                    <a:pt x="72" y="3359"/>
                    <a:pt x="358" y="3502"/>
                    <a:pt x="382" y="3621"/>
                  </a:cubicBezTo>
                  <a:lnTo>
                    <a:pt x="644" y="3382"/>
                  </a:lnTo>
                  <a:cubicBezTo>
                    <a:pt x="620" y="3311"/>
                    <a:pt x="834" y="3192"/>
                    <a:pt x="834" y="3097"/>
                  </a:cubicBezTo>
                  <a:cubicBezTo>
                    <a:pt x="787" y="2978"/>
                    <a:pt x="787" y="2882"/>
                    <a:pt x="787" y="2763"/>
                  </a:cubicBezTo>
                  <a:cubicBezTo>
                    <a:pt x="787" y="1668"/>
                    <a:pt x="1692" y="763"/>
                    <a:pt x="2787" y="763"/>
                  </a:cubicBezTo>
                  <a:cubicBezTo>
                    <a:pt x="2906" y="763"/>
                    <a:pt x="3001" y="763"/>
                    <a:pt x="3097" y="810"/>
                  </a:cubicBezTo>
                  <a:cubicBezTo>
                    <a:pt x="3102" y="812"/>
                    <a:pt x="3108" y="812"/>
                    <a:pt x="3114" y="812"/>
                  </a:cubicBezTo>
                  <a:cubicBezTo>
                    <a:pt x="3216" y="812"/>
                    <a:pt x="3318" y="637"/>
                    <a:pt x="3403" y="637"/>
                  </a:cubicBezTo>
                  <a:cubicBezTo>
                    <a:pt x="3412" y="637"/>
                    <a:pt x="3421" y="639"/>
                    <a:pt x="3430" y="644"/>
                  </a:cubicBezTo>
                  <a:lnTo>
                    <a:pt x="3644" y="382"/>
                  </a:lnTo>
                  <a:cubicBezTo>
                    <a:pt x="3501" y="334"/>
                    <a:pt x="3335" y="48"/>
                    <a:pt x="3168" y="25"/>
                  </a:cubicBezTo>
                  <a:cubicBezTo>
                    <a:pt x="3025" y="1"/>
                    <a:pt x="2906" y="1"/>
                    <a:pt x="2763" y="1"/>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47"/>
            <p:cNvSpPr/>
            <p:nvPr/>
          </p:nvSpPr>
          <p:spPr>
            <a:xfrm>
              <a:off x="5802635" y="3908890"/>
              <a:ext cx="178389" cy="206610"/>
            </a:xfrm>
            <a:custGeom>
              <a:avLst/>
              <a:gdLst/>
              <a:ahLst/>
              <a:cxnLst/>
              <a:rect l="l" t="t" r="r" b="b"/>
              <a:pathLst>
                <a:path w="5335" h="6179" extrusionOk="0">
                  <a:moveTo>
                    <a:pt x="3055" y="0"/>
                  </a:moveTo>
                  <a:cubicBezTo>
                    <a:pt x="3027" y="0"/>
                    <a:pt x="3001" y="3"/>
                    <a:pt x="2977" y="11"/>
                  </a:cubicBezTo>
                  <a:cubicBezTo>
                    <a:pt x="2858" y="82"/>
                    <a:pt x="2787" y="225"/>
                    <a:pt x="2787" y="368"/>
                  </a:cubicBezTo>
                  <a:cubicBezTo>
                    <a:pt x="2787" y="463"/>
                    <a:pt x="2810" y="558"/>
                    <a:pt x="2858" y="630"/>
                  </a:cubicBezTo>
                  <a:cubicBezTo>
                    <a:pt x="2930" y="701"/>
                    <a:pt x="3025" y="749"/>
                    <a:pt x="3096" y="749"/>
                  </a:cubicBezTo>
                  <a:cubicBezTo>
                    <a:pt x="4096" y="892"/>
                    <a:pt x="4835" y="1797"/>
                    <a:pt x="4763" y="2797"/>
                  </a:cubicBezTo>
                  <a:cubicBezTo>
                    <a:pt x="4716" y="3845"/>
                    <a:pt x="3882" y="4654"/>
                    <a:pt x="2858" y="4702"/>
                  </a:cubicBezTo>
                  <a:cubicBezTo>
                    <a:pt x="2812" y="4705"/>
                    <a:pt x="2767" y="4707"/>
                    <a:pt x="2721" y="4707"/>
                  </a:cubicBezTo>
                  <a:cubicBezTo>
                    <a:pt x="1757" y="4707"/>
                    <a:pt x="947" y="3990"/>
                    <a:pt x="810" y="3035"/>
                  </a:cubicBezTo>
                  <a:cubicBezTo>
                    <a:pt x="786" y="2868"/>
                    <a:pt x="596" y="2725"/>
                    <a:pt x="429" y="2725"/>
                  </a:cubicBezTo>
                  <a:cubicBezTo>
                    <a:pt x="191" y="2749"/>
                    <a:pt x="0" y="2940"/>
                    <a:pt x="0" y="3130"/>
                  </a:cubicBezTo>
                  <a:lnTo>
                    <a:pt x="0" y="3202"/>
                  </a:lnTo>
                  <a:cubicBezTo>
                    <a:pt x="167" y="4035"/>
                    <a:pt x="643" y="4726"/>
                    <a:pt x="1358" y="5131"/>
                  </a:cubicBezTo>
                  <a:cubicBezTo>
                    <a:pt x="1405" y="5155"/>
                    <a:pt x="1477" y="5250"/>
                    <a:pt x="1477" y="5321"/>
                  </a:cubicBezTo>
                  <a:lnTo>
                    <a:pt x="1477" y="5845"/>
                  </a:lnTo>
                  <a:cubicBezTo>
                    <a:pt x="1477" y="6036"/>
                    <a:pt x="1620" y="6179"/>
                    <a:pt x="1786" y="6179"/>
                  </a:cubicBezTo>
                  <a:lnTo>
                    <a:pt x="3501" y="6179"/>
                  </a:lnTo>
                  <a:cubicBezTo>
                    <a:pt x="3668" y="6179"/>
                    <a:pt x="3787" y="6036"/>
                    <a:pt x="3787" y="5845"/>
                  </a:cubicBezTo>
                  <a:lnTo>
                    <a:pt x="3787" y="5321"/>
                  </a:lnTo>
                  <a:cubicBezTo>
                    <a:pt x="3787" y="5226"/>
                    <a:pt x="3811" y="5155"/>
                    <a:pt x="3906" y="5131"/>
                  </a:cubicBezTo>
                  <a:cubicBezTo>
                    <a:pt x="4716" y="4654"/>
                    <a:pt x="5240" y="3821"/>
                    <a:pt x="5287" y="2845"/>
                  </a:cubicBezTo>
                  <a:cubicBezTo>
                    <a:pt x="5335" y="1416"/>
                    <a:pt x="4573" y="225"/>
                    <a:pt x="3215" y="11"/>
                  </a:cubicBezTo>
                  <a:cubicBezTo>
                    <a:pt x="3168" y="11"/>
                    <a:pt x="3109" y="0"/>
                    <a:pt x="3055"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47"/>
            <p:cNvSpPr/>
            <p:nvPr/>
          </p:nvSpPr>
          <p:spPr>
            <a:xfrm>
              <a:off x="5902176" y="3908890"/>
              <a:ext cx="86804" cy="207413"/>
            </a:xfrm>
            <a:custGeom>
              <a:avLst/>
              <a:gdLst/>
              <a:ahLst/>
              <a:cxnLst/>
              <a:rect l="l" t="t" r="r" b="b"/>
              <a:pathLst>
                <a:path w="2596" h="6203" extrusionOk="0">
                  <a:moveTo>
                    <a:pt x="160" y="1"/>
                  </a:moveTo>
                  <a:cubicBezTo>
                    <a:pt x="101" y="1"/>
                    <a:pt x="51" y="18"/>
                    <a:pt x="0" y="34"/>
                  </a:cubicBezTo>
                  <a:cubicBezTo>
                    <a:pt x="1262" y="344"/>
                    <a:pt x="2215" y="1511"/>
                    <a:pt x="2143" y="2868"/>
                  </a:cubicBezTo>
                  <a:cubicBezTo>
                    <a:pt x="2120" y="3845"/>
                    <a:pt x="1596" y="4678"/>
                    <a:pt x="786" y="5155"/>
                  </a:cubicBezTo>
                  <a:cubicBezTo>
                    <a:pt x="691" y="5202"/>
                    <a:pt x="667" y="5250"/>
                    <a:pt x="667" y="5345"/>
                  </a:cubicBezTo>
                  <a:lnTo>
                    <a:pt x="667" y="5869"/>
                  </a:lnTo>
                  <a:cubicBezTo>
                    <a:pt x="667" y="6059"/>
                    <a:pt x="524" y="6202"/>
                    <a:pt x="334" y="6202"/>
                  </a:cubicBezTo>
                  <a:lnTo>
                    <a:pt x="738" y="6202"/>
                  </a:lnTo>
                  <a:cubicBezTo>
                    <a:pt x="929" y="6202"/>
                    <a:pt x="1072" y="6059"/>
                    <a:pt x="1072" y="5869"/>
                  </a:cubicBezTo>
                  <a:lnTo>
                    <a:pt x="1072" y="5345"/>
                  </a:lnTo>
                  <a:cubicBezTo>
                    <a:pt x="1072" y="5274"/>
                    <a:pt x="1143" y="5202"/>
                    <a:pt x="1191" y="5155"/>
                  </a:cubicBezTo>
                  <a:cubicBezTo>
                    <a:pt x="2001" y="4678"/>
                    <a:pt x="2525" y="3845"/>
                    <a:pt x="2572" y="2868"/>
                  </a:cubicBezTo>
                  <a:cubicBezTo>
                    <a:pt x="2596" y="1439"/>
                    <a:pt x="1596" y="225"/>
                    <a:pt x="238" y="11"/>
                  </a:cubicBezTo>
                  <a:cubicBezTo>
                    <a:pt x="210" y="4"/>
                    <a:pt x="185" y="1"/>
                    <a:pt x="160" y="1"/>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47"/>
            <p:cNvSpPr/>
            <p:nvPr/>
          </p:nvSpPr>
          <p:spPr>
            <a:xfrm>
              <a:off x="5677616" y="4086003"/>
              <a:ext cx="11971" cy="12773"/>
            </a:xfrm>
            <a:custGeom>
              <a:avLst/>
              <a:gdLst/>
              <a:ahLst/>
              <a:cxnLst/>
              <a:rect l="l" t="t" r="r" b="b"/>
              <a:pathLst>
                <a:path w="358" h="382" extrusionOk="0">
                  <a:moveTo>
                    <a:pt x="167" y="0"/>
                  </a:moveTo>
                  <a:cubicBezTo>
                    <a:pt x="96" y="0"/>
                    <a:pt x="1" y="96"/>
                    <a:pt x="1" y="191"/>
                  </a:cubicBezTo>
                  <a:cubicBezTo>
                    <a:pt x="1" y="286"/>
                    <a:pt x="96" y="381"/>
                    <a:pt x="167" y="381"/>
                  </a:cubicBezTo>
                  <a:cubicBezTo>
                    <a:pt x="262" y="381"/>
                    <a:pt x="358" y="286"/>
                    <a:pt x="358" y="191"/>
                  </a:cubicBezTo>
                  <a:cubicBezTo>
                    <a:pt x="358" y="96"/>
                    <a:pt x="262"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47"/>
            <p:cNvSpPr/>
            <p:nvPr/>
          </p:nvSpPr>
          <p:spPr>
            <a:xfrm>
              <a:off x="5888634" y="4086003"/>
              <a:ext cx="11971" cy="12773"/>
            </a:xfrm>
            <a:custGeom>
              <a:avLst/>
              <a:gdLst/>
              <a:ahLst/>
              <a:cxnLst/>
              <a:rect l="l" t="t" r="r" b="b"/>
              <a:pathLst>
                <a:path w="358" h="382" extrusionOk="0">
                  <a:moveTo>
                    <a:pt x="167" y="0"/>
                  </a:moveTo>
                  <a:cubicBezTo>
                    <a:pt x="72" y="0"/>
                    <a:pt x="0" y="96"/>
                    <a:pt x="0" y="191"/>
                  </a:cubicBezTo>
                  <a:cubicBezTo>
                    <a:pt x="0" y="286"/>
                    <a:pt x="96" y="381"/>
                    <a:pt x="167" y="381"/>
                  </a:cubicBezTo>
                  <a:cubicBezTo>
                    <a:pt x="286" y="381"/>
                    <a:pt x="358" y="286"/>
                    <a:pt x="358" y="191"/>
                  </a:cubicBezTo>
                  <a:cubicBezTo>
                    <a:pt x="358" y="96"/>
                    <a:pt x="262"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47"/>
            <p:cNvSpPr/>
            <p:nvPr/>
          </p:nvSpPr>
          <p:spPr>
            <a:xfrm>
              <a:off x="5769199" y="4228544"/>
              <a:ext cx="39055" cy="32568"/>
            </a:xfrm>
            <a:custGeom>
              <a:avLst/>
              <a:gdLst/>
              <a:ahLst/>
              <a:cxnLst/>
              <a:rect l="l" t="t" r="r" b="b"/>
              <a:pathLst>
                <a:path w="1168" h="974" extrusionOk="0">
                  <a:moveTo>
                    <a:pt x="357" y="0"/>
                  </a:moveTo>
                  <a:cubicBezTo>
                    <a:pt x="143" y="72"/>
                    <a:pt x="0" y="286"/>
                    <a:pt x="0" y="476"/>
                  </a:cubicBezTo>
                  <a:cubicBezTo>
                    <a:pt x="0" y="715"/>
                    <a:pt x="143" y="905"/>
                    <a:pt x="357" y="953"/>
                  </a:cubicBezTo>
                  <a:cubicBezTo>
                    <a:pt x="373" y="969"/>
                    <a:pt x="386" y="974"/>
                    <a:pt x="400" y="974"/>
                  </a:cubicBezTo>
                  <a:cubicBezTo>
                    <a:pt x="426" y="974"/>
                    <a:pt x="453" y="953"/>
                    <a:pt x="500" y="953"/>
                  </a:cubicBezTo>
                  <a:lnTo>
                    <a:pt x="691" y="953"/>
                  </a:lnTo>
                  <a:cubicBezTo>
                    <a:pt x="953" y="953"/>
                    <a:pt x="1167" y="762"/>
                    <a:pt x="1167" y="476"/>
                  </a:cubicBezTo>
                  <a:cubicBezTo>
                    <a:pt x="1167" y="215"/>
                    <a:pt x="953" y="0"/>
                    <a:pt x="691"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47"/>
            <p:cNvSpPr/>
            <p:nvPr/>
          </p:nvSpPr>
          <p:spPr>
            <a:xfrm>
              <a:off x="5835269" y="4228544"/>
              <a:ext cx="39055" cy="32568"/>
            </a:xfrm>
            <a:custGeom>
              <a:avLst/>
              <a:gdLst/>
              <a:ahLst/>
              <a:cxnLst/>
              <a:rect l="l" t="t" r="r" b="b"/>
              <a:pathLst>
                <a:path w="1168" h="974" extrusionOk="0">
                  <a:moveTo>
                    <a:pt x="358" y="0"/>
                  </a:moveTo>
                  <a:cubicBezTo>
                    <a:pt x="167" y="72"/>
                    <a:pt x="1" y="286"/>
                    <a:pt x="1" y="476"/>
                  </a:cubicBezTo>
                  <a:cubicBezTo>
                    <a:pt x="1" y="715"/>
                    <a:pt x="167" y="905"/>
                    <a:pt x="358" y="953"/>
                  </a:cubicBezTo>
                  <a:cubicBezTo>
                    <a:pt x="382" y="969"/>
                    <a:pt x="400" y="974"/>
                    <a:pt x="417" y="974"/>
                  </a:cubicBezTo>
                  <a:cubicBezTo>
                    <a:pt x="451" y="974"/>
                    <a:pt x="477" y="953"/>
                    <a:pt x="525" y="953"/>
                  </a:cubicBezTo>
                  <a:lnTo>
                    <a:pt x="691" y="953"/>
                  </a:lnTo>
                  <a:cubicBezTo>
                    <a:pt x="977" y="953"/>
                    <a:pt x="1144" y="762"/>
                    <a:pt x="1168" y="476"/>
                  </a:cubicBezTo>
                  <a:cubicBezTo>
                    <a:pt x="1168" y="215"/>
                    <a:pt x="953" y="0"/>
                    <a:pt x="691"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47"/>
            <p:cNvSpPr/>
            <p:nvPr/>
          </p:nvSpPr>
          <p:spPr>
            <a:xfrm>
              <a:off x="5846437" y="4227741"/>
              <a:ext cx="27887" cy="34273"/>
            </a:xfrm>
            <a:custGeom>
              <a:avLst/>
              <a:gdLst/>
              <a:ahLst/>
              <a:cxnLst/>
              <a:rect l="l" t="t" r="r" b="b"/>
              <a:pathLst>
                <a:path w="834" h="1025" extrusionOk="0">
                  <a:moveTo>
                    <a:pt x="143" y="0"/>
                  </a:moveTo>
                  <a:cubicBezTo>
                    <a:pt x="95" y="0"/>
                    <a:pt x="72" y="0"/>
                    <a:pt x="0" y="24"/>
                  </a:cubicBezTo>
                  <a:cubicBezTo>
                    <a:pt x="215" y="96"/>
                    <a:pt x="357" y="310"/>
                    <a:pt x="357" y="500"/>
                  </a:cubicBezTo>
                  <a:cubicBezTo>
                    <a:pt x="357" y="667"/>
                    <a:pt x="310" y="786"/>
                    <a:pt x="215" y="858"/>
                  </a:cubicBezTo>
                  <a:cubicBezTo>
                    <a:pt x="143" y="929"/>
                    <a:pt x="95" y="953"/>
                    <a:pt x="0" y="977"/>
                  </a:cubicBezTo>
                  <a:cubicBezTo>
                    <a:pt x="72" y="1024"/>
                    <a:pt x="95" y="1024"/>
                    <a:pt x="143" y="1024"/>
                  </a:cubicBezTo>
                  <a:lnTo>
                    <a:pt x="334" y="1024"/>
                  </a:lnTo>
                  <a:cubicBezTo>
                    <a:pt x="476" y="1024"/>
                    <a:pt x="596" y="953"/>
                    <a:pt x="691" y="858"/>
                  </a:cubicBezTo>
                  <a:cubicBezTo>
                    <a:pt x="786" y="786"/>
                    <a:pt x="834" y="667"/>
                    <a:pt x="834" y="500"/>
                  </a:cubicBezTo>
                  <a:cubicBezTo>
                    <a:pt x="834" y="239"/>
                    <a:pt x="643" y="0"/>
                    <a:pt x="334"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47"/>
            <p:cNvSpPr/>
            <p:nvPr/>
          </p:nvSpPr>
          <p:spPr>
            <a:xfrm>
              <a:off x="5781135" y="4227741"/>
              <a:ext cx="27887" cy="34273"/>
            </a:xfrm>
            <a:custGeom>
              <a:avLst/>
              <a:gdLst/>
              <a:ahLst/>
              <a:cxnLst/>
              <a:rect l="l" t="t" r="r" b="b"/>
              <a:pathLst>
                <a:path w="834" h="1025" extrusionOk="0">
                  <a:moveTo>
                    <a:pt x="143" y="0"/>
                  </a:moveTo>
                  <a:cubicBezTo>
                    <a:pt x="72" y="0"/>
                    <a:pt x="48" y="0"/>
                    <a:pt x="0" y="24"/>
                  </a:cubicBezTo>
                  <a:cubicBezTo>
                    <a:pt x="215" y="96"/>
                    <a:pt x="358" y="310"/>
                    <a:pt x="358" y="500"/>
                  </a:cubicBezTo>
                  <a:cubicBezTo>
                    <a:pt x="358" y="667"/>
                    <a:pt x="286" y="786"/>
                    <a:pt x="215" y="858"/>
                  </a:cubicBezTo>
                  <a:cubicBezTo>
                    <a:pt x="143" y="929"/>
                    <a:pt x="72" y="953"/>
                    <a:pt x="0" y="977"/>
                  </a:cubicBezTo>
                  <a:cubicBezTo>
                    <a:pt x="48" y="1024"/>
                    <a:pt x="72" y="1024"/>
                    <a:pt x="143" y="1024"/>
                  </a:cubicBezTo>
                  <a:lnTo>
                    <a:pt x="310" y="1024"/>
                  </a:lnTo>
                  <a:cubicBezTo>
                    <a:pt x="477" y="1024"/>
                    <a:pt x="596" y="953"/>
                    <a:pt x="667" y="858"/>
                  </a:cubicBezTo>
                  <a:cubicBezTo>
                    <a:pt x="762" y="786"/>
                    <a:pt x="834" y="667"/>
                    <a:pt x="834" y="500"/>
                  </a:cubicBezTo>
                  <a:cubicBezTo>
                    <a:pt x="834" y="239"/>
                    <a:pt x="596" y="0"/>
                    <a:pt x="334"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47"/>
            <p:cNvSpPr/>
            <p:nvPr/>
          </p:nvSpPr>
          <p:spPr>
            <a:xfrm>
              <a:off x="5877466" y="4172805"/>
              <a:ext cx="32702" cy="38253"/>
            </a:xfrm>
            <a:custGeom>
              <a:avLst/>
              <a:gdLst/>
              <a:ahLst/>
              <a:cxnLst/>
              <a:rect l="l" t="t" r="r" b="b"/>
              <a:pathLst>
                <a:path w="978" h="1144" extrusionOk="0">
                  <a:moveTo>
                    <a:pt x="501" y="0"/>
                  </a:moveTo>
                  <a:cubicBezTo>
                    <a:pt x="430" y="0"/>
                    <a:pt x="334" y="0"/>
                    <a:pt x="263" y="48"/>
                  </a:cubicBezTo>
                  <a:cubicBezTo>
                    <a:pt x="96" y="119"/>
                    <a:pt x="1" y="310"/>
                    <a:pt x="1" y="476"/>
                  </a:cubicBezTo>
                  <a:lnTo>
                    <a:pt x="1" y="667"/>
                  </a:lnTo>
                  <a:cubicBezTo>
                    <a:pt x="1" y="881"/>
                    <a:pt x="120" y="1024"/>
                    <a:pt x="263" y="1119"/>
                  </a:cubicBezTo>
                  <a:cubicBezTo>
                    <a:pt x="334" y="1143"/>
                    <a:pt x="430" y="1143"/>
                    <a:pt x="501" y="1143"/>
                  </a:cubicBezTo>
                  <a:cubicBezTo>
                    <a:pt x="763" y="1143"/>
                    <a:pt x="977" y="929"/>
                    <a:pt x="977" y="667"/>
                  </a:cubicBezTo>
                  <a:lnTo>
                    <a:pt x="977" y="476"/>
                  </a:lnTo>
                  <a:cubicBezTo>
                    <a:pt x="977" y="191"/>
                    <a:pt x="763" y="0"/>
                    <a:pt x="501"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47"/>
            <p:cNvSpPr/>
            <p:nvPr/>
          </p:nvSpPr>
          <p:spPr>
            <a:xfrm>
              <a:off x="5886227" y="4172002"/>
              <a:ext cx="25513" cy="39857"/>
            </a:xfrm>
            <a:custGeom>
              <a:avLst/>
              <a:gdLst/>
              <a:ahLst/>
              <a:cxnLst/>
              <a:rect l="l" t="t" r="r" b="b"/>
              <a:pathLst>
                <a:path w="763" h="1192" extrusionOk="0">
                  <a:moveTo>
                    <a:pt x="239" y="0"/>
                  </a:moveTo>
                  <a:cubicBezTo>
                    <a:pt x="168" y="0"/>
                    <a:pt x="72" y="24"/>
                    <a:pt x="1" y="72"/>
                  </a:cubicBezTo>
                  <a:cubicBezTo>
                    <a:pt x="72" y="96"/>
                    <a:pt x="96" y="119"/>
                    <a:pt x="120" y="143"/>
                  </a:cubicBezTo>
                  <a:cubicBezTo>
                    <a:pt x="215" y="239"/>
                    <a:pt x="287" y="358"/>
                    <a:pt x="287" y="500"/>
                  </a:cubicBezTo>
                  <a:lnTo>
                    <a:pt x="287" y="691"/>
                  </a:lnTo>
                  <a:cubicBezTo>
                    <a:pt x="287" y="905"/>
                    <a:pt x="168" y="1048"/>
                    <a:pt x="1" y="1143"/>
                  </a:cubicBezTo>
                  <a:cubicBezTo>
                    <a:pt x="72" y="1167"/>
                    <a:pt x="168" y="1191"/>
                    <a:pt x="239" y="1191"/>
                  </a:cubicBezTo>
                  <a:cubicBezTo>
                    <a:pt x="549" y="1191"/>
                    <a:pt x="763" y="953"/>
                    <a:pt x="763" y="691"/>
                  </a:cubicBezTo>
                  <a:lnTo>
                    <a:pt x="763" y="500"/>
                  </a:lnTo>
                  <a:cubicBezTo>
                    <a:pt x="763" y="358"/>
                    <a:pt x="692" y="239"/>
                    <a:pt x="596" y="143"/>
                  </a:cubicBezTo>
                  <a:cubicBezTo>
                    <a:pt x="501" y="72"/>
                    <a:pt x="406" y="0"/>
                    <a:pt x="239"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47"/>
            <p:cNvSpPr/>
            <p:nvPr/>
          </p:nvSpPr>
          <p:spPr>
            <a:xfrm>
              <a:off x="5666481" y="4172805"/>
              <a:ext cx="32668" cy="38253"/>
            </a:xfrm>
            <a:custGeom>
              <a:avLst/>
              <a:gdLst/>
              <a:ahLst/>
              <a:cxnLst/>
              <a:rect l="l" t="t" r="r" b="b"/>
              <a:pathLst>
                <a:path w="977" h="1144" extrusionOk="0">
                  <a:moveTo>
                    <a:pt x="500" y="0"/>
                  </a:moveTo>
                  <a:cubicBezTo>
                    <a:pt x="429" y="0"/>
                    <a:pt x="334" y="0"/>
                    <a:pt x="262" y="48"/>
                  </a:cubicBezTo>
                  <a:cubicBezTo>
                    <a:pt x="95" y="119"/>
                    <a:pt x="0" y="310"/>
                    <a:pt x="0" y="476"/>
                  </a:cubicBezTo>
                  <a:lnTo>
                    <a:pt x="0" y="667"/>
                  </a:lnTo>
                  <a:cubicBezTo>
                    <a:pt x="0" y="881"/>
                    <a:pt x="119" y="1024"/>
                    <a:pt x="262" y="1119"/>
                  </a:cubicBezTo>
                  <a:cubicBezTo>
                    <a:pt x="334" y="1143"/>
                    <a:pt x="429" y="1143"/>
                    <a:pt x="500" y="1143"/>
                  </a:cubicBezTo>
                  <a:cubicBezTo>
                    <a:pt x="762" y="1143"/>
                    <a:pt x="977" y="929"/>
                    <a:pt x="977" y="667"/>
                  </a:cubicBezTo>
                  <a:lnTo>
                    <a:pt x="977" y="476"/>
                  </a:lnTo>
                  <a:cubicBezTo>
                    <a:pt x="977" y="191"/>
                    <a:pt x="786" y="0"/>
                    <a:pt x="500"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47"/>
            <p:cNvSpPr/>
            <p:nvPr/>
          </p:nvSpPr>
          <p:spPr>
            <a:xfrm>
              <a:off x="5703094" y="4228544"/>
              <a:ext cx="39055" cy="32568"/>
            </a:xfrm>
            <a:custGeom>
              <a:avLst/>
              <a:gdLst/>
              <a:ahLst/>
              <a:cxnLst/>
              <a:rect l="l" t="t" r="r" b="b"/>
              <a:pathLst>
                <a:path w="1168" h="974" extrusionOk="0">
                  <a:moveTo>
                    <a:pt x="358" y="0"/>
                  </a:moveTo>
                  <a:cubicBezTo>
                    <a:pt x="143" y="72"/>
                    <a:pt x="1" y="286"/>
                    <a:pt x="1" y="476"/>
                  </a:cubicBezTo>
                  <a:cubicBezTo>
                    <a:pt x="1" y="715"/>
                    <a:pt x="143" y="905"/>
                    <a:pt x="358" y="953"/>
                  </a:cubicBezTo>
                  <a:cubicBezTo>
                    <a:pt x="382" y="969"/>
                    <a:pt x="400" y="974"/>
                    <a:pt x="417" y="974"/>
                  </a:cubicBezTo>
                  <a:cubicBezTo>
                    <a:pt x="450" y="974"/>
                    <a:pt x="477" y="953"/>
                    <a:pt x="524" y="953"/>
                  </a:cubicBezTo>
                  <a:lnTo>
                    <a:pt x="691" y="953"/>
                  </a:lnTo>
                  <a:cubicBezTo>
                    <a:pt x="953" y="953"/>
                    <a:pt x="1144" y="762"/>
                    <a:pt x="1167" y="476"/>
                  </a:cubicBezTo>
                  <a:cubicBezTo>
                    <a:pt x="1167" y="215"/>
                    <a:pt x="953" y="0"/>
                    <a:pt x="691"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47"/>
            <p:cNvSpPr/>
            <p:nvPr/>
          </p:nvSpPr>
          <p:spPr>
            <a:xfrm>
              <a:off x="5714229" y="4227741"/>
              <a:ext cx="27920" cy="34273"/>
            </a:xfrm>
            <a:custGeom>
              <a:avLst/>
              <a:gdLst/>
              <a:ahLst/>
              <a:cxnLst/>
              <a:rect l="l" t="t" r="r" b="b"/>
              <a:pathLst>
                <a:path w="835" h="1025" extrusionOk="0">
                  <a:moveTo>
                    <a:pt x="144" y="0"/>
                  </a:moveTo>
                  <a:cubicBezTo>
                    <a:pt x="96" y="0"/>
                    <a:pt x="72" y="0"/>
                    <a:pt x="1" y="24"/>
                  </a:cubicBezTo>
                  <a:cubicBezTo>
                    <a:pt x="215" y="96"/>
                    <a:pt x="358" y="310"/>
                    <a:pt x="358" y="500"/>
                  </a:cubicBezTo>
                  <a:cubicBezTo>
                    <a:pt x="358" y="667"/>
                    <a:pt x="287" y="786"/>
                    <a:pt x="215" y="858"/>
                  </a:cubicBezTo>
                  <a:cubicBezTo>
                    <a:pt x="144" y="929"/>
                    <a:pt x="96" y="953"/>
                    <a:pt x="1" y="977"/>
                  </a:cubicBezTo>
                  <a:cubicBezTo>
                    <a:pt x="72" y="1024"/>
                    <a:pt x="96" y="1024"/>
                    <a:pt x="144" y="1024"/>
                  </a:cubicBezTo>
                  <a:lnTo>
                    <a:pt x="334" y="1024"/>
                  </a:lnTo>
                  <a:cubicBezTo>
                    <a:pt x="477" y="1024"/>
                    <a:pt x="596" y="953"/>
                    <a:pt x="692" y="858"/>
                  </a:cubicBezTo>
                  <a:cubicBezTo>
                    <a:pt x="787" y="786"/>
                    <a:pt x="834" y="667"/>
                    <a:pt x="834" y="500"/>
                  </a:cubicBezTo>
                  <a:cubicBezTo>
                    <a:pt x="834" y="239"/>
                    <a:pt x="620" y="0"/>
                    <a:pt x="334"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47"/>
            <p:cNvSpPr/>
            <p:nvPr/>
          </p:nvSpPr>
          <p:spPr>
            <a:xfrm>
              <a:off x="5674439" y="4172002"/>
              <a:ext cx="24710" cy="39857"/>
            </a:xfrm>
            <a:custGeom>
              <a:avLst/>
              <a:gdLst/>
              <a:ahLst/>
              <a:cxnLst/>
              <a:rect l="l" t="t" r="r" b="b"/>
              <a:pathLst>
                <a:path w="739" h="1192" extrusionOk="0">
                  <a:moveTo>
                    <a:pt x="238" y="0"/>
                  </a:moveTo>
                  <a:cubicBezTo>
                    <a:pt x="143" y="0"/>
                    <a:pt x="72" y="24"/>
                    <a:pt x="0" y="72"/>
                  </a:cubicBezTo>
                  <a:cubicBezTo>
                    <a:pt x="48" y="96"/>
                    <a:pt x="96" y="119"/>
                    <a:pt x="119" y="143"/>
                  </a:cubicBezTo>
                  <a:cubicBezTo>
                    <a:pt x="215" y="239"/>
                    <a:pt x="262" y="358"/>
                    <a:pt x="262" y="500"/>
                  </a:cubicBezTo>
                  <a:lnTo>
                    <a:pt x="262" y="691"/>
                  </a:lnTo>
                  <a:cubicBezTo>
                    <a:pt x="262" y="905"/>
                    <a:pt x="143" y="1048"/>
                    <a:pt x="0" y="1143"/>
                  </a:cubicBezTo>
                  <a:cubicBezTo>
                    <a:pt x="48" y="1167"/>
                    <a:pt x="143" y="1191"/>
                    <a:pt x="238" y="1191"/>
                  </a:cubicBezTo>
                  <a:cubicBezTo>
                    <a:pt x="524" y="1191"/>
                    <a:pt x="739" y="953"/>
                    <a:pt x="739" y="691"/>
                  </a:cubicBezTo>
                  <a:lnTo>
                    <a:pt x="739" y="500"/>
                  </a:lnTo>
                  <a:cubicBezTo>
                    <a:pt x="739" y="358"/>
                    <a:pt x="715" y="239"/>
                    <a:pt x="596" y="143"/>
                  </a:cubicBezTo>
                  <a:cubicBezTo>
                    <a:pt x="500" y="72"/>
                    <a:pt x="381" y="0"/>
                    <a:pt x="238" y="0"/>
                  </a:cubicBezTo>
                  <a:close/>
                </a:path>
              </a:pathLst>
            </a:custGeom>
            <a:solidFill>
              <a:srgbClr val="333B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9" name="Google Shape;2289;p47"/>
          <p:cNvGrpSpPr/>
          <p:nvPr/>
        </p:nvGrpSpPr>
        <p:grpSpPr>
          <a:xfrm>
            <a:off x="5049283" y="2062338"/>
            <a:ext cx="288293" cy="398165"/>
            <a:chOff x="6457157" y="3885350"/>
            <a:chExt cx="288293" cy="398165"/>
          </a:xfrm>
        </p:grpSpPr>
        <p:sp>
          <p:nvSpPr>
            <p:cNvPr id="2290" name="Google Shape;2290;p47"/>
            <p:cNvSpPr/>
            <p:nvPr/>
          </p:nvSpPr>
          <p:spPr>
            <a:xfrm>
              <a:off x="6457157" y="4087608"/>
              <a:ext cx="271579" cy="195108"/>
            </a:xfrm>
            <a:custGeom>
              <a:avLst/>
              <a:gdLst/>
              <a:ahLst/>
              <a:cxnLst/>
              <a:rect l="l" t="t" r="r" b="b"/>
              <a:pathLst>
                <a:path w="8122" h="5835" extrusionOk="0">
                  <a:moveTo>
                    <a:pt x="3216" y="0"/>
                  </a:moveTo>
                  <a:lnTo>
                    <a:pt x="3216" y="810"/>
                  </a:lnTo>
                  <a:cubicBezTo>
                    <a:pt x="3216" y="857"/>
                    <a:pt x="3144" y="929"/>
                    <a:pt x="3097" y="929"/>
                  </a:cubicBezTo>
                  <a:lnTo>
                    <a:pt x="1668" y="929"/>
                  </a:lnTo>
                  <a:cubicBezTo>
                    <a:pt x="739" y="929"/>
                    <a:pt x="1" y="1667"/>
                    <a:pt x="1" y="2596"/>
                  </a:cubicBezTo>
                  <a:lnTo>
                    <a:pt x="1" y="5715"/>
                  </a:lnTo>
                  <a:cubicBezTo>
                    <a:pt x="1" y="5763"/>
                    <a:pt x="49" y="5835"/>
                    <a:pt x="120" y="5835"/>
                  </a:cubicBezTo>
                  <a:lnTo>
                    <a:pt x="1549" y="5835"/>
                  </a:lnTo>
                  <a:lnTo>
                    <a:pt x="1692" y="5596"/>
                  </a:lnTo>
                  <a:lnTo>
                    <a:pt x="1906" y="5835"/>
                  </a:lnTo>
                  <a:lnTo>
                    <a:pt x="6693" y="5835"/>
                  </a:lnTo>
                  <a:lnTo>
                    <a:pt x="6931" y="5596"/>
                  </a:lnTo>
                  <a:lnTo>
                    <a:pt x="7050" y="5835"/>
                  </a:lnTo>
                  <a:lnTo>
                    <a:pt x="8003" y="5835"/>
                  </a:lnTo>
                  <a:cubicBezTo>
                    <a:pt x="8050" y="5835"/>
                    <a:pt x="8122" y="5763"/>
                    <a:pt x="8122" y="5715"/>
                  </a:cubicBezTo>
                  <a:lnTo>
                    <a:pt x="8122" y="2596"/>
                  </a:lnTo>
                  <a:cubicBezTo>
                    <a:pt x="8122" y="1691"/>
                    <a:pt x="7383" y="953"/>
                    <a:pt x="6502" y="929"/>
                  </a:cubicBezTo>
                  <a:lnTo>
                    <a:pt x="5526" y="929"/>
                  </a:lnTo>
                  <a:cubicBezTo>
                    <a:pt x="5478" y="929"/>
                    <a:pt x="5407" y="857"/>
                    <a:pt x="5407" y="810"/>
                  </a:cubicBezTo>
                  <a:lnTo>
                    <a:pt x="5407" y="0"/>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7"/>
            <p:cNvSpPr/>
            <p:nvPr/>
          </p:nvSpPr>
          <p:spPr>
            <a:xfrm>
              <a:off x="6665802" y="4118638"/>
              <a:ext cx="79648" cy="164078"/>
            </a:xfrm>
            <a:custGeom>
              <a:avLst/>
              <a:gdLst/>
              <a:ahLst/>
              <a:cxnLst/>
              <a:rect l="l" t="t" r="r" b="b"/>
              <a:pathLst>
                <a:path w="2382" h="4907" extrusionOk="0">
                  <a:moveTo>
                    <a:pt x="0" y="1"/>
                  </a:moveTo>
                  <a:cubicBezTo>
                    <a:pt x="929" y="1"/>
                    <a:pt x="1667" y="739"/>
                    <a:pt x="1667" y="1668"/>
                  </a:cubicBezTo>
                  <a:lnTo>
                    <a:pt x="1667" y="4787"/>
                  </a:lnTo>
                  <a:cubicBezTo>
                    <a:pt x="1667" y="4835"/>
                    <a:pt x="1620" y="4907"/>
                    <a:pt x="1548" y="4907"/>
                  </a:cubicBezTo>
                  <a:lnTo>
                    <a:pt x="2263" y="4907"/>
                  </a:lnTo>
                  <a:cubicBezTo>
                    <a:pt x="2334" y="4907"/>
                    <a:pt x="2382" y="4835"/>
                    <a:pt x="2382" y="4787"/>
                  </a:cubicBezTo>
                  <a:lnTo>
                    <a:pt x="2382" y="1668"/>
                  </a:lnTo>
                  <a:cubicBezTo>
                    <a:pt x="2382" y="763"/>
                    <a:pt x="1643" y="25"/>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7"/>
            <p:cNvSpPr/>
            <p:nvPr/>
          </p:nvSpPr>
          <p:spPr>
            <a:xfrm>
              <a:off x="6508148" y="4218981"/>
              <a:ext cx="12773" cy="64534"/>
            </a:xfrm>
            <a:custGeom>
              <a:avLst/>
              <a:gdLst/>
              <a:ahLst/>
              <a:cxnLst/>
              <a:rect l="l" t="t" r="r" b="b"/>
              <a:pathLst>
                <a:path w="382" h="1930" extrusionOk="0">
                  <a:moveTo>
                    <a:pt x="191" y="0"/>
                  </a:moveTo>
                  <a:cubicBezTo>
                    <a:pt x="95" y="0"/>
                    <a:pt x="0" y="96"/>
                    <a:pt x="0" y="167"/>
                  </a:cubicBezTo>
                  <a:lnTo>
                    <a:pt x="0" y="1929"/>
                  </a:lnTo>
                  <a:lnTo>
                    <a:pt x="381" y="1929"/>
                  </a:lnTo>
                  <a:lnTo>
                    <a:pt x="381" y="167"/>
                  </a:lnTo>
                  <a:cubicBezTo>
                    <a:pt x="381" y="96"/>
                    <a:pt x="286" y="0"/>
                    <a:pt x="191"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7"/>
            <p:cNvSpPr/>
            <p:nvPr/>
          </p:nvSpPr>
          <p:spPr>
            <a:xfrm>
              <a:off x="6680915" y="4218981"/>
              <a:ext cx="11971" cy="64534"/>
            </a:xfrm>
            <a:custGeom>
              <a:avLst/>
              <a:gdLst/>
              <a:ahLst/>
              <a:cxnLst/>
              <a:rect l="l" t="t" r="r" b="b"/>
              <a:pathLst>
                <a:path w="358" h="1930" extrusionOk="0">
                  <a:moveTo>
                    <a:pt x="167" y="0"/>
                  </a:moveTo>
                  <a:cubicBezTo>
                    <a:pt x="96" y="0"/>
                    <a:pt x="1" y="96"/>
                    <a:pt x="1" y="167"/>
                  </a:cubicBezTo>
                  <a:lnTo>
                    <a:pt x="1" y="1929"/>
                  </a:lnTo>
                  <a:lnTo>
                    <a:pt x="358" y="1929"/>
                  </a:lnTo>
                  <a:lnTo>
                    <a:pt x="358" y="167"/>
                  </a:lnTo>
                  <a:cubicBezTo>
                    <a:pt x="358" y="96"/>
                    <a:pt x="263" y="0"/>
                    <a:pt x="167"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7"/>
            <p:cNvSpPr/>
            <p:nvPr/>
          </p:nvSpPr>
          <p:spPr>
            <a:xfrm>
              <a:off x="6570240" y="4152877"/>
              <a:ext cx="62160" cy="101182"/>
            </a:xfrm>
            <a:custGeom>
              <a:avLst/>
              <a:gdLst/>
              <a:ahLst/>
              <a:cxnLst/>
              <a:rect l="l" t="t" r="r" b="b"/>
              <a:pathLst>
                <a:path w="1859" h="3026" extrusionOk="0">
                  <a:moveTo>
                    <a:pt x="929" y="1"/>
                  </a:moveTo>
                  <a:cubicBezTo>
                    <a:pt x="834" y="1"/>
                    <a:pt x="739" y="96"/>
                    <a:pt x="739" y="191"/>
                  </a:cubicBezTo>
                  <a:lnTo>
                    <a:pt x="739" y="834"/>
                  </a:lnTo>
                  <a:lnTo>
                    <a:pt x="191" y="834"/>
                  </a:lnTo>
                  <a:cubicBezTo>
                    <a:pt x="96" y="834"/>
                    <a:pt x="1" y="930"/>
                    <a:pt x="1" y="1025"/>
                  </a:cubicBezTo>
                  <a:cubicBezTo>
                    <a:pt x="1" y="1120"/>
                    <a:pt x="96" y="1192"/>
                    <a:pt x="191" y="1192"/>
                  </a:cubicBezTo>
                  <a:lnTo>
                    <a:pt x="739" y="1192"/>
                  </a:lnTo>
                  <a:lnTo>
                    <a:pt x="739" y="2835"/>
                  </a:lnTo>
                  <a:cubicBezTo>
                    <a:pt x="739" y="2930"/>
                    <a:pt x="834" y="3025"/>
                    <a:pt x="929" y="3025"/>
                  </a:cubicBezTo>
                  <a:cubicBezTo>
                    <a:pt x="1025" y="3025"/>
                    <a:pt x="1096" y="2930"/>
                    <a:pt x="1096" y="2835"/>
                  </a:cubicBezTo>
                  <a:lnTo>
                    <a:pt x="1096" y="1239"/>
                  </a:lnTo>
                  <a:lnTo>
                    <a:pt x="1668" y="1239"/>
                  </a:lnTo>
                  <a:cubicBezTo>
                    <a:pt x="1763" y="1239"/>
                    <a:pt x="1858" y="1144"/>
                    <a:pt x="1858" y="1049"/>
                  </a:cubicBezTo>
                  <a:cubicBezTo>
                    <a:pt x="1858" y="930"/>
                    <a:pt x="1763" y="834"/>
                    <a:pt x="1668" y="834"/>
                  </a:cubicBezTo>
                  <a:lnTo>
                    <a:pt x="1096" y="834"/>
                  </a:lnTo>
                  <a:lnTo>
                    <a:pt x="1096" y="191"/>
                  </a:lnTo>
                  <a:cubicBezTo>
                    <a:pt x="1096" y="96"/>
                    <a:pt x="1025" y="1"/>
                    <a:pt x="9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7"/>
            <p:cNvSpPr/>
            <p:nvPr/>
          </p:nvSpPr>
          <p:spPr>
            <a:xfrm>
              <a:off x="6668978" y="3993618"/>
              <a:ext cx="39857" cy="51795"/>
            </a:xfrm>
            <a:custGeom>
              <a:avLst/>
              <a:gdLst/>
              <a:ahLst/>
              <a:cxnLst/>
              <a:rect l="l" t="t" r="r" b="b"/>
              <a:pathLst>
                <a:path w="1192" h="1549" extrusionOk="0">
                  <a:moveTo>
                    <a:pt x="1" y="1"/>
                  </a:moveTo>
                  <a:lnTo>
                    <a:pt x="1" y="1549"/>
                  </a:lnTo>
                  <a:lnTo>
                    <a:pt x="405" y="1549"/>
                  </a:lnTo>
                  <a:cubicBezTo>
                    <a:pt x="834" y="1549"/>
                    <a:pt x="1191" y="1192"/>
                    <a:pt x="1191" y="787"/>
                  </a:cubicBezTo>
                  <a:cubicBezTo>
                    <a:pt x="1191" y="334"/>
                    <a:pt x="834" y="1"/>
                    <a:pt x="40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a:off x="6493001" y="3993618"/>
              <a:ext cx="39857" cy="51795"/>
            </a:xfrm>
            <a:custGeom>
              <a:avLst/>
              <a:gdLst/>
              <a:ahLst/>
              <a:cxnLst/>
              <a:rect l="l" t="t" r="r" b="b"/>
              <a:pathLst>
                <a:path w="1192" h="1549" extrusionOk="0">
                  <a:moveTo>
                    <a:pt x="763" y="1"/>
                  </a:moveTo>
                  <a:cubicBezTo>
                    <a:pt x="358" y="1"/>
                    <a:pt x="1" y="334"/>
                    <a:pt x="1" y="787"/>
                  </a:cubicBezTo>
                  <a:cubicBezTo>
                    <a:pt x="1" y="1192"/>
                    <a:pt x="358" y="1549"/>
                    <a:pt x="763" y="1549"/>
                  </a:cubicBezTo>
                  <a:lnTo>
                    <a:pt x="1191" y="1549"/>
                  </a:lnTo>
                  <a:lnTo>
                    <a:pt x="1191"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a:off x="6490627" y="4155284"/>
              <a:ext cx="43803" cy="36647"/>
            </a:xfrm>
            <a:custGeom>
              <a:avLst/>
              <a:gdLst/>
              <a:ahLst/>
              <a:cxnLst/>
              <a:rect l="l" t="t" r="r" b="b"/>
              <a:pathLst>
                <a:path w="1310" h="1096" extrusionOk="0">
                  <a:moveTo>
                    <a:pt x="310" y="0"/>
                  </a:moveTo>
                  <a:cubicBezTo>
                    <a:pt x="238" y="0"/>
                    <a:pt x="143" y="24"/>
                    <a:pt x="95" y="96"/>
                  </a:cubicBezTo>
                  <a:cubicBezTo>
                    <a:pt x="24" y="143"/>
                    <a:pt x="0" y="215"/>
                    <a:pt x="0" y="286"/>
                  </a:cubicBezTo>
                  <a:cubicBezTo>
                    <a:pt x="0" y="405"/>
                    <a:pt x="72" y="500"/>
                    <a:pt x="143" y="596"/>
                  </a:cubicBezTo>
                  <a:lnTo>
                    <a:pt x="667" y="1096"/>
                  </a:lnTo>
                  <a:lnTo>
                    <a:pt x="715" y="1096"/>
                  </a:lnTo>
                  <a:lnTo>
                    <a:pt x="1167" y="596"/>
                  </a:lnTo>
                  <a:cubicBezTo>
                    <a:pt x="1262" y="500"/>
                    <a:pt x="1310" y="381"/>
                    <a:pt x="1310" y="286"/>
                  </a:cubicBezTo>
                  <a:cubicBezTo>
                    <a:pt x="1310" y="238"/>
                    <a:pt x="1286" y="143"/>
                    <a:pt x="1215" y="96"/>
                  </a:cubicBezTo>
                  <a:cubicBezTo>
                    <a:pt x="1167" y="24"/>
                    <a:pt x="1096" y="0"/>
                    <a:pt x="1024" y="0"/>
                  </a:cubicBezTo>
                  <a:cubicBezTo>
                    <a:pt x="929" y="0"/>
                    <a:pt x="786" y="48"/>
                    <a:pt x="691" y="143"/>
                  </a:cubicBezTo>
                  <a:cubicBezTo>
                    <a:pt x="679" y="155"/>
                    <a:pt x="673" y="161"/>
                    <a:pt x="664" y="161"/>
                  </a:cubicBezTo>
                  <a:cubicBezTo>
                    <a:pt x="655" y="161"/>
                    <a:pt x="643" y="155"/>
                    <a:pt x="619" y="143"/>
                  </a:cubicBezTo>
                  <a:cubicBezTo>
                    <a:pt x="572" y="96"/>
                    <a:pt x="429" y="0"/>
                    <a:pt x="310"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7"/>
            <p:cNvSpPr/>
            <p:nvPr/>
          </p:nvSpPr>
          <p:spPr>
            <a:xfrm>
              <a:off x="6664999" y="4155284"/>
              <a:ext cx="43837" cy="36647"/>
            </a:xfrm>
            <a:custGeom>
              <a:avLst/>
              <a:gdLst/>
              <a:ahLst/>
              <a:cxnLst/>
              <a:rect l="l" t="t" r="r" b="b"/>
              <a:pathLst>
                <a:path w="1311" h="1096" extrusionOk="0">
                  <a:moveTo>
                    <a:pt x="286" y="0"/>
                  </a:moveTo>
                  <a:cubicBezTo>
                    <a:pt x="239" y="0"/>
                    <a:pt x="143" y="24"/>
                    <a:pt x="72" y="96"/>
                  </a:cubicBezTo>
                  <a:cubicBezTo>
                    <a:pt x="24" y="143"/>
                    <a:pt x="0" y="215"/>
                    <a:pt x="0" y="286"/>
                  </a:cubicBezTo>
                  <a:cubicBezTo>
                    <a:pt x="0" y="405"/>
                    <a:pt x="48" y="500"/>
                    <a:pt x="143" y="596"/>
                  </a:cubicBezTo>
                  <a:lnTo>
                    <a:pt x="643" y="1096"/>
                  </a:lnTo>
                  <a:lnTo>
                    <a:pt x="715" y="1096"/>
                  </a:lnTo>
                  <a:lnTo>
                    <a:pt x="1167" y="596"/>
                  </a:lnTo>
                  <a:cubicBezTo>
                    <a:pt x="1239" y="500"/>
                    <a:pt x="1310" y="381"/>
                    <a:pt x="1310" y="286"/>
                  </a:cubicBezTo>
                  <a:cubicBezTo>
                    <a:pt x="1310" y="238"/>
                    <a:pt x="1286" y="143"/>
                    <a:pt x="1215" y="96"/>
                  </a:cubicBezTo>
                  <a:cubicBezTo>
                    <a:pt x="1167" y="24"/>
                    <a:pt x="1096" y="0"/>
                    <a:pt x="1001" y="0"/>
                  </a:cubicBezTo>
                  <a:cubicBezTo>
                    <a:pt x="929" y="0"/>
                    <a:pt x="763" y="48"/>
                    <a:pt x="691" y="143"/>
                  </a:cubicBezTo>
                  <a:cubicBezTo>
                    <a:pt x="667" y="155"/>
                    <a:pt x="655" y="161"/>
                    <a:pt x="646" y="161"/>
                  </a:cubicBezTo>
                  <a:cubicBezTo>
                    <a:pt x="638" y="161"/>
                    <a:pt x="632" y="155"/>
                    <a:pt x="620" y="143"/>
                  </a:cubicBezTo>
                  <a:cubicBezTo>
                    <a:pt x="572" y="96"/>
                    <a:pt x="405" y="0"/>
                    <a:pt x="286"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7"/>
            <p:cNvSpPr/>
            <p:nvPr/>
          </p:nvSpPr>
          <p:spPr>
            <a:xfrm>
              <a:off x="6525635" y="3928784"/>
              <a:ext cx="148162" cy="175580"/>
            </a:xfrm>
            <a:custGeom>
              <a:avLst/>
              <a:gdLst/>
              <a:ahLst/>
              <a:cxnLst/>
              <a:rect l="l" t="t" r="r" b="b"/>
              <a:pathLst>
                <a:path w="4431" h="5251" extrusionOk="0">
                  <a:moveTo>
                    <a:pt x="1978" y="0"/>
                  </a:moveTo>
                  <a:cubicBezTo>
                    <a:pt x="1938" y="0"/>
                    <a:pt x="1898" y="3"/>
                    <a:pt x="1858" y="11"/>
                  </a:cubicBezTo>
                  <a:cubicBezTo>
                    <a:pt x="811" y="201"/>
                    <a:pt x="1" y="1106"/>
                    <a:pt x="1" y="2226"/>
                  </a:cubicBezTo>
                  <a:lnTo>
                    <a:pt x="1" y="3059"/>
                  </a:lnTo>
                  <a:cubicBezTo>
                    <a:pt x="1" y="4155"/>
                    <a:pt x="787" y="5083"/>
                    <a:pt x="1858" y="5250"/>
                  </a:cubicBezTo>
                  <a:lnTo>
                    <a:pt x="2239" y="5250"/>
                  </a:lnTo>
                  <a:cubicBezTo>
                    <a:pt x="3454" y="5250"/>
                    <a:pt x="4430" y="4274"/>
                    <a:pt x="4430" y="3059"/>
                  </a:cubicBezTo>
                  <a:lnTo>
                    <a:pt x="4430" y="2226"/>
                  </a:lnTo>
                  <a:cubicBezTo>
                    <a:pt x="4430" y="987"/>
                    <a:pt x="3454" y="11"/>
                    <a:pt x="2239" y="11"/>
                  </a:cubicBezTo>
                  <a:cubicBezTo>
                    <a:pt x="2144" y="11"/>
                    <a:pt x="2060" y="0"/>
                    <a:pt x="197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7"/>
            <p:cNvSpPr/>
            <p:nvPr/>
          </p:nvSpPr>
          <p:spPr>
            <a:xfrm>
              <a:off x="6587761" y="3928350"/>
              <a:ext cx="86837" cy="176784"/>
            </a:xfrm>
            <a:custGeom>
              <a:avLst/>
              <a:gdLst/>
              <a:ahLst/>
              <a:cxnLst/>
              <a:rect l="l" t="t" r="r" b="b"/>
              <a:pathLst>
                <a:path w="2597" h="5287" extrusionOk="0">
                  <a:moveTo>
                    <a:pt x="358" y="0"/>
                  </a:moveTo>
                  <a:cubicBezTo>
                    <a:pt x="239" y="0"/>
                    <a:pt x="120" y="0"/>
                    <a:pt x="0" y="24"/>
                  </a:cubicBezTo>
                  <a:cubicBezTo>
                    <a:pt x="477" y="119"/>
                    <a:pt x="905" y="334"/>
                    <a:pt x="1239" y="643"/>
                  </a:cubicBezTo>
                  <a:cubicBezTo>
                    <a:pt x="1644" y="1072"/>
                    <a:pt x="1882" y="1596"/>
                    <a:pt x="1882" y="2239"/>
                  </a:cubicBezTo>
                  <a:lnTo>
                    <a:pt x="1882" y="3072"/>
                  </a:lnTo>
                  <a:cubicBezTo>
                    <a:pt x="1882" y="4168"/>
                    <a:pt x="1096" y="5096"/>
                    <a:pt x="0" y="5263"/>
                  </a:cubicBezTo>
                  <a:cubicBezTo>
                    <a:pt x="143" y="5287"/>
                    <a:pt x="262" y="5287"/>
                    <a:pt x="381" y="5287"/>
                  </a:cubicBezTo>
                  <a:cubicBezTo>
                    <a:pt x="1596" y="5287"/>
                    <a:pt x="2596" y="4287"/>
                    <a:pt x="2596" y="3072"/>
                  </a:cubicBezTo>
                  <a:lnTo>
                    <a:pt x="2596" y="2239"/>
                  </a:lnTo>
                  <a:cubicBezTo>
                    <a:pt x="2596" y="1596"/>
                    <a:pt x="2334" y="1048"/>
                    <a:pt x="1953" y="643"/>
                  </a:cubicBezTo>
                  <a:cubicBezTo>
                    <a:pt x="1525" y="238"/>
                    <a:pt x="1001" y="0"/>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7"/>
            <p:cNvSpPr/>
            <p:nvPr/>
          </p:nvSpPr>
          <p:spPr>
            <a:xfrm>
              <a:off x="6578198" y="3885350"/>
              <a:ext cx="38252" cy="84430"/>
            </a:xfrm>
            <a:custGeom>
              <a:avLst/>
              <a:gdLst/>
              <a:ahLst/>
              <a:cxnLst/>
              <a:rect l="l" t="t" r="r" b="b"/>
              <a:pathLst>
                <a:path w="1144" h="2525" extrusionOk="0">
                  <a:moveTo>
                    <a:pt x="239" y="0"/>
                  </a:moveTo>
                  <a:cubicBezTo>
                    <a:pt x="96" y="0"/>
                    <a:pt x="1" y="119"/>
                    <a:pt x="1" y="262"/>
                  </a:cubicBezTo>
                  <a:lnTo>
                    <a:pt x="191" y="2096"/>
                  </a:lnTo>
                  <a:cubicBezTo>
                    <a:pt x="191" y="2263"/>
                    <a:pt x="310" y="2405"/>
                    <a:pt x="453" y="2501"/>
                  </a:cubicBezTo>
                  <a:cubicBezTo>
                    <a:pt x="501" y="2525"/>
                    <a:pt x="596" y="2525"/>
                    <a:pt x="691" y="2525"/>
                  </a:cubicBezTo>
                  <a:cubicBezTo>
                    <a:pt x="929" y="2525"/>
                    <a:pt x="929" y="2358"/>
                    <a:pt x="953" y="2096"/>
                  </a:cubicBezTo>
                  <a:lnTo>
                    <a:pt x="1144" y="262"/>
                  </a:lnTo>
                  <a:cubicBezTo>
                    <a:pt x="1144" y="119"/>
                    <a:pt x="1049" y="0"/>
                    <a:pt x="906"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7"/>
            <p:cNvSpPr/>
            <p:nvPr/>
          </p:nvSpPr>
          <p:spPr>
            <a:xfrm>
              <a:off x="6592542" y="3885350"/>
              <a:ext cx="31866" cy="86035"/>
            </a:xfrm>
            <a:custGeom>
              <a:avLst/>
              <a:gdLst/>
              <a:ahLst/>
              <a:cxnLst/>
              <a:rect l="l" t="t" r="r" b="b"/>
              <a:pathLst>
                <a:path w="953" h="2573" extrusionOk="0">
                  <a:moveTo>
                    <a:pt x="191" y="0"/>
                  </a:moveTo>
                  <a:cubicBezTo>
                    <a:pt x="358" y="0"/>
                    <a:pt x="429" y="119"/>
                    <a:pt x="429" y="262"/>
                  </a:cubicBezTo>
                  <a:lnTo>
                    <a:pt x="262" y="2096"/>
                  </a:lnTo>
                  <a:cubicBezTo>
                    <a:pt x="262" y="2263"/>
                    <a:pt x="143" y="2405"/>
                    <a:pt x="0" y="2501"/>
                  </a:cubicBezTo>
                  <a:cubicBezTo>
                    <a:pt x="48" y="2525"/>
                    <a:pt x="143" y="2572"/>
                    <a:pt x="238" y="2572"/>
                  </a:cubicBezTo>
                  <a:cubicBezTo>
                    <a:pt x="500" y="2572"/>
                    <a:pt x="715" y="2358"/>
                    <a:pt x="739" y="2096"/>
                  </a:cubicBezTo>
                  <a:lnTo>
                    <a:pt x="905" y="262"/>
                  </a:lnTo>
                  <a:cubicBezTo>
                    <a:pt x="953" y="119"/>
                    <a:pt x="834" y="0"/>
                    <a:pt x="667"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3" name="Google Shape;2303;p47"/>
          <p:cNvGrpSpPr/>
          <p:nvPr/>
        </p:nvGrpSpPr>
        <p:grpSpPr>
          <a:xfrm>
            <a:off x="1411792" y="3479451"/>
            <a:ext cx="341625" cy="398371"/>
            <a:chOff x="6430107" y="2642176"/>
            <a:chExt cx="341625" cy="398371"/>
          </a:xfrm>
        </p:grpSpPr>
        <p:sp>
          <p:nvSpPr>
            <p:cNvPr id="2304" name="Google Shape;2304;p47"/>
            <p:cNvSpPr/>
            <p:nvPr/>
          </p:nvSpPr>
          <p:spPr>
            <a:xfrm>
              <a:off x="6475480" y="2756195"/>
              <a:ext cx="180797" cy="284352"/>
            </a:xfrm>
            <a:custGeom>
              <a:avLst/>
              <a:gdLst/>
              <a:ahLst/>
              <a:cxnLst/>
              <a:rect l="l" t="t" r="r" b="b"/>
              <a:pathLst>
                <a:path w="5407" h="8504" extrusionOk="0">
                  <a:moveTo>
                    <a:pt x="2894" y="833"/>
                  </a:moveTo>
                  <a:cubicBezTo>
                    <a:pt x="2922" y="833"/>
                    <a:pt x="2949" y="834"/>
                    <a:pt x="2977" y="835"/>
                  </a:cubicBezTo>
                  <a:cubicBezTo>
                    <a:pt x="4025" y="906"/>
                    <a:pt x="4859" y="1740"/>
                    <a:pt x="4930" y="2788"/>
                  </a:cubicBezTo>
                  <a:cubicBezTo>
                    <a:pt x="4977" y="3950"/>
                    <a:pt x="4047" y="4909"/>
                    <a:pt x="2894" y="4909"/>
                  </a:cubicBezTo>
                  <a:cubicBezTo>
                    <a:pt x="2867" y="4909"/>
                    <a:pt x="2839" y="4908"/>
                    <a:pt x="2811" y="4907"/>
                  </a:cubicBezTo>
                  <a:cubicBezTo>
                    <a:pt x="1763" y="4836"/>
                    <a:pt x="929" y="4002"/>
                    <a:pt x="882" y="2954"/>
                  </a:cubicBezTo>
                  <a:cubicBezTo>
                    <a:pt x="812" y="1792"/>
                    <a:pt x="1741" y="833"/>
                    <a:pt x="2894" y="833"/>
                  </a:cubicBezTo>
                  <a:close/>
                  <a:moveTo>
                    <a:pt x="2872" y="0"/>
                  </a:moveTo>
                  <a:cubicBezTo>
                    <a:pt x="2844" y="0"/>
                    <a:pt x="2816" y="1"/>
                    <a:pt x="2787" y="1"/>
                  </a:cubicBezTo>
                  <a:lnTo>
                    <a:pt x="2668" y="1"/>
                  </a:lnTo>
                  <a:cubicBezTo>
                    <a:pt x="1191" y="120"/>
                    <a:pt x="48" y="1359"/>
                    <a:pt x="48" y="2835"/>
                  </a:cubicBezTo>
                  <a:cubicBezTo>
                    <a:pt x="1" y="4264"/>
                    <a:pt x="1048" y="5455"/>
                    <a:pt x="2382" y="5693"/>
                  </a:cubicBezTo>
                  <a:cubicBezTo>
                    <a:pt x="2454" y="5693"/>
                    <a:pt x="2477" y="5765"/>
                    <a:pt x="2477" y="5812"/>
                  </a:cubicBezTo>
                  <a:lnTo>
                    <a:pt x="2477" y="6622"/>
                  </a:lnTo>
                  <a:cubicBezTo>
                    <a:pt x="2477" y="6669"/>
                    <a:pt x="2430" y="6741"/>
                    <a:pt x="2358" y="6741"/>
                  </a:cubicBezTo>
                  <a:lnTo>
                    <a:pt x="2001" y="6741"/>
                  </a:lnTo>
                  <a:cubicBezTo>
                    <a:pt x="1882" y="6741"/>
                    <a:pt x="1763" y="6860"/>
                    <a:pt x="1763" y="6979"/>
                  </a:cubicBezTo>
                  <a:lnTo>
                    <a:pt x="1763" y="7336"/>
                  </a:lnTo>
                  <a:cubicBezTo>
                    <a:pt x="1763" y="7455"/>
                    <a:pt x="1882" y="7574"/>
                    <a:pt x="2001" y="7574"/>
                  </a:cubicBezTo>
                  <a:lnTo>
                    <a:pt x="2358" y="7574"/>
                  </a:lnTo>
                  <a:cubicBezTo>
                    <a:pt x="2430" y="7574"/>
                    <a:pt x="2477" y="7622"/>
                    <a:pt x="2477" y="7693"/>
                  </a:cubicBezTo>
                  <a:lnTo>
                    <a:pt x="2477" y="8265"/>
                  </a:lnTo>
                  <a:cubicBezTo>
                    <a:pt x="2477" y="8384"/>
                    <a:pt x="2596" y="8503"/>
                    <a:pt x="2715" y="8503"/>
                  </a:cubicBezTo>
                  <a:lnTo>
                    <a:pt x="3073" y="8503"/>
                  </a:lnTo>
                  <a:cubicBezTo>
                    <a:pt x="3192" y="8503"/>
                    <a:pt x="3311" y="8384"/>
                    <a:pt x="3311" y="8265"/>
                  </a:cubicBezTo>
                  <a:lnTo>
                    <a:pt x="3311" y="7693"/>
                  </a:lnTo>
                  <a:cubicBezTo>
                    <a:pt x="3311" y="7622"/>
                    <a:pt x="3382" y="7574"/>
                    <a:pt x="3430" y="7574"/>
                  </a:cubicBezTo>
                  <a:lnTo>
                    <a:pt x="3787" y="7574"/>
                  </a:lnTo>
                  <a:cubicBezTo>
                    <a:pt x="3906" y="7574"/>
                    <a:pt x="4025" y="7455"/>
                    <a:pt x="4025" y="7336"/>
                  </a:cubicBezTo>
                  <a:lnTo>
                    <a:pt x="4025" y="6979"/>
                  </a:lnTo>
                  <a:cubicBezTo>
                    <a:pt x="4025" y="6860"/>
                    <a:pt x="3906" y="6741"/>
                    <a:pt x="3787" y="6741"/>
                  </a:cubicBezTo>
                  <a:lnTo>
                    <a:pt x="3430" y="6741"/>
                  </a:lnTo>
                  <a:cubicBezTo>
                    <a:pt x="3358" y="6741"/>
                    <a:pt x="3311" y="6669"/>
                    <a:pt x="3311" y="6622"/>
                  </a:cubicBezTo>
                  <a:lnTo>
                    <a:pt x="3311" y="5812"/>
                  </a:lnTo>
                  <a:cubicBezTo>
                    <a:pt x="3311" y="5765"/>
                    <a:pt x="3335" y="5693"/>
                    <a:pt x="3406" y="5693"/>
                  </a:cubicBezTo>
                  <a:cubicBezTo>
                    <a:pt x="3525" y="5669"/>
                    <a:pt x="3644" y="5645"/>
                    <a:pt x="3787" y="5622"/>
                  </a:cubicBezTo>
                  <a:cubicBezTo>
                    <a:pt x="4954" y="5217"/>
                    <a:pt x="5407" y="4145"/>
                    <a:pt x="5407" y="2883"/>
                  </a:cubicBezTo>
                  <a:cubicBezTo>
                    <a:pt x="5407" y="1292"/>
                    <a:pt x="4441" y="0"/>
                    <a:pt x="2872"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47"/>
            <p:cNvSpPr/>
            <p:nvPr/>
          </p:nvSpPr>
          <p:spPr>
            <a:xfrm>
              <a:off x="6564656" y="2756931"/>
              <a:ext cx="103556" cy="185645"/>
            </a:xfrm>
            <a:custGeom>
              <a:avLst/>
              <a:gdLst/>
              <a:ahLst/>
              <a:cxnLst/>
              <a:rect l="l" t="t" r="r" b="b"/>
              <a:pathLst>
                <a:path w="3097" h="5552" extrusionOk="0">
                  <a:moveTo>
                    <a:pt x="246" y="0"/>
                  </a:moveTo>
                  <a:cubicBezTo>
                    <a:pt x="204" y="0"/>
                    <a:pt x="162" y="1"/>
                    <a:pt x="120" y="3"/>
                  </a:cubicBezTo>
                  <a:lnTo>
                    <a:pt x="1" y="3"/>
                  </a:lnTo>
                  <a:cubicBezTo>
                    <a:pt x="1454" y="122"/>
                    <a:pt x="2620" y="1361"/>
                    <a:pt x="2620" y="2861"/>
                  </a:cubicBezTo>
                  <a:cubicBezTo>
                    <a:pt x="2620" y="3933"/>
                    <a:pt x="2025" y="5028"/>
                    <a:pt x="1120" y="5552"/>
                  </a:cubicBezTo>
                  <a:cubicBezTo>
                    <a:pt x="2263" y="5171"/>
                    <a:pt x="3097" y="4099"/>
                    <a:pt x="3097" y="2861"/>
                  </a:cubicBezTo>
                  <a:cubicBezTo>
                    <a:pt x="3097" y="1284"/>
                    <a:pt x="1809" y="0"/>
                    <a:pt x="246"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47"/>
            <p:cNvSpPr/>
            <p:nvPr/>
          </p:nvSpPr>
          <p:spPr>
            <a:xfrm>
              <a:off x="6430107" y="2745094"/>
              <a:ext cx="95564" cy="96367"/>
            </a:xfrm>
            <a:custGeom>
              <a:avLst/>
              <a:gdLst/>
              <a:ahLst/>
              <a:cxnLst/>
              <a:rect l="l" t="t" r="r" b="b"/>
              <a:pathLst>
                <a:path w="2858" h="2882" extrusionOk="0">
                  <a:moveTo>
                    <a:pt x="2358" y="0"/>
                  </a:moveTo>
                  <a:cubicBezTo>
                    <a:pt x="2120" y="0"/>
                    <a:pt x="1905" y="71"/>
                    <a:pt x="1762" y="238"/>
                  </a:cubicBezTo>
                  <a:cubicBezTo>
                    <a:pt x="1667" y="286"/>
                    <a:pt x="1453" y="238"/>
                    <a:pt x="1405" y="357"/>
                  </a:cubicBezTo>
                  <a:cubicBezTo>
                    <a:pt x="1310" y="524"/>
                    <a:pt x="1286" y="762"/>
                    <a:pt x="1239" y="976"/>
                  </a:cubicBezTo>
                  <a:cubicBezTo>
                    <a:pt x="1239" y="1024"/>
                    <a:pt x="1191" y="1095"/>
                    <a:pt x="1119" y="1095"/>
                  </a:cubicBezTo>
                  <a:cubicBezTo>
                    <a:pt x="929" y="1119"/>
                    <a:pt x="476" y="1191"/>
                    <a:pt x="238" y="1429"/>
                  </a:cubicBezTo>
                  <a:cubicBezTo>
                    <a:pt x="95" y="1596"/>
                    <a:pt x="0" y="1810"/>
                    <a:pt x="0" y="2024"/>
                  </a:cubicBezTo>
                  <a:cubicBezTo>
                    <a:pt x="0" y="2262"/>
                    <a:pt x="95" y="2453"/>
                    <a:pt x="238" y="2620"/>
                  </a:cubicBezTo>
                  <a:cubicBezTo>
                    <a:pt x="405" y="2786"/>
                    <a:pt x="715" y="2882"/>
                    <a:pt x="1048" y="2882"/>
                  </a:cubicBezTo>
                  <a:lnTo>
                    <a:pt x="2525" y="2882"/>
                  </a:lnTo>
                  <a:lnTo>
                    <a:pt x="2763" y="2691"/>
                  </a:lnTo>
                  <a:cubicBezTo>
                    <a:pt x="2834" y="2691"/>
                    <a:pt x="2858" y="2667"/>
                    <a:pt x="2858" y="2620"/>
                  </a:cubicBezTo>
                  <a:lnTo>
                    <a:pt x="2858" y="1072"/>
                  </a:lnTo>
                  <a:cubicBezTo>
                    <a:pt x="2858" y="714"/>
                    <a:pt x="2763" y="429"/>
                    <a:pt x="2596" y="238"/>
                  </a:cubicBezTo>
                  <a:cubicBezTo>
                    <a:pt x="2429" y="71"/>
                    <a:pt x="2548" y="0"/>
                    <a:pt x="2358"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47"/>
            <p:cNvSpPr/>
            <p:nvPr/>
          </p:nvSpPr>
          <p:spPr>
            <a:xfrm>
              <a:off x="6477888" y="2737905"/>
              <a:ext cx="53366" cy="102753"/>
            </a:xfrm>
            <a:custGeom>
              <a:avLst/>
              <a:gdLst/>
              <a:ahLst/>
              <a:cxnLst/>
              <a:rect l="l" t="t" r="r" b="b"/>
              <a:pathLst>
                <a:path w="1596" h="3073" extrusionOk="0">
                  <a:moveTo>
                    <a:pt x="762" y="1"/>
                  </a:moveTo>
                  <a:cubicBezTo>
                    <a:pt x="524" y="1"/>
                    <a:pt x="333" y="96"/>
                    <a:pt x="167" y="239"/>
                  </a:cubicBezTo>
                  <a:cubicBezTo>
                    <a:pt x="119" y="286"/>
                    <a:pt x="48" y="406"/>
                    <a:pt x="0" y="525"/>
                  </a:cubicBezTo>
                  <a:cubicBezTo>
                    <a:pt x="48" y="501"/>
                    <a:pt x="143" y="501"/>
                    <a:pt x="238" y="501"/>
                  </a:cubicBezTo>
                  <a:cubicBezTo>
                    <a:pt x="476" y="501"/>
                    <a:pt x="691" y="596"/>
                    <a:pt x="834" y="739"/>
                  </a:cubicBezTo>
                  <a:cubicBezTo>
                    <a:pt x="1000" y="953"/>
                    <a:pt x="1096" y="1215"/>
                    <a:pt x="1096" y="1572"/>
                  </a:cubicBezTo>
                  <a:lnTo>
                    <a:pt x="1096" y="3073"/>
                  </a:lnTo>
                  <a:lnTo>
                    <a:pt x="1524" y="3073"/>
                  </a:lnTo>
                  <a:cubicBezTo>
                    <a:pt x="1572" y="3073"/>
                    <a:pt x="1596" y="3025"/>
                    <a:pt x="1596" y="2977"/>
                  </a:cubicBezTo>
                  <a:lnTo>
                    <a:pt x="1596" y="1096"/>
                  </a:lnTo>
                  <a:cubicBezTo>
                    <a:pt x="1596" y="739"/>
                    <a:pt x="1524" y="477"/>
                    <a:pt x="1334" y="263"/>
                  </a:cubicBezTo>
                  <a:cubicBezTo>
                    <a:pt x="1191" y="120"/>
                    <a:pt x="976" y="25"/>
                    <a:pt x="762" y="1"/>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47"/>
            <p:cNvSpPr/>
            <p:nvPr/>
          </p:nvSpPr>
          <p:spPr>
            <a:xfrm>
              <a:off x="6522459" y="2647927"/>
              <a:ext cx="47816" cy="47816"/>
            </a:xfrm>
            <a:custGeom>
              <a:avLst/>
              <a:gdLst/>
              <a:ahLst/>
              <a:cxnLst/>
              <a:rect l="l" t="t" r="r" b="b"/>
              <a:pathLst>
                <a:path w="1430" h="1430" extrusionOk="0">
                  <a:moveTo>
                    <a:pt x="477" y="1"/>
                  </a:moveTo>
                  <a:cubicBezTo>
                    <a:pt x="358" y="1"/>
                    <a:pt x="239" y="72"/>
                    <a:pt x="144" y="167"/>
                  </a:cubicBezTo>
                  <a:cubicBezTo>
                    <a:pt x="72" y="286"/>
                    <a:pt x="1" y="429"/>
                    <a:pt x="1" y="596"/>
                  </a:cubicBezTo>
                  <a:lnTo>
                    <a:pt x="1" y="1168"/>
                  </a:lnTo>
                  <a:lnTo>
                    <a:pt x="239" y="1382"/>
                  </a:lnTo>
                  <a:cubicBezTo>
                    <a:pt x="239" y="1406"/>
                    <a:pt x="263" y="1430"/>
                    <a:pt x="310" y="1430"/>
                  </a:cubicBezTo>
                  <a:lnTo>
                    <a:pt x="310" y="1382"/>
                  </a:lnTo>
                  <a:lnTo>
                    <a:pt x="1072" y="1382"/>
                  </a:lnTo>
                  <a:cubicBezTo>
                    <a:pt x="1263" y="1382"/>
                    <a:pt x="1191" y="1310"/>
                    <a:pt x="1287" y="1239"/>
                  </a:cubicBezTo>
                  <a:cubicBezTo>
                    <a:pt x="1382" y="1168"/>
                    <a:pt x="1430" y="1049"/>
                    <a:pt x="1430" y="929"/>
                  </a:cubicBezTo>
                  <a:cubicBezTo>
                    <a:pt x="1430" y="891"/>
                    <a:pt x="1425" y="880"/>
                    <a:pt x="1415" y="880"/>
                  </a:cubicBezTo>
                  <a:cubicBezTo>
                    <a:pt x="1401" y="880"/>
                    <a:pt x="1377" y="903"/>
                    <a:pt x="1343" y="903"/>
                  </a:cubicBezTo>
                  <a:cubicBezTo>
                    <a:pt x="1326" y="903"/>
                    <a:pt x="1308" y="898"/>
                    <a:pt x="1287" y="882"/>
                  </a:cubicBezTo>
                  <a:cubicBezTo>
                    <a:pt x="1215" y="810"/>
                    <a:pt x="1310" y="763"/>
                    <a:pt x="1168" y="715"/>
                  </a:cubicBezTo>
                  <a:cubicBezTo>
                    <a:pt x="1144" y="691"/>
                    <a:pt x="1072" y="691"/>
                    <a:pt x="1049" y="691"/>
                  </a:cubicBezTo>
                  <a:cubicBezTo>
                    <a:pt x="1025" y="691"/>
                    <a:pt x="977" y="667"/>
                    <a:pt x="977" y="644"/>
                  </a:cubicBezTo>
                  <a:cubicBezTo>
                    <a:pt x="977" y="548"/>
                    <a:pt x="929" y="286"/>
                    <a:pt x="810" y="167"/>
                  </a:cubicBezTo>
                  <a:cubicBezTo>
                    <a:pt x="715" y="72"/>
                    <a:pt x="596" y="1"/>
                    <a:pt x="477" y="1"/>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47"/>
            <p:cNvSpPr/>
            <p:nvPr/>
          </p:nvSpPr>
          <p:spPr>
            <a:xfrm>
              <a:off x="6522459" y="2673406"/>
              <a:ext cx="55774" cy="30294"/>
            </a:xfrm>
            <a:custGeom>
              <a:avLst/>
              <a:gdLst/>
              <a:ahLst/>
              <a:cxnLst/>
              <a:rect l="l" t="t" r="r" b="b"/>
              <a:pathLst>
                <a:path w="1668" h="906" extrusionOk="0">
                  <a:moveTo>
                    <a:pt x="1144" y="1"/>
                  </a:moveTo>
                  <a:cubicBezTo>
                    <a:pt x="1144" y="72"/>
                    <a:pt x="1096" y="191"/>
                    <a:pt x="1025" y="263"/>
                  </a:cubicBezTo>
                  <a:cubicBezTo>
                    <a:pt x="906" y="358"/>
                    <a:pt x="739" y="406"/>
                    <a:pt x="572" y="406"/>
                  </a:cubicBezTo>
                  <a:lnTo>
                    <a:pt x="1" y="406"/>
                  </a:lnTo>
                  <a:lnTo>
                    <a:pt x="1" y="858"/>
                  </a:lnTo>
                  <a:cubicBezTo>
                    <a:pt x="1" y="882"/>
                    <a:pt x="24" y="906"/>
                    <a:pt x="72" y="906"/>
                  </a:cubicBezTo>
                  <a:lnTo>
                    <a:pt x="1072" y="906"/>
                  </a:lnTo>
                  <a:cubicBezTo>
                    <a:pt x="1263" y="906"/>
                    <a:pt x="1430" y="858"/>
                    <a:pt x="1525" y="763"/>
                  </a:cubicBezTo>
                  <a:cubicBezTo>
                    <a:pt x="1620" y="668"/>
                    <a:pt x="1668" y="548"/>
                    <a:pt x="1668" y="429"/>
                  </a:cubicBezTo>
                  <a:cubicBezTo>
                    <a:pt x="1668" y="310"/>
                    <a:pt x="1596" y="239"/>
                    <a:pt x="1525" y="144"/>
                  </a:cubicBezTo>
                  <a:cubicBezTo>
                    <a:pt x="1430" y="72"/>
                    <a:pt x="1287" y="25"/>
                    <a:pt x="1144" y="1"/>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47"/>
            <p:cNvSpPr/>
            <p:nvPr/>
          </p:nvSpPr>
          <p:spPr>
            <a:xfrm>
              <a:off x="6580605" y="2642176"/>
              <a:ext cx="181566" cy="304415"/>
            </a:xfrm>
            <a:custGeom>
              <a:avLst/>
              <a:gdLst/>
              <a:ahLst/>
              <a:cxnLst/>
              <a:rect l="l" t="t" r="r" b="b"/>
              <a:pathLst>
                <a:path w="5430" h="9104" extrusionOk="0">
                  <a:moveTo>
                    <a:pt x="2894" y="0"/>
                  </a:moveTo>
                  <a:cubicBezTo>
                    <a:pt x="2834" y="0"/>
                    <a:pt x="2775" y="18"/>
                    <a:pt x="2739" y="54"/>
                  </a:cubicBezTo>
                  <a:lnTo>
                    <a:pt x="1572" y="1221"/>
                  </a:lnTo>
                  <a:cubicBezTo>
                    <a:pt x="1381" y="1411"/>
                    <a:pt x="1381" y="1649"/>
                    <a:pt x="1572" y="1816"/>
                  </a:cubicBezTo>
                  <a:cubicBezTo>
                    <a:pt x="1667" y="1911"/>
                    <a:pt x="1739" y="1935"/>
                    <a:pt x="1858" y="1935"/>
                  </a:cubicBezTo>
                  <a:cubicBezTo>
                    <a:pt x="1977" y="1935"/>
                    <a:pt x="2072" y="1911"/>
                    <a:pt x="2167" y="1816"/>
                  </a:cubicBezTo>
                  <a:lnTo>
                    <a:pt x="2263" y="1721"/>
                  </a:lnTo>
                  <a:cubicBezTo>
                    <a:pt x="2285" y="1698"/>
                    <a:pt x="2313" y="1687"/>
                    <a:pt x="2340" y="1687"/>
                  </a:cubicBezTo>
                  <a:cubicBezTo>
                    <a:pt x="2398" y="1687"/>
                    <a:pt x="2453" y="1735"/>
                    <a:pt x="2453" y="1816"/>
                  </a:cubicBezTo>
                  <a:lnTo>
                    <a:pt x="2453" y="3316"/>
                  </a:lnTo>
                  <a:cubicBezTo>
                    <a:pt x="2453" y="3364"/>
                    <a:pt x="2429" y="3435"/>
                    <a:pt x="2382" y="3435"/>
                  </a:cubicBezTo>
                  <a:cubicBezTo>
                    <a:pt x="1953" y="3483"/>
                    <a:pt x="1596" y="3626"/>
                    <a:pt x="1262" y="3864"/>
                  </a:cubicBezTo>
                  <a:cubicBezTo>
                    <a:pt x="1548" y="4031"/>
                    <a:pt x="1739" y="4221"/>
                    <a:pt x="1953" y="4435"/>
                  </a:cubicBezTo>
                  <a:cubicBezTo>
                    <a:pt x="2231" y="4307"/>
                    <a:pt x="2547" y="4217"/>
                    <a:pt x="2866" y="4217"/>
                  </a:cubicBezTo>
                  <a:cubicBezTo>
                    <a:pt x="2903" y="4217"/>
                    <a:pt x="2940" y="4219"/>
                    <a:pt x="2977" y="4221"/>
                  </a:cubicBezTo>
                  <a:cubicBezTo>
                    <a:pt x="4001" y="4293"/>
                    <a:pt x="4834" y="5126"/>
                    <a:pt x="4906" y="6174"/>
                  </a:cubicBezTo>
                  <a:cubicBezTo>
                    <a:pt x="4952" y="7323"/>
                    <a:pt x="4043" y="8273"/>
                    <a:pt x="2909" y="8273"/>
                  </a:cubicBezTo>
                  <a:cubicBezTo>
                    <a:pt x="2868" y="8273"/>
                    <a:pt x="2828" y="8272"/>
                    <a:pt x="2786" y="8270"/>
                  </a:cubicBezTo>
                  <a:cubicBezTo>
                    <a:pt x="1739" y="8222"/>
                    <a:pt x="905" y="7388"/>
                    <a:pt x="857" y="6341"/>
                  </a:cubicBezTo>
                  <a:cubicBezTo>
                    <a:pt x="810" y="5840"/>
                    <a:pt x="1000" y="5364"/>
                    <a:pt x="1310" y="4983"/>
                  </a:cubicBezTo>
                  <a:cubicBezTo>
                    <a:pt x="1119" y="4769"/>
                    <a:pt x="881" y="4578"/>
                    <a:pt x="619" y="4459"/>
                  </a:cubicBezTo>
                  <a:cubicBezTo>
                    <a:pt x="238" y="4936"/>
                    <a:pt x="0" y="5579"/>
                    <a:pt x="0" y="6245"/>
                  </a:cubicBezTo>
                  <a:cubicBezTo>
                    <a:pt x="0" y="7746"/>
                    <a:pt x="1143" y="8984"/>
                    <a:pt x="2596" y="9103"/>
                  </a:cubicBezTo>
                  <a:lnTo>
                    <a:pt x="2834" y="9103"/>
                  </a:lnTo>
                  <a:cubicBezTo>
                    <a:pt x="4430" y="9103"/>
                    <a:pt x="5430" y="7865"/>
                    <a:pt x="5430" y="6293"/>
                  </a:cubicBezTo>
                  <a:cubicBezTo>
                    <a:pt x="5430" y="5007"/>
                    <a:pt x="4882" y="3935"/>
                    <a:pt x="3739" y="3578"/>
                  </a:cubicBezTo>
                  <a:cubicBezTo>
                    <a:pt x="3644" y="3483"/>
                    <a:pt x="3525" y="3459"/>
                    <a:pt x="3406" y="3435"/>
                  </a:cubicBezTo>
                  <a:cubicBezTo>
                    <a:pt x="3358" y="3435"/>
                    <a:pt x="3334" y="3364"/>
                    <a:pt x="3334" y="3316"/>
                  </a:cubicBezTo>
                  <a:lnTo>
                    <a:pt x="3334" y="1816"/>
                  </a:lnTo>
                  <a:cubicBezTo>
                    <a:pt x="3334" y="1734"/>
                    <a:pt x="3390" y="1698"/>
                    <a:pt x="3448" y="1698"/>
                  </a:cubicBezTo>
                  <a:cubicBezTo>
                    <a:pt x="3475" y="1698"/>
                    <a:pt x="3502" y="1706"/>
                    <a:pt x="3525" y="1721"/>
                  </a:cubicBezTo>
                  <a:lnTo>
                    <a:pt x="3620" y="1816"/>
                  </a:lnTo>
                  <a:cubicBezTo>
                    <a:pt x="3715" y="1911"/>
                    <a:pt x="3822" y="1959"/>
                    <a:pt x="3927" y="1959"/>
                  </a:cubicBezTo>
                  <a:cubicBezTo>
                    <a:pt x="4031" y="1959"/>
                    <a:pt x="4132" y="1911"/>
                    <a:pt x="4215" y="1816"/>
                  </a:cubicBezTo>
                  <a:cubicBezTo>
                    <a:pt x="4406" y="1649"/>
                    <a:pt x="4406" y="1411"/>
                    <a:pt x="4215" y="1221"/>
                  </a:cubicBezTo>
                  <a:lnTo>
                    <a:pt x="3048" y="54"/>
                  </a:lnTo>
                  <a:cubicBezTo>
                    <a:pt x="3013" y="18"/>
                    <a:pt x="2953" y="0"/>
                    <a:pt x="2894"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47"/>
            <p:cNvSpPr/>
            <p:nvPr/>
          </p:nvSpPr>
          <p:spPr>
            <a:xfrm>
              <a:off x="6668176" y="2759405"/>
              <a:ext cx="103556" cy="186381"/>
            </a:xfrm>
            <a:custGeom>
              <a:avLst/>
              <a:gdLst/>
              <a:ahLst/>
              <a:cxnLst/>
              <a:rect l="l" t="t" r="r" b="b"/>
              <a:pathLst>
                <a:path w="3097" h="5574" extrusionOk="0">
                  <a:moveTo>
                    <a:pt x="1120" y="1"/>
                  </a:moveTo>
                  <a:lnTo>
                    <a:pt x="1120" y="1"/>
                  </a:lnTo>
                  <a:cubicBezTo>
                    <a:pt x="2025" y="572"/>
                    <a:pt x="2620" y="1644"/>
                    <a:pt x="2620" y="2716"/>
                  </a:cubicBezTo>
                  <a:cubicBezTo>
                    <a:pt x="2620" y="4216"/>
                    <a:pt x="1453" y="5454"/>
                    <a:pt x="1" y="5573"/>
                  </a:cubicBezTo>
                  <a:lnTo>
                    <a:pt x="239" y="5573"/>
                  </a:lnTo>
                  <a:cubicBezTo>
                    <a:pt x="1811" y="5573"/>
                    <a:pt x="3097" y="4287"/>
                    <a:pt x="3097" y="2716"/>
                  </a:cubicBezTo>
                  <a:cubicBezTo>
                    <a:pt x="3097" y="1477"/>
                    <a:pt x="2287" y="406"/>
                    <a:pt x="1120"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2" name="Google Shape;2312;p47"/>
          <p:cNvGrpSpPr/>
          <p:nvPr/>
        </p:nvGrpSpPr>
        <p:grpSpPr>
          <a:xfrm>
            <a:off x="5044903" y="3480420"/>
            <a:ext cx="297052" cy="397403"/>
            <a:chOff x="7263782" y="2021258"/>
            <a:chExt cx="297052" cy="397403"/>
          </a:xfrm>
        </p:grpSpPr>
        <p:sp>
          <p:nvSpPr>
            <p:cNvPr id="2313" name="Google Shape;2313;p47"/>
            <p:cNvSpPr/>
            <p:nvPr/>
          </p:nvSpPr>
          <p:spPr>
            <a:xfrm>
              <a:off x="7298022" y="2038779"/>
              <a:ext cx="107535" cy="115493"/>
            </a:xfrm>
            <a:custGeom>
              <a:avLst/>
              <a:gdLst/>
              <a:ahLst/>
              <a:cxnLst/>
              <a:rect l="l" t="t" r="r" b="b"/>
              <a:pathLst>
                <a:path w="3216" h="3454" extrusionOk="0">
                  <a:moveTo>
                    <a:pt x="1" y="1"/>
                  </a:moveTo>
                  <a:lnTo>
                    <a:pt x="1" y="3454"/>
                  </a:lnTo>
                  <a:lnTo>
                    <a:pt x="3216" y="3454"/>
                  </a:lnTo>
                  <a:lnTo>
                    <a:pt x="3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47"/>
            <p:cNvSpPr/>
            <p:nvPr/>
          </p:nvSpPr>
          <p:spPr>
            <a:xfrm>
              <a:off x="7397562" y="2038779"/>
              <a:ext cx="23941" cy="115493"/>
            </a:xfrm>
            <a:custGeom>
              <a:avLst/>
              <a:gdLst/>
              <a:ahLst/>
              <a:cxnLst/>
              <a:rect l="l" t="t" r="r" b="b"/>
              <a:pathLst>
                <a:path w="716" h="3454" extrusionOk="0">
                  <a:moveTo>
                    <a:pt x="1" y="1"/>
                  </a:moveTo>
                  <a:lnTo>
                    <a:pt x="1" y="3454"/>
                  </a:lnTo>
                  <a:lnTo>
                    <a:pt x="715" y="3454"/>
                  </a:lnTo>
                  <a:lnTo>
                    <a:pt x="71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47"/>
            <p:cNvSpPr/>
            <p:nvPr/>
          </p:nvSpPr>
          <p:spPr>
            <a:xfrm>
              <a:off x="7263782" y="2098497"/>
              <a:ext cx="175246" cy="320164"/>
            </a:xfrm>
            <a:custGeom>
              <a:avLst/>
              <a:gdLst/>
              <a:ahLst/>
              <a:cxnLst/>
              <a:rect l="l" t="t" r="r" b="b"/>
              <a:pathLst>
                <a:path w="5241" h="9575" extrusionOk="0">
                  <a:moveTo>
                    <a:pt x="358" y="1"/>
                  </a:moveTo>
                  <a:cubicBezTo>
                    <a:pt x="144" y="1"/>
                    <a:pt x="1" y="167"/>
                    <a:pt x="1" y="358"/>
                  </a:cubicBezTo>
                  <a:lnTo>
                    <a:pt x="1" y="2454"/>
                  </a:lnTo>
                  <a:lnTo>
                    <a:pt x="239" y="4406"/>
                  </a:lnTo>
                  <a:lnTo>
                    <a:pt x="1" y="7097"/>
                  </a:lnTo>
                  <a:lnTo>
                    <a:pt x="1" y="9217"/>
                  </a:lnTo>
                  <a:cubicBezTo>
                    <a:pt x="1" y="9407"/>
                    <a:pt x="144" y="9574"/>
                    <a:pt x="358" y="9574"/>
                  </a:cubicBezTo>
                  <a:lnTo>
                    <a:pt x="4883" y="9574"/>
                  </a:lnTo>
                  <a:cubicBezTo>
                    <a:pt x="5073" y="9574"/>
                    <a:pt x="5240" y="9384"/>
                    <a:pt x="5240" y="9193"/>
                  </a:cubicBezTo>
                  <a:lnTo>
                    <a:pt x="5240" y="358"/>
                  </a:lnTo>
                  <a:cubicBezTo>
                    <a:pt x="5240" y="167"/>
                    <a:pt x="5097" y="1"/>
                    <a:pt x="4883"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47"/>
            <p:cNvSpPr/>
            <p:nvPr/>
          </p:nvSpPr>
          <p:spPr>
            <a:xfrm>
              <a:off x="7419062" y="2098497"/>
              <a:ext cx="35878" cy="319362"/>
            </a:xfrm>
            <a:custGeom>
              <a:avLst/>
              <a:gdLst/>
              <a:ahLst/>
              <a:cxnLst/>
              <a:rect l="l" t="t" r="r" b="b"/>
              <a:pathLst>
                <a:path w="1073" h="9551" extrusionOk="0">
                  <a:moveTo>
                    <a:pt x="1" y="1"/>
                  </a:moveTo>
                  <a:cubicBezTo>
                    <a:pt x="215" y="1"/>
                    <a:pt x="358" y="167"/>
                    <a:pt x="358" y="358"/>
                  </a:cubicBezTo>
                  <a:lnTo>
                    <a:pt x="358" y="9193"/>
                  </a:lnTo>
                  <a:cubicBezTo>
                    <a:pt x="358" y="9407"/>
                    <a:pt x="215" y="9550"/>
                    <a:pt x="1" y="9550"/>
                  </a:cubicBezTo>
                  <a:lnTo>
                    <a:pt x="715" y="9550"/>
                  </a:lnTo>
                  <a:cubicBezTo>
                    <a:pt x="930" y="9550"/>
                    <a:pt x="1072" y="9407"/>
                    <a:pt x="1072" y="9193"/>
                  </a:cubicBezTo>
                  <a:lnTo>
                    <a:pt x="1072" y="358"/>
                  </a:lnTo>
                  <a:cubicBezTo>
                    <a:pt x="1072" y="167"/>
                    <a:pt x="906" y="1"/>
                    <a:pt x="715"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47"/>
            <p:cNvSpPr/>
            <p:nvPr/>
          </p:nvSpPr>
          <p:spPr>
            <a:xfrm>
              <a:off x="7270971" y="2021258"/>
              <a:ext cx="161670" cy="48618"/>
            </a:xfrm>
            <a:custGeom>
              <a:avLst/>
              <a:gdLst/>
              <a:ahLst/>
              <a:cxnLst/>
              <a:rect l="l" t="t" r="r" b="b"/>
              <a:pathLst>
                <a:path w="4835" h="1454" extrusionOk="0">
                  <a:moveTo>
                    <a:pt x="238" y="1"/>
                  </a:moveTo>
                  <a:cubicBezTo>
                    <a:pt x="119" y="1"/>
                    <a:pt x="0" y="120"/>
                    <a:pt x="0" y="239"/>
                  </a:cubicBezTo>
                  <a:lnTo>
                    <a:pt x="0" y="1215"/>
                  </a:lnTo>
                  <a:cubicBezTo>
                    <a:pt x="0" y="1334"/>
                    <a:pt x="119" y="1453"/>
                    <a:pt x="238" y="1453"/>
                  </a:cubicBezTo>
                  <a:lnTo>
                    <a:pt x="1096" y="1453"/>
                  </a:lnTo>
                  <a:lnTo>
                    <a:pt x="1286" y="1215"/>
                  </a:lnTo>
                  <a:lnTo>
                    <a:pt x="1453" y="1453"/>
                  </a:lnTo>
                  <a:lnTo>
                    <a:pt x="2453" y="1453"/>
                  </a:lnTo>
                  <a:lnTo>
                    <a:pt x="2644" y="1215"/>
                  </a:lnTo>
                  <a:lnTo>
                    <a:pt x="2810" y="1453"/>
                  </a:lnTo>
                  <a:lnTo>
                    <a:pt x="3787" y="1453"/>
                  </a:lnTo>
                  <a:lnTo>
                    <a:pt x="3953" y="1215"/>
                  </a:lnTo>
                  <a:lnTo>
                    <a:pt x="4144" y="1453"/>
                  </a:lnTo>
                  <a:lnTo>
                    <a:pt x="4596" y="1453"/>
                  </a:lnTo>
                  <a:cubicBezTo>
                    <a:pt x="4716" y="1453"/>
                    <a:pt x="4835" y="1334"/>
                    <a:pt x="4835" y="1215"/>
                  </a:cubicBezTo>
                  <a:lnTo>
                    <a:pt x="4835" y="239"/>
                  </a:lnTo>
                  <a:cubicBezTo>
                    <a:pt x="4835" y="96"/>
                    <a:pt x="4739" y="1"/>
                    <a:pt x="4644" y="1"/>
                  </a:cubicBezTo>
                  <a:lnTo>
                    <a:pt x="4192" y="1"/>
                  </a:lnTo>
                  <a:lnTo>
                    <a:pt x="4025" y="239"/>
                  </a:lnTo>
                  <a:lnTo>
                    <a:pt x="3834" y="1"/>
                  </a:lnTo>
                  <a:lnTo>
                    <a:pt x="2858" y="1"/>
                  </a:lnTo>
                  <a:lnTo>
                    <a:pt x="2691" y="239"/>
                  </a:lnTo>
                  <a:lnTo>
                    <a:pt x="2501" y="1"/>
                  </a:lnTo>
                  <a:lnTo>
                    <a:pt x="1524" y="1"/>
                  </a:lnTo>
                  <a:lnTo>
                    <a:pt x="1334" y="239"/>
                  </a:lnTo>
                  <a:lnTo>
                    <a:pt x="1167" y="1"/>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7"/>
            <p:cNvSpPr/>
            <p:nvPr/>
          </p:nvSpPr>
          <p:spPr>
            <a:xfrm>
              <a:off x="7416688" y="2021258"/>
              <a:ext cx="31866" cy="48618"/>
            </a:xfrm>
            <a:custGeom>
              <a:avLst/>
              <a:gdLst/>
              <a:ahLst/>
              <a:cxnLst/>
              <a:rect l="l" t="t" r="r" b="b"/>
              <a:pathLst>
                <a:path w="953" h="1454" extrusionOk="0">
                  <a:moveTo>
                    <a:pt x="0" y="1"/>
                  </a:moveTo>
                  <a:cubicBezTo>
                    <a:pt x="119" y="1"/>
                    <a:pt x="238" y="120"/>
                    <a:pt x="238" y="239"/>
                  </a:cubicBezTo>
                  <a:lnTo>
                    <a:pt x="238" y="1215"/>
                  </a:lnTo>
                  <a:cubicBezTo>
                    <a:pt x="238" y="1334"/>
                    <a:pt x="119" y="1453"/>
                    <a:pt x="0" y="1453"/>
                  </a:cubicBezTo>
                  <a:lnTo>
                    <a:pt x="715" y="1453"/>
                  </a:lnTo>
                  <a:cubicBezTo>
                    <a:pt x="834" y="1453"/>
                    <a:pt x="953" y="1334"/>
                    <a:pt x="953" y="1215"/>
                  </a:cubicBezTo>
                  <a:lnTo>
                    <a:pt x="953" y="239"/>
                  </a:lnTo>
                  <a:cubicBezTo>
                    <a:pt x="953" y="96"/>
                    <a:pt x="858" y="1"/>
                    <a:pt x="715"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7"/>
            <p:cNvSpPr/>
            <p:nvPr/>
          </p:nvSpPr>
          <p:spPr>
            <a:xfrm>
              <a:off x="7309189" y="2021258"/>
              <a:ext cx="11971" cy="48618"/>
            </a:xfrm>
            <a:custGeom>
              <a:avLst/>
              <a:gdLst/>
              <a:ahLst/>
              <a:cxnLst/>
              <a:rect l="l" t="t" r="r" b="b"/>
              <a:pathLst>
                <a:path w="358" h="1454" extrusionOk="0">
                  <a:moveTo>
                    <a:pt x="0" y="1"/>
                  </a:moveTo>
                  <a:lnTo>
                    <a:pt x="0" y="1453"/>
                  </a:lnTo>
                  <a:lnTo>
                    <a:pt x="358" y="1453"/>
                  </a:lnTo>
                  <a:lnTo>
                    <a:pt x="358" y="1"/>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7"/>
            <p:cNvSpPr/>
            <p:nvPr/>
          </p:nvSpPr>
          <p:spPr>
            <a:xfrm>
              <a:off x="7353760" y="2021258"/>
              <a:ext cx="12004" cy="48618"/>
            </a:xfrm>
            <a:custGeom>
              <a:avLst/>
              <a:gdLst/>
              <a:ahLst/>
              <a:cxnLst/>
              <a:rect l="l" t="t" r="r" b="b"/>
              <a:pathLst>
                <a:path w="359" h="1454" extrusionOk="0">
                  <a:moveTo>
                    <a:pt x="1" y="1"/>
                  </a:moveTo>
                  <a:lnTo>
                    <a:pt x="1" y="1453"/>
                  </a:lnTo>
                  <a:lnTo>
                    <a:pt x="358" y="1453"/>
                  </a:lnTo>
                  <a:lnTo>
                    <a:pt x="358" y="1"/>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7"/>
            <p:cNvSpPr/>
            <p:nvPr/>
          </p:nvSpPr>
          <p:spPr>
            <a:xfrm>
              <a:off x="7398365" y="2021258"/>
              <a:ext cx="11971" cy="48618"/>
            </a:xfrm>
            <a:custGeom>
              <a:avLst/>
              <a:gdLst/>
              <a:ahLst/>
              <a:cxnLst/>
              <a:rect l="l" t="t" r="r" b="b"/>
              <a:pathLst>
                <a:path w="358" h="1454" extrusionOk="0">
                  <a:moveTo>
                    <a:pt x="1" y="1"/>
                  </a:moveTo>
                  <a:lnTo>
                    <a:pt x="1" y="1453"/>
                  </a:lnTo>
                  <a:lnTo>
                    <a:pt x="358" y="1453"/>
                  </a:lnTo>
                  <a:lnTo>
                    <a:pt x="358" y="1"/>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7"/>
            <p:cNvSpPr/>
            <p:nvPr/>
          </p:nvSpPr>
          <p:spPr>
            <a:xfrm>
              <a:off x="7263782" y="2180517"/>
              <a:ext cx="191162" cy="155317"/>
            </a:xfrm>
            <a:custGeom>
              <a:avLst/>
              <a:gdLst/>
              <a:ahLst/>
              <a:cxnLst/>
              <a:rect l="l" t="t" r="r" b="b"/>
              <a:pathLst>
                <a:path w="5717" h="4645" extrusionOk="0">
                  <a:moveTo>
                    <a:pt x="1" y="1"/>
                  </a:moveTo>
                  <a:lnTo>
                    <a:pt x="1" y="4644"/>
                  </a:lnTo>
                  <a:lnTo>
                    <a:pt x="5716" y="4644"/>
                  </a:lnTo>
                  <a:lnTo>
                    <a:pt x="57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7"/>
            <p:cNvSpPr/>
            <p:nvPr/>
          </p:nvSpPr>
          <p:spPr>
            <a:xfrm>
              <a:off x="7286887" y="2226693"/>
              <a:ext cx="50190" cy="62963"/>
            </a:xfrm>
            <a:custGeom>
              <a:avLst/>
              <a:gdLst/>
              <a:ahLst/>
              <a:cxnLst/>
              <a:rect l="l" t="t" r="r" b="b"/>
              <a:pathLst>
                <a:path w="1501" h="1883" extrusionOk="0">
                  <a:moveTo>
                    <a:pt x="215" y="1"/>
                  </a:moveTo>
                  <a:cubicBezTo>
                    <a:pt x="120" y="1"/>
                    <a:pt x="24" y="96"/>
                    <a:pt x="24" y="191"/>
                  </a:cubicBezTo>
                  <a:cubicBezTo>
                    <a:pt x="24" y="287"/>
                    <a:pt x="120" y="358"/>
                    <a:pt x="215" y="358"/>
                  </a:cubicBezTo>
                  <a:lnTo>
                    <a:pt x="906" y="358"/>
                  </a:lnTo>
                  <a:lnTo>
                    <a:pt x="24" y="1620"/>
                  </a:lnTo>
                  <a:cubicBezTo>
                    <a:pt x="1" y="1692"/>
                    <a:pt x="1" y="1739"/>
                    <a:pt x="24" y="1787"/>
                  </a:cubicBezTo>
                  <a:cubicBezTo>
                    <a:pt x="72" y="1858"/>
                    <a:pt x="120" y="1882"/>
                    <a:pt x="191" y="1882"/>
                  </a:cubicBezTo>
                  <a:lnTo>
                    <a:pt x="1287" y="1882"/>
                  </a:lnTo>
                  <a:cubicBezTo>
                    <a:pt x="1406" y="1882"/>
                    <a:pt x="1453" y="1787"/>
                    <a:pt x="1501" y="1716"/>
                  </a:cubicBezTo>
                  <a:cubicBezTo>
                    <a:pt x="1501" y="1620"/>
                    <a:pt x="1406" y="1525"/>
                    <a:pt x="1310" y="1525"/>
                  </a:cubicBezTo>
                  <a:lnTo>
                    <a:pt x="548" y="1525"/>
                  </a:lnTo>
                  <a:lnTo>
                    <a:pt x="1406" y="287"/>
                  </a:lnTo>
                  <a:cubicBezTo>
                    <a:pt x="1429" y="215"/>
                    <a:pt x="1429" y="168"/>
                    <a:pt x="1406" y="96"/>
                  </a:cubicBezTo>
                  <a:cubicBezTo>
                    <a:pt x="1382" y="49"/>
                    <a:pt x="1310" y="1"/>
                    <a:pt x="1263" y="1"/>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7"/>
            <p:cNvSpPr/>
            <p:nvPr/>
          </p:nvSpPr>
          <p:spPr>
            <a:xfrm>
              <a:off x="7350584" y="2245016"/>
              <a:ext cx="35878" cy="44639"/>
            </a:xfrm>
            <a:custGeom>
              <a:avLst/>
              <a:gdLst/>
              <a:ahLst/>
              <a:cxnLst/>
              <a:rect l="l" t="t" r="r" b="b"/>
              <a:pathLst>
                <a:path w="1073" h="1335" extrusionOk="0">
                  <a:moveTo>
                    <a:pt x="191" y="1"/>
                  </a:moveTo>
                  <a:cubicBezTo>
                    <a:pt x="96" y="1"/>
                    <a:pt x="1" y="96"/>
                    <a:pt x="1" y="167"/>
                  </a:cubicBezTo>
                  <a:cubicBezTo>
                    <a:pt x="1" y="263"/>
                    <a:pt x="96" y="358"/>
                    <a:pt x="191" y="358"/>
                  </a:cubicBezTo>
                  <a:lnTo>
                    <a:pt x="501" y="358"/>
                  </a:lnTo>
                  <a:lnTo>
                    <a:pt x="25" y="1072"/>
                  </a:lnTo>
                  <a:cubicBezTo>
                    <a:pt x="1" y="1144"/>
                    <a:pt x="1" y="1191"/>
                    <a:pt x="25" y="1239"/>
                  </a:cubicBezTo>
                  <a:cubicBezTo>
                    <a:pt x="72" y="1310"/>
                    <a:pt x="120" y="1334"/>
                    <a:pt x="191" y="1334"/>
                  </a:cubicBezTo>
                  <a:lnTo>
                    <a:pt x="906" y="1334"/>
                  </a:lnTo>
                  <a:cubicBezTo>
                    <a:pt x="977" y="1334"/>
                    <a:pt x="1072" y="1239"/>
                    <a:pt x="1049" y="1168"/>
                  </a:cubicBezTo>
                  <a:cubicBezTo>
                    <a:pt x="1049" y="1072"/>
                    <a:pt x="953" y="977"/>
                    <a:pt x="858" y="977"/>
                  </a:cubicBezTo>
                  <a:lnTo>
                    <a:pt x="501" y="977"/>
                  </a:lnTo>
                  <a:lnTo>
                    <a:pt x="977" y="263"/>
                  </a:lnTo>
                  <a:cubicBezTo>
                    <a:pt x="1025" y="215"/>
                    <a:pt x="1025" y="143"/>
                    <a:pt x="977" y="96"/>
                  </a:cubicBezTo>
                  <a:cubicBezTo>
                    <a:pt x="953" y="24"/>
                    <a:pt x="906" y="1"/>
                    <a:pt x="834" y="1"/>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7"/>
            <p:cNvSpPr/>
            <p:nvPr/>
          </p:nvSpPr>
          <p:spPr>
            <a:xfrm>
              <a:off x="7409533" y="2146278"/>
              <a:ext cx="135388" cy="272382"/>
            </a:xfrm>
            <a:custGeom>
              <a:avLst/>
              <a:gdLst/>
              <a:ahLst/>
              <a:cxnLst/>
              <a:rect l="l" t="t" r="r" b="b"/>
              <a:pathLst>
                <a:path w="4049" h="8146" extrusionOk="0">
                  <a:moveTo>
                    <a:pt x="595" y="1"/>
                  </a:moveTo>
                  <a:cubicBezTo>
                    <a:pt x="262" y="1"/>
                    <a:pt x="0" y="286"/>
                    <a:pt x="0" y="596"/>
                  </a:cubicBezTo>
                  <a:lnTo>
                    <a:pt x="0" y="7550"/>
                  </a:lnTo>
                  <a:cubicBezTo>
                    <a:pt x="0" y="7859"/>
                    <a:pt x="262" y="8145"/>
                    <a:pt x="595" y="8145"/>
                  </a:cubicBezTo>
                  <a:lnTo>
                    <a:pt x="2072" y="8145"/>
                  </a:lnTo>
                  <a:lnTo>
                    <a:pt x="2262" y="7907"/>
                  </a:lnTo>
                  <a:lnTo>
                    <a:pt x="2429" y="8145"/>
                  </a:lnTo>
                  <a:lnTo>
                    <a:pt x="3453" y="8145"/>
                  </a:lnTo>
                  <a:cubicBezTo>
                    <a:pt x="3787" y="8145"/>
                    <a:pt x="4048" y="7859"/>
                    <a:pt x="4048" y="7550"/>
                  </a:cubicBezTo>
                  <a:lnTo>
                    <a:pt x="4048" y="596"/>
                  </a:lnTo>
                  <a:cubicBezTo>
                    <a:pt x="4048" y="286"/>
                    <a:pt x="3787" y="1"/>
                    <a:pt x="3453" y="1"/>
                  </a:cubicBezTo>
                  <a:lnTo>
                    <a:pt x="2429" y="1"/>
                  </a:lnTo>
                  <a:lnTo>
                    <a:pt x="2262" y="239"/>
                  </a:lnTo>
                  <a:lnTo>
                    <a:pt x="2072"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7"/>
            <p:cNvSpPr/>
            <p:nvPr/>
          </p:nvSpPr>
          <p:spPr>
            <a:xfrm>
              <a:off x="7517800" y="2146278"/>
              <a:ext cx="43034" cy="272382"/>
            </a:xfrm>
            <a:custGeom>
              <a:avLst/>
              <a:gdLst/>
              <a:ahLst/>
              <a:cxnLst/>
              <a:rect l="l" t="t" r="r" b="b"/>
              <a:pathLst>
                <a:path w="1287" h="8146" extrusionOk="0">
                  <a:moveTo>
                    <a:pt x="1" y="1"/>
                  </a:moveTo>
                  <a:cubicBezTo>
                    <a:pt x="334" y="1"/>
                    <a:pt x="596" y="286"/>
                    <a:pt x="596" y="596"/>
                  </a:cubicBezTo>
                  <a:lnTo>
                    <a:pt x="596" y="7550"/>
                  </a:lnTo>
                  <a:cubicBezTo>
                    <a:pt x="596" y="7859"/>
                    <a:pt x="334" y="8145"/>
                    <a:pt x="1" y="8145"/>
                  </a:cubicBezTo>
                  <a:lnTo>
                    <a:pt x="691" y="8145"/>
                  </a:lnTo>
                  <a:cubicBezTo>
                    <a:pt x="1025" y="8145"/>
                    <a:pt x="1287" y="7859"/>
                    <a:pt x="1287" y="7550"/>
                  </a:cubicBezTo>
                  <a:lnTo>
                    <a:pt x="1287" y="596"/>
                  </a:lnTo>
                  <a:cubicBezTo>
                    <a:pt x="1287" y="286"/>
                    <a:pt x="1025" y="1"/>
                    <a:pt x="69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7"/>
            <p:cNvSpPr/>
            <p:nvPr/>
          </p:nvSpPr>
          <p:spPr>
            <a:xfrm>
              <a:off x="7430230" y="2183894"/>
              <a:ext cx="31866" cy="28823"/>
            </a:xfrm>
            <a:custGeom>
              <a:avLst/>
              <a:gdLst/>
              <a:ahLst/>
              <a:cxnLst/>
              <a:rect l="l" t="t" r="r" b="b"/>
              <a:pathLst>
                <a:path w="953" h="862" extrusionOk="0">
                  <a:moveTo>
                    <a:pt x="459" y="0"/>
                  </a:moveTo>
                  <a:cubicBezTo>
                    <a:pt x="281" y="0"/>
                    <a:pt x="111" y="136"/>
                    <a:pt x="72" y="352"/>
                  </a:cubicBezTo>
                  <a:cubicBezTo>
                    <a:pt x="0" y="590"/>
                    <a:pt x="143" y="781"/>
                    <a:pt x="381" y="852"/>
                  </a:cubicBezTo>
                  <a:cubicBezTo>
                    <a:pt x="412" y="858"/>
                    <a:pt x="442" y="861"/>
                    <a:pt x="472" y="861"/>
                  </a:cubicBezTo>
                  <a:cubicBezTo>
                    <a:pt x="672" y="861"/>
                    <a:pt x="843" y="726"/>
                    <a:pt x="905" y="519"/>
                  </a:cubicBezTo>
                  <a:cubicBezTo>
                    <a:pt x="953" y="281"/>
                    <a:pt x="810" y="66"/>
                    <a:pt x="572" y="19"/>
                  </a:cubicBezTo>
                  <a:cubicBezTo>
                    <a:pt x="535" y="6"/>
                    <a:pt x="497" y="0"/>
                    <a:pt x="4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7"/>
            <p:cNvSpPr/>
            <p:nvPr/>
          </p:nvSpPr>
          <p:spPr>
            <a:xfrm>
              <a:off x="7508271" y="2184429"/>
              <a:ext cx="29492" cy="28054"/>
            </a:xfrm>
            <a:custGeom>
              <a:avLst/>
              <a:gdLst/>
              <a:ahLst/>
              <a:cxnLst/>
              <a:rect l="l" t="t" r="r" b="b"/>
              <a:pathLst>
                <a:path w="882" h="839" extrusionOk="0">
                  <a:moveTo>
                    <a:pt x="459" y="0"/>
                  </a:moveTo>
                  <a:cubicBezTo>
                    <a:pt x="256" y="0"/>
                    <a:pt x="46" y="159"/>
                    <a:pt x="24" y="360"/>
                  </a:cubicBezTo>
                  <a:cubicBezTo>
                    <a:pt x="0" y="574"/>
                    <a:pt x="143" y="812"/>
                    <a:pt x="381" y="836"/>
                  </a:cubicBezTo>
                  <a:cubicBezTo>
                    <a:pt x="395" y="838"/>
                    <a:pt x="409" y="838"/>
                    <a:pt x="422" y="838"/>
                  </a:cubicBezTo>
                  <a:cubicBezTo>
                    <a:pt x="625" y="838"/>
                    <a:pt x="835" y="680"/>
                    <a:pt x="857" y="479"/>
                  </a:cubicBezTo>
                  <a:cubicBezTo>
                    <a:pt x="881" y="265"/>
                    <a:pt x="738" y="27"/>
                    <a:pt x="500" y="3"/>
                  </a:cubicBezTo>
                  <a:cubicBezTo>
                    <a:pt x="486" y="1"/>
                    <a:pt x="473" y="0"/>
                    <a:pt x="4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7"/>
            <p:cNvSpPr/>
            <p:nvPr/>
          </p:nvSpPr>
          <p:spPr>
            <a:xfrm>
              <a:off x="7433406" y="2240235"/>
              <a:ext cx="27887" cy="27920"/>
            </a:xfrm>
            <a:custGeom>
              <a:avLst/>
              <a:gdLst/>
              <a:ahLst/>
              <a:cxnLst/>
              <a:rect l="l" t="t" r="r" b="b"/>
              <a:pathLst>
                <a:path w="834" h="835" extrusionOk="0">
                  <a:moveTo>
                    <a:pt x="405" y="1"/>
                  </a:moveTo>
                  <a:cubicBezTo>
                    <a:pt x="167" y="1"/>
                    <a:pt x="0" y="167"/>
                    <a:pt x="0" y="406"/>
                  </a:cubicBezTo>
                  <a:cubicBezTo>
                    <a:pt x="0" y="644"/>
                    <a:pt x="167" y="834"/>
                    <a:pt x="405" y="834"/>
                  </a:cubicBezTo>
                  <a:cubicBezTo>
                    <a:pt x="643" y="834"/>
                    <a:pt x="834" y="644"/>
                    <a:pt x="834" y="406"/>
                  </a:cubicBezTo>
                  <a:cubicBezTo>
                    <a:pt x="834" y="167"/>
                    <a:pt x="620" y="1"/>
                    <a:pt x="4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7"/>
            <p:cNvSpPr/>
            <p:nvPr/>
          </p:nvSpPr>
          <p:spPr>
            <a:xfrm>
              <a:off x="7509843" y="2240235"/>
              <a:ext cx="27920" cy="27920"/>
            </a:xfrm>
            <a:custGeom>
              <a:avLst/>
              <a:gdLst/>
              <a:ahLst/>
              <a:cxnLst/>
              <a:rect l="l" t="t" r="r" b="b"/>
              <a:pathLst>
                <a:path w="835" h="835" extrusionOk="0">
                  <a:moveTo>
                    <a:pt x="429" y="1"/>
                  </a:moveTo>
                  <a:cubicBezTo>
                    <a:pt x="191" y="1"/>
                    <a:pt x="1" y="167"/>
                    <a:pt x="1" y="406"/>
                  </a:cubicBezTo>
                  <a:cubicBezTo>
                    <a:pt x="1" y="644"/>
                    <a:pt x="191" y="834"/>
                    <a:pt x="429" y="834"/>
                  </a:cubicBezTo>
                  <a:cubicBezTo>
                    <a:pt x="667" y="834"/>
                    <a:pt x="834" y="644"/>
                    <a:pt x="834" y="406"/>
                  </a:cubicBezTo>
                  <a:cubicBezTo>
                    <a:pt x="834" y="167"/>
                    <a:pt x="620" y="1"/>
                    <a:pt x="4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7"/>
            <p:cNvSpPr/>
            <p:nvPr/>
          </p:nvSpPr>
          <p:spPr>
            <a:xfrm>
              <a:off x="7433406" y="2296709"/>
              <a:ext cx="27887" cy="27987"/>
            </a:xfrm>
            <a:custGeom>
              <a:avLst/>
              <a:gdLst/>
              <a:ahLst/>
              <a:cxnLst/>
              <a:rect l="l" t="t" r="r" b="b"/>
              <a:pathLst>
                <a:path w="834" h="837" extrusionOk="0">
                  <a:moveTo>
                    <a:pt x="438" y="1"/>
                  </a:moveTo>
                  <a:cubicBezTo>
                    <a:pt x="427" y="1"/>
                    <a:pt x="416" y="1"/>
                    <a:pt x="405" y="3"/>
                  </a:cubicBezTo>
                  <a:cubicBezTo>
                    <a:pt x="167" y="3"/>
                    <a:pt x="0" y="193"/>
                    <a:pt x="0" y="431"/>
                  </a:cubicBezTo>
                  <a:cubicBezTo>
                    <a:pt x="0" y="646"/>
                    <a:pt x="167" y="836"/>
                    <a:pt x="405" y="836"/>
                  </a:cubicBezTo>
                  <a:cubicBezTo>
                    <a:pt x="643" y="836"/>
                    <a:pt x="834" y="669"/>
                    <a:pt x="834" y="431"/>
                  </a:cubicBezTo>
                  <a:cubicBezTo>
                    <a:pt x="834" y="205"/>
                    <a:pt x="641" y="1"/>
                    <a:pt x="4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7"/>
            <p:cNvSpPr/>
            <p:nvPr/>
          </p:nvSpPr>
          <p:spPr>
            <a:xfrm>
              <a:off x="7509843" y="2296709"/>
              <a:ext cx="27920" cy="27987"/>
            </a:xfrm>
            <a:custGeom>
              <a:avLst/>
              <a:gdLst/>
              <a:ahLst/>
              <a:cxnLst/>
              <a:rect l="l" t="t" r="r" b="b"/>
              <a:pathLst>
                <a:path w="835" h="837" extrusionOk="0">
                  <a:moveTo>
                    <a:pt x="459" y="1"/>
                  </a:moveTo>
                  <a:cubicBezTo>
                    <a:pt x="449" y="1"/>
                    <a:pt x="439" y="1"/>
                    <a:pt x="429" y="3"/>
                  </a:cubicBezTo>
                  <a:cubicBezTo>
                    <a:pt x="191" y="3"/>
                    <a:pt x="1" y="193"/>
                    <a:pt x="1" y="431"/>
                  </a:cubicBezTo>
                  <a:cubicBezTo>
                    <a:pt x="1" y="646"/>
                    <a:pt x="191" y="836"/>
                    <a:pt x="429" y="836"/>
                  </a:cubicBezTo>
                  <a:cubicBezTo>
                    <a:pt x="667" y="836"/>
                    <a:pt x="834" y="669"/>
                    <a:pt x="834" y="431"/>
                  </a:cubicBezTo>
                  <a:cubicBezTo>
                    <a:pt x="834" y="205"/>
                    <a:pt x="641" y="1"/>
                    <a:pt x="4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7"/>
            <p:cNvSpPr/>
            <p:nvPr/>
          </p:nvSpPr>
          <p:spPr>
            <a:xfrm>
              <a:off x="7433406" y="2352515"/>
              <a:ext cx="27887" cy="27920"/>
            </a:xfrm>
            <a:custGeom>
              <a:avLst/>
              <a:gdLst/>
              <a:ahLst/>
              <a:cxnLst/>
              <a:rect l="l" t="t" r="r" b="b"/>
              <a:pathLst>
                <a:path w="834" h="835" extrusionOk="0">
                  <a:moveTo>
                    <a:pt x="405" y="1"/>
                  </a:moveTo>
                  <a:cubicBezTo>
                    <a:pt x="167" y="1"/>
                    <a:pt x="0" y="167"/>
                    <a:pt x="0" y="405"/>
                  </a:cubicBezTo>
                  <a:cubicBezTo>
                    <a:pt x="0" y="644"/>
                    <a:pt x="167" y="834"/>
                    <a:pt x="405" y="834"/>
                  </a:cubicBezTo>
                  <a:cubicBezTo>
                    <a:pt x="643" y="834"/>
                    <a:pt x="834" y="667"/>
                    <a:pt x="834" y="405"/>
                  </a:cubicBezTo>
                  <a:cubicBezTo>
                    <a:pt x="834" y="191"/>
                    <a:pt x="620" y="1"/>
                    <a:pt x="4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7"/>
            <p:cNvSpPr/>
            <p:nvPr/>
          </p:nvSpPr>
          <p:spPr>
            <a:xfrm>
              <a:off x="7509843" y="2352515"/>
              <a:ext cx="27920" cy="27920"/>
            </a:xfrm>
            <a:custGeom>
              <a:avLst/>
              <a:gdLst/>
              <a:ahLst/>
              <a:cxnLst/>
              <a:rect l="l" t="t" r="r" b="b"/>
              <a:pathLst>
                <a:path w="835" h="835" extrusionOk="0">
                  <a:moveTo>
                    <a:pt x="429" y="1"/>
                  </a:moveTo>
                  <a:cubicBezTo>
                    <a:pt x="191" y="1"/>
                    <a:pt x="1" y="167"/>
                    <a:pt x="1" y="405"/>
                  </a:cubicBezTo>
                  <a:cubicBezTo>
                    <a:pt x="1" y="644"/>
                    <a:pt x="191" y="834"/>
                    <a:pt x="429" y="834"/>
                  </a:cubicBezTo>
                  <a:cubicBezTo>
                    <a:pt x="667" y="834"/>
                    <a:pt x="834" y="667"/>
                    <a:pt x="834" y="405"/>
                  </a:cubicBezTo>
                  <a:cubicBezTo>
                    <a:pt x="834" y="191"/>
                    <a:pt x="620" y="1"/>
                    <a:pt x="4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7"/>
            <p:cNvSpPr/>
            <p:nvPr/>
          </p:nvSpPr>
          <p:spPr>
            <a:xfrm>
              <a:off x="7478780" y="2146278"/>
              <a:ext cx="12004" cy="272382"/>
            </a:xfrm>
            <a:custGeom>
              <a:avLst/>
              <a:gdLst/>
              <a:ahLst/>
              <a:cxnLst/>
              <a:rect l="l" t="t" r="r" b="b"/>
              <a:pathLst>
                <a:path w="359" h="8146" extrusionOk="0">
                  <a:moveTo>
                    <a:pt x="1" y="1"/>
                  </a:moveTo>
                  <a:lnTo>
                    <a:pt x="1" y="8145"/>
                  </a:lnTo>
                  <a:lnTo>
                    <a:pt x="358" y="8145"/>
                  </a:lnTo>
                  <a:lnTo>
                    <a:pt x="358"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193"/>
        <p:cNvGrpSpPr/>
        <p:nvPr/>
      </p:nvGrpSpPr>
      <p:grpSpPr>
        <a:xfrm>
          <a:off x="0" y="0"/>
          <a:ext cx="0" cy="0"/>
          <a:chOff x="0" y="0"/>
          <a:chExt cx="0" cy="0"/>
        </a:xfrm>
      </p:grpSpPr>
      <p:sp>
        <p:nvSpPr>
          <p:cNvPr id="2194" name="Google Shape;2194;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The Role of Education</a:t>
            </a:r>
            <a:endParaRPr dirty="0"/>
          </a:p>
        </p:txBody>
      </p:sp>
      <p:sp>
        <p:nvSpPr>
          <p:cNvPr id="2195" name="Google Shape;2195;p46"/>
          <p:cNvSpPr txBox="1">
            <a:spLocks noGrp="1"/>
          </p:cNvSpPr>
          <p:nvPr>
            <p:ph type="subTitle" idx="1"/>
          </p:nvPr>
        </p:nvSpPr>
        <p:spPr>
          <a:xfrm>
            <a:off x="716612" y="2310103"/>
            <a:ext cx="2432400" cy="101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effectLst/>
                <a:latin typeface="Times New Roman" panose="02020603050405020304" pitchFamily="18" charset="0"/>
                <a:ea typeface="Calibri" panose="020F0502020204030204" pitchFamily="34" charset="0"/>
              </a:rPr>
              <a:t>Education clarifies the psychological factors behind suicide.</a:t>
            </a:r>
            <a:r>
              <a:rPr lang="en-BD" dirty="0">
                <a:effectLst/>
              </a:rPr>
              <a:t> </a:t>
            </a:r>
            <a:endParaRPr dirty="0"/>
          </a:p>
        </p:txBody>
      </p:sp>
      <p:sp>
        <p:nvSpPr>
          <p:cNvPr id="2196" name="Google Shape;2196;p46"/>
          <p:cNvSpPr txBox="1">
            <a:spLocks noGrp="1"/>
          </p:cNvSpPr>
          <p:nvPr>
            <p:ph type="subTitle" idx="2"/>
          </p:nvPr>
        </p:nvSpPr>
        <p:spPr>
          <a:xfrm>
            <a:off x="3376024" y="3365458"/>
            <a:ext cx="2432400" cy="1015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dirty="0">
                <a:effectLst/>
                <a:latin typeface="Times New Roman" panose="02020603050405020304" pitchFamily="18" charset="0"/>
                <a:ea typeface="Calibri" panose="020F0502020204030204" pitchFamily="34" charset="0"/>
              </a:rPr>
              <a:t>Teaches recognizing signs in self and others.</a:t>
            </a:r>
            <a:r>
              <a:rPr lang="en-BD" dirty="0">
                <a:effectLst/>
              </a:rPr>
              <a:t> </a:t>
            </a:r>
            <a:endParaRPr dirty="0"/>
          </a:p>
        </p:txBody>
      </p:sp>
      <p:sp>
        <p:nvSpPr>
          <p:cNvPr id="2197" name="Google Shape;2197;p46"/>
          <p:cNvSpPr txBox="1">
            <a:spLocks noGrp="1"/>
          </p:cNvSpPr>
          <p:nvPr>
            <p:ph type="subTitle" idx="3"/>
          </p:nvPr>
        </p:nvSpPr>
        <p:spPr>
          <a:xfrm>
            <a:off x="6064868" y="2380552"/>
            <a:ext cx="2429400" cy="1015500"/>
          </a:xfrm>
          <a:prstGeom prst="rect">
            <a:avLst/>
          </a:prstGeom>
        </p:spPr>
        <p:txBody>
          <a:bodyPr spcFirstLastPara="1" wrap="square" lIns="91425" tIns="91425" rIns="91425" bIns="91425" anchor="t" anchorCtr="0">
            <a:noAutofit/>
          </a:bodyPr>
          <a:lstStyle/>
          <a:p>
            <a:pPr marL="0" indent="0"/>
            <a:r>
              <a:rPr lang="en-US" sz="1800" dirty="0">
                <a:effectLst/>
                <a:latin typeface="Times New Roman" panose="02020603050405020304" pitchFamily="18" charset="0"/>
                <a:ea typeface="Calibri" panose="020F0502020204030204" pitchFamily="34" charset="0"/>
                <a:cs typeface="Vrinda" panose="020B0502040204020203" pitchFamily="34" charset="0"/>
              </a:rPr>
              <a:t>Emphasizes effective dialogue and listening.</a:t>
            </a:r>
            <a:endParaRPr lang="en-BD" sz="1800" dirty="0">
              <a:effectLst/>
              <a:latin typeface="Calibri" panose="020F0502020204030204" pitchFamily="34" charset="0"/>
              <a:ea typeface="Calibri" panose="020F0502020204030204" pitchFamily="34" charset="0"/>
              <a:cs typeface="Vrinda" panose="020B0502040204020203" pitchFamily="34" charset="0"/>
            </a:endParaRPr>
          </a:p>
          <a:p>
            <a:pPr marL="0" lvl="0" indent="0" algn="ctr" rtl="0">
              <a:spcBef>
                <a:spcPts val="0"/>
              </a:spcBef>
              <a:spcAft>
                <a:spcPts val="0"/>
              </a:spcAft>
              <a:buNone/>
            </a:pPr>
            <a:endParaRPr dirty="0"/>
          </a:p>
        </p:txBody>
      </p:sp>
      <p:sp>
        <p:nvSpPr>
          <p:cNvPr id="2198" name="Google Shape;2198;p46"/>
          <p:cNvSpPr txBox="1">
            <a:spLocks noGrp="1"/>
          </p:cNvSpPr>
          <p:nvPr>
            <p:ph type="subTitle" idx="4"/>
          </p:nvPr>
        </p:nvSpPr>
        <p:spPr>
          <a:xfrm>
            <a:off x="716612" y="2020575"/>
            <a:ext cx="2432400" cy="4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Promoting Understanding </a:t>
            </a:r>
            <a:endParaRPr dirty="0"/>
          </a:p>
        </p:txBody>
      </p:sp>
      <p:sp>
        <p:nvSpPr>
          <p:cNvPr id="2199" name="Google Shape;2199;p46"/>
          <p:cNvSpPr txBox="1">
            <a:spLocks noGrp="1"/>
          </p:cNvSpPr>
          <p:nvPr>
            <p:ph type="subTitle" idx="5"/>
          </p:nvPr>
        </p:nvSpPr>
        <p:spPr>
          <a:xfrm>
            <a:off x="3364053" y="3021462"/>
            <a:ext cx="2432400" cy="4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Identifying Warning Sings</a:t>
            </a:r>
            <a:endParaRPr dirty="0"/>
          </a:p>
        </p:txBody>
      </p:sp>
      <p:sp>
        <p:nvSpPr>
          <p:cNvPr id="2200" name="Google Shape;2200;p46"/>
          <p:cNvSpPr txBox="1">
            <a:spLocks noGrp="1"/>
          </p:cNvSpPr>
          <p:nvPr>
            <p:ph type="subTitle" idx="6"/>
          </p:nvPr>
        </p:nvSpPr>
        <p:spPr>
          <a:xfrm>
            <a:off x="5994600" y="2095276"/>
            <a:ext cx="2429400" cy="4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Effective Communication</a:t>
            </a:r>
            <a:endParaRPr dirty="0"/>
          </a:p>
        </p:txBody>
      </p:sp>
      <p:grpSp>
        <p:nvGrpSpPr>
          <p:cNvPr id="2201" name="Google Shape;2201;p46"/>
          <p:cNvGrpSpPr/>
          <p:nvPr/>
        </p:nvGrpSpPr>
        <p:grpSpPr>
          <a:xfrm>
            <a:off x="1808677" y="1320849"/>
            <a:ext cx="183201" cy="396602"/>
            <a:chOff x="1641279" y="1399370"/>
            <a:chExt cx="183201" cy="396602"/>
          </a:xfrm>
        </p:grpSpPr>
        <p:sp>
          <p:nvSpPr>
            <p:cNvPr id="2202" name="Google Shape;2202;p46"/>
            <p:cNvSpPr/>
            <p:nvPr/>
          </p:nvSpPr>
          <p:spPr>
            <a:xfrm>
              <a:off x="1641279" y="1407328"/>
              <a:ext cx="100379" cy="388644"/>
            </a:xfrm>
            <a:custGeom>
              <a:avLst/>
              <a:gdLst/>
              <a:ahLst/>
              <a:cxnLst/>
              <a:rect l="l" t="t" r="r" b="b"/>
              <a:pathLst>
                <a:path w="3002" h="11623" extrusionOk="0">
                  <a:moveTo>
                    <a:pt x="1573" y="1"/>
                  </a:moveTo>
                  <a:cubicBezTo>
                    <a:pt x="1454" y="1"/>
                    <a:pt x="1334" y="72"/>
                    <a:pt x="1334" y="239"/>
                  </a:cubicBezTo>
                  <a:lnTo>
                    <a:pt x="1096" y="2168"/>
                  </a:lnTo>
                  <a:lnTo>
                    <a:pt x="1096" y="2787"/>
                  </a:lnTo>
                  <a:cubicBezTo>
                    <a:pt x="1096" y="2882"/>
                    <a:pt x="1073" y="2978"/>
                    <a:pt x="977" y="3002"/>
                  </a:cubicBezTo>
                  <a:cubicBezTo>
                    <a:pt x="382" y="3335"/>
                    <a:pt x="1" y="3978"/>
                    <a:pt x="1" y="4692"/>
                  </a:cubicBezTo>
                  <a:lnTo>
                    <a:pt x="1" y="5740"/>
                  </a:lnTo>
                  <a:lnTo>
                    <a:pt x="239" y="7312"/>
                  </a:lnTo>
                  <a:lnTo>
                    <a:pt x="1" y="9122"/>
                  </a:lnTo>
                  <a:lnTo>
                    <a:pt x="1" y="11384"/>
                  </a:lnTo>
                  <a:cubicBezTo>
                    <a:pt x="1" y="11503"/>
                    <a:pt x="96" y="11622"/>
                    <a:pt x="239" y="11622"/>
                  </a:cubicBezTo>
                  <a:lnTo>
                    <a:pt x="2740" y="11622"/>
                  </a:lnTo>
                  <a:cubicBezTo>
                    <a:pt x="2882" y="11622"/>
                    <a:pt x="3002" y="11503"/>
                    <a:pt x="2954" y="11360"/>
                  </a:cubicBezTo>
                  <a:lnTo>
                    <a:pt x="2954" y="4692"/>
                  </a:lnTo>
                  <a:cubicBezTo>
                    <a:pt x="2954" y="4002"/>
                    <a:pt x="2597" y="3359"/>
                    <a:pt x="1977" y="3002"/>
                  </a:cubicBezTo>
                  <a:cubicBezTo>
                    <a:pt x="1906" y="2978"/>
                    <a:pt x="1858" y="2882"/>
                    <a:pt x="1858" y="2787"/>
                  </a:cubicBezTo>
                  <a:lnTo>
                    <a:pt x="1858" y="239"/>
                  </a:lnTo>
                  <a:cubicBezTo>
                    <a:pt x="1858" y="120"/>
                    <a:pt x="1763" y="1"/>
                    <a:pt x="1620"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46"/>
            <p:cNvSpPr/>
            <p:nvPr/>
          </p:nvSpPr>
          <p:spPr>
            <a:xfrm>
              <a:off x="1685081" y="1408131"/>
              <a:ext cx="72492" cy="387842"/>
            </a:xfrm>
            <a:custGeom>
              <a:avLst/>
              <a:gdLst/>
              <a:ahLst/>
              <a:cxnLst/>
              <a:rect l="l" t="t" r="r" b="b"/>
              <a:pathLst>
                <a:path w="2168" h="11599" extrusionOk="0">
                  <a:moveTo>
                    <a:pt x="1" y="1"/>
                  </a:moveTo>
                  <a:cubicBezTo>
                    <a:pt x="120" y="1"/>
                    <a:pt x="239" y="96"/>
                    <a:pt x="239" y="239"/>
                  </a:cubicBezTo>
                  <a:lnTo>
                    <a:pt x="477" y="2168"/>
                  </a:lnTo>
                  <a:lnTo>
                    <a:pt x="477" y="2787"/>
                  </a:lnTo>
                  <a:cubicBezTo>
                    <a:pt x="477" y="2882"/>
                    <a:pt x="501" y="2978"/>
                    <a:pt x="596" y="3001"/>
                  </a:cubicBezTo>
                  <a:cubicBezTo>
                    <a:pt x="906" y="3192"/>
                    <a:pt x="1144" y="3430"/>
                    <a:pt x="1310" y="3716"/>
                  </a:cubicBezTo>
                  <a:cubicBezTo>
                    <a:pt x="1501" y="4025"/>
                    <a:pt x="1572" y="4335"/>
                    <a:pt x="1572" y="4692"/>
                  </a:cubicBezTo>
                  <a:lnTo>
                    <a:pt x="1811" y="7550"/>
                  </a:lnTo>
                  <a:lnTo>
                    <a:pt x="1572" y="9098"/>
                  </a:lnTo>
                  <a:lnTo>
                    <a:pt x="1572" y="11360"/>
                  </a:lnTo>
                  <a:cubicBezTo>
                    <a:pt x="1572" y="11479"/>
                    <a:pt x="1501" y="11598"/>
                    <a:pt x="1334" y="11598"/>
                  </a:cubicBezTo>
                  <a:lnTo>
                    <a:pt x="1930" y="11598"/>
                  </a:lnTo>
                  <a:cubicBezTo>
                    <a:pt x="2049" y="11598"/>
                    <a:pt x="2168" y="11527"/>
                    <a:pt x="2168" y="11360"/>
                  </a:cubicBezTo>
                  <a:lnTo>
                    <a:pt x="2168" y="9098"/>
                  </a:lnTo>
                  <a:lnTo>
                    <a:pt x="1930" y="7407"/>
                  </a:lnTo>
                  <a:lnTo>
                    <a:pt x="2168" y="4668"/>
                  </a:lnTo>
                  <a:cubicBezTo>
                    <a:pt x="2168" y="4335"/>
                    <a:pt x="2096" y="3978"/>
                    <a:pt x="1906" y="3716"/>
                  </a:cubicBezTo>
                  <a:cubicBezTo>
                    <a:pt x="1763" y="3430"/>
                    <a:pt x="1501" y="3192"/>
                    <a:pt x="1191" y="3001"/>
                  </a:cubicBezTo>
                  <a:cubicBezTo>
                    <a:pt x="1144" y="2978"/>
                    <a:pt x="1072" y="2882"/>
                    <a:pt x="1072" y="2787"/>
                  </a:cubicBezTo>
                  <a:lnTo>
                    <a:pt x="1072" y="2168"/>
                  </a:lnTo>
                  <a:lnTo>
                    <a:pt x="834" y="239"/>
                  </a:lnTo>
                  <a:cubicBezTo>
                    <a:pt x="834" y="120"/>
                    <a:pt x="739" y="1"/>
                    <a:pt x="596"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46"/>
            <p:cNvSpPr/>
            <p:nvPr/>
          </p:nvSpPr>
          <p:spPr>
            <a:xfrm>
              <a:off x="1677926" y="1399370"/>
              <a:ext cx="26315" cy="45442"/>
            </a:xfrm>
            <a:custGeom>
              <a:avLst/>
              <a:gdLst/>
              <a:ahLst/>
              <a:cxnLst/>
              <a:rect l="l" t="t" r="r" b="b"/>
              <a:pathLst>
                <a:path w="787" h="1359" extrusionOk="0">
                  <a:moveTo>
                    <a:pt x="238" y="1"/>
                  </a:moveTo>
                  <a:cubicBezTo>
                    <a:pt x="119" y="1"/>
                    <a:pt x="0" y="72"/>
                    <a:pt x="0" y="239"/>
                  </a:cubicBezTo>
                  <a:lnTo>
                    <a:pt x="0" y="906"/>
                  </a:lnTo>
                  <a:lnTo>
                    <a:pt x="786" y="1358"/>
                  </a:lnTo>
                  <a:lnTo>
                    <a:pt x="786" y="239"/>
                  </a:lnTo>
                  <a:cubicBezTo>
                    <a:pt x="786" y="120"/>
                    <a:pt x="691" y="1"/>
                    <a:pt x="524" y="1"/>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46"/>
            <p:cNvSpPr/>
            <p:nvPr/>
          </p:nvSpPr>
          <p:spPr>
            <a:xfrm>
              <a:off x="1692270" y="1399370"/>
              <a:ext cx="27887" cy="41463"/>
            </a:xfrm>
            <a:custGeom>
              <a:avLst/>
              <a:gdLst/>
              <a:ahLst/>
              <a:cxnLst/>
              <a:rect l="l" t="t" r="r" b="b"/>
              <a:pathLst>
                <a:path w="834" h="1240" extrusionOk="0">
                  <a:moveTo>
                    <a:pt x="0" y="1"/>
                  </a:moveTo>
                  <a:cubicBezTo>
                    <a:pt x="119" y="1"/>
                    <a:pt x="238" y="72"/>
                    <a:pt x="238" y="239"/>
                  </a:cubicBezTo>
                  <a:lnTo>
                    <a:pt x="238" y="1239"/>
                  </a:lnTo>
                  <a:lnTo>
                    <a:pt x="834" y="906"/>
                  </a:lnTo>
                  <a:lnTo>
                    <a:pt x="834" y="239"/>
                  </a:lnTo>
                  <a:cubicBezTo>
                    <a:pt x="834" y="120"/>
                    <a:pt x="738" y="1"/>
                    <a:pt x="595" y="1"/>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46"/>
            <p:cNvSpPr/>
            <p:nvPr/>
          </p:nvSpPr>
          <p:spPr>
            <a:xfrm>
              <a:off x="1677926" y="1431235"/>
              <a:ext cx="26315" cy="49387"/>
            </a:xfrm>
            <a:custGeom>
              <a:avLst/>
              <a:gdLst/>
              <a:ahLst/>
              <a:cxnLst/>
              <a:rect l="l" t="t" r="r" b="b"/>
              <a:pathLst>
                <a:path w="787" h="1477" extrusionOk="0">
                  <a:moveTo>
                    <a:pt x="0" y="0"/>
                  </a:moveTo>
                  <a:lnTo>
                    <a:pt x="0" y="1477"/>
                  </a:lnTo>
                  <a:lnTo>
                    <a:pt x="667" y="1477"/>
                  </a:lnTo>
                  <a:lnTo>
                    <a:pt x="786" y="739"/>
                  </a:lnTo>
                  <a:lnTo>
                    <a:pt x="667" y="0"/>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46"/>
            <p:cNvSpPr/>
            <p:nvPr/>
          </p:nvSpPr>
          <p:spPr>
            <a:xfrm>
              <a:off x="1700228" y="1430433"/>
              <a:ext cx="19929" cy="50190"/>
            </a:xfrm>
            <a:custGeom>
              <a:avLst/>
              <a:gdLst/>
              <a:ahLst/>
              <a:cxnLst/>
              <a:rect l="l" t="t" r="r" b="b"/>
              <a:pathLst>
                <a:path w="596" h="1501" extrusionOk="0">
                  <a:moveTo>
                    <a:pt x="0" y="1"/>
                  </a:moveTo>
                  <a:lnTo>
                    <a:pt x="0" y="1501"/>
                  </a:lnTo>
                  <a:lnTo>
                    <a:pt x="596" y="1501"/>
                  </a:lnTo>
                  <a:lnTo>
                    <a:pt x="596"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46"/>
            <p:cNvSpPr/>
            <p:nvPr/>
          </p:nvSpPr>
          <p:spPr>
            <a:xfrm>
              <a:off x="1641279" y="1600023"/>
              <a:ext cx="100379" cy="112317"/>
            </a:xfrm>
            <a:custGeom>
              <a:avLst/>
              <a:gdLst/>
              <a:ahLst/>
              <a:cxnLst/>
              <a:rect l="l" t="t" r="r" b="b"/>
              <a:pathLst>
                <a:path w="3002" h="3359" extrusionOk="0">
                  <a:moveTo>
                    <a:pt x="1" y="1"/>
                  </a:moveTo>
                  <a:lnTo>
                    <a:pt x="1" y="3359"/>
                  </a:lnTo>
                  <a:lnTo>
                    <a:pt x="2882" y="3359"/>
                  </a:lnTo>
                  <a:lnTo>
                    <a:pt x="3002" y="2978"/>
                  </a:lnTo>
                  <a:lnTo>
                    <a:pt x="3002"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46"/>
            <p:cNvSpPr/>
            <p:nvPr/>
          </p:nvSpPr>
          <p:spPr>
            <a:xfrm>
              <a:off x="1737644" y="1600023"/>
              <a:ext cx="19929" cy="112317"/>
            </a:xfrm>
            <a:custGeom>
              <a:avLst/>
              <a:gdLst/>
              <a:ahLst/>
              <a:cxnLst/>
              <a:rect l="l" t="t" r="r" b="b"/>
              <a:pathLst>
                <a:path w="596" h="3359" extrusionOk="0">
                  <a:moveTo>
                    <a:pt x="0" y="1"/>
                  </a:moveTo>
                  <a:lnTo>
                    <a:pt x="0" y="3359"/>
                  </a:lnTo>
                  <a:lnTo>
                    <a:pt x="596" y="3359"/>
                  </a:lnTo>
                  <a:lnTo>
                    <a:pt x="596"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46"/>
            <p:cNvSpPr/>
            <p:nvPr/>
          </p:nvSpPr>
          <p:spPr>
            <a:xfrm>
              <a:off x="1752757" y="1666128"/>
              <a:ext cx="18357" cy="120275"/>
            </a:xfrm>
            <a:custGeom>
              <a:avLst/>
              <a:gdLst/>
              <a:ahLst/>
              <a:cxnLst/>
              <a:rect l="l" t="t" r="r" b="b"/>
              <a:pathLst>
                <a:path w="549" h="3597" extrusionOk="0">
                  <a:moveTo>
                    <a:pt x="1" y="1"/>
                  </a:moveTo>
                  <a:lnTo>
                    <a:pt x="1" y="3597"/>
                  </a:lnTo>
                  <a:lnTo>
                    <a:pt x="549" y="3597"/>
                  </a:lnTo>
                  <a:lnTo>
                    <a:pt x="54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6"/>
            <p:cNvSpPr/>
            <p:nvPr/>
          </p:nvSpPr>
          <p:spPr>
            <a:xfrm>
              <a:off x="1764727" y="1666128"/>
              <a:ext cx="13542" cy="120275"/>
            </a:xfrm>
            <a:custGeom>
              <a:avLst/>
              <a:gdLst/>
              <a:ahLst/>
              <a:cxnLst/>
              <a:rect l="l" t="t" r="r" b="b"/>
              <a:pathLst>
                <a:path w="405" h="3597" extrusionOk="0">
                  <a:moveTo>
                    <a:pt x="0" y="1"/>
                  </a:moveTo>
                  <a:lnTo>
                    <a:pt x="0" y="3597"/>
                  </a:lnTo>
                  <a:lnTo>
                    <a:pt x="405" y="3597"/>
                  </a:lnTo>
                  <a:lnTo>
                    <a:pt x="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6"/>
            <p:cNvSpPr/>
            <p:nvPr/>
          </p:nvSpPr>
          <p:spPr>
            <a:xfrm>
              <a:off x="1716947" y="1770450"/>
              <a:ext cx="82825" cy="25513"/>
            </a:xfrm>
            <a:custGeom>
              <a:avLst/>
              <a:gdLst/>
              <a:ahLst/>
              <a:cxnLst/>
              <a:rect l="l" t="t" r="r" b="b"/>
              <a:pathLst>
                <a:path w="2477" h="763" extrusionOk="0">
                  <a:moveTo>
                    <a:pt x="643" y="0"/>
                  </a:moveTo>
                  <a:cubicBezTo>
                    <a:pt x="310" y="0"/>
                    <a:pt x="0" y="286"/>
                    <a:pt x="0" y="643"/>
                  </a:cubicBezTo>
                  <a:cubicBezTo>
                    <a:pt x="0" y="715"/>
                    <a:pt x="24" y="762"/>
                    <a:pt x="143" y="762"/>
                  </a:cubicBezTo>
                  <a:lnTo>
                    <a:pt x="2358" y="762"/>
                  </a:lnTo>
                  <a:cubicBezTo>
                    <a:pt x="2406" y="762"/>
                    <a:pt x="2477" y="715"/>
                    <a:pt x="2477" y="643"/>
                  </a:cubicBezTo>
                  <a:cubicBezTo>
                    <a:pt x="2477" y="286"/>
                    <a:pt x="2167" y="0"/>
                    <a:pt x="1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6"/>
            <p:cNvSpPr/>
            <p:nvPr/>
          </p:nvSpPr>
          <p:spPr>
            <a:xfrm>
              <a:off x="1768706" y="1770450"/>
              <a:ext cx="46211" cy="25513"/>
            </a:xfrm>
            <a:custGeom>
              <a:avLst/>
              <a:gdLst/>
              <a:ahLst/>
              <a:cxnLst/>
              <a:rect l="l" t="t" r="r" b="b"/>
              <a:pathLst>
                <a:path w="1382" h="763" extrusionOk="0">
                  <a:moveTo>
                    <a:pt x="0" y="0"/>
                  </a:moveTo>
                  <a:cubicBezTo>
                    <a:pt x="357" y="0"/>
                    <a:pt x="667" y="286"/>
                    <a:pt x="667" y="643"/>
                  </a:cubicBezTo>
                  <a:cubicBezTo>
                    <a:pt x="667" y="691"/>
                    <a:pt x="667" y="715"/>
                    <a:pt x="619" y="738"/>
                  </a:cubicBezTo>
                  <a:cubicBezTo>
                    <a:pt x="596" y="762"/>
                    <a:pt x="572" y="762"/>
                    <a:pt x="548" y="762"/>
                  </a:cubicBezTo>
                  <a:lnTo>
                    <a:pt x="1262" y="762"/>
                  </a:lnTo>
                  <a:cubicBezTo>
                    <a:pt x="1286" y="762"/>
                    <a:pt x="1310" y="762"/>
                    <a:pt x="1334" y="738"/>
                  </a:cubicBezTo>
                  <a:cubicBezTo>
                    <a:pt x="1381" y="715"/>
                    <a:pt x="1381" y="691"/>
                    <a:pt x="1381" y="643"/>
                  </a:cubicBezTo>
                  <a:cubicBezTo>
                    <a:pt x="1381" y="286"/>
                    <a:pt x="1072" y="0"/>
                    <a:pt x="7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6"/>
            <p:cNvSpPr/>
            <p:nvPr/>
          </p:nvSpPr>
          <p:spPr>
            <a:xfrm>
              <a:off x="1712968" y="1549869"/>
              <a:ext cx="92388" cy="126193"/>
            </a:xfrm>
            <a:custGeom>
              <a:avLst/>
              <a:gdLst/>
              <a:ahLst/>
              <a:cxnLst/>
              <a:rect l="l" t="t" r="r" b="b"/>
              <a:pathLst>
                <a:path w="2763" h="3774" extrusionOk="0">
                  <a:moveTo>
                    <a:pt x="429" y="1"/>
                  </a:moveTo>
                  <a:cubicBezTo>
                    <a:pt x="357" y="1"/>
                    <a:pt x="310" y="48"/>
                    <a:pt x="310" y="96"/>
                  </a:cubicBezTo>
                  <a:lnTo>
                    <a:pt x="0" y="2073"/>
                  </a:lnTo>
                  <a:lnTo>
                    <a:pt x="215" y="2192"/>
                  </a:lnTo>
                  <a:cubicBezTo>
                    <a:pt x="119" y="2906"/>
                    <a:pt x="1048" y="3740"/>
                    <a:pt x="1215" y="3763"/>
                  </a:cubicBezTo>
                  <a:cubicBezTo>
                    <a:pt x="1254" y="3771"/>
                    <a:pt x="1294" y="3774"/>
                    <a:pt x="1334" y="3774"/>
                  </a:cubicBezTo>
                  <a:cubicBezTo>
                    <a:pt x="1413" y="3774"/>
                    <a:pt x="1493" y="3763"/>
                    <a:pt x="1572" y="3763"/>
                  </a:cubicBezTo>
                  <a:cubicBezTo>
                    <a:pt x="2572" y="3763"/>
                    <a:pt x="2763" y="3168"/>
                    <a:pt x="2644" y="2215"/>
                  </a:cubicBezTo>
                  <a:lnTo>
                    <a:pt x="2334" y="96"/>
                  </a:lnTo>
                  <a:cubicBezTo>
                    <a:pt x="2334" y="48"/>
                    <a:pt x="2263" y="1"/>
                    <a:pt x="22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6"/>
            <p:cNvSpPr/>
            <p:nvPr/>
          </p:nvSpPr>
          <p:spPr>
            <a:xfrm>
              <a:off x="1745602" y="1549869"/>
              <a:ext cx="78077" cy="128233"/>
            </a:xfrm>
            <a:custGeom>
              <a:avLst/>
              <a:gdLst/>
              <a:ahLst/>
              <a:cxnLst/>
              <a:rect l="l" t="t" r="r" b="b"/>
              <a:pathLst>
                <a:path w="2335" h="3835" extrusionOk="0">
                  <a:moveTo>
                    <a:pt x="1048" y="1"/>
                  </a:moveTo>
                  <a:cubicBezTo>
                    <a:pt x="1120" y="1"/>
                    <a:pt x="1167" y="48"/>
                    <a:pt x="1167" y="96"/>
                  </a:cubicBezTo>
                  <a:lnTo>
                    <a:pt x="1501" y="2215"/>
                  </a:lnTo>
                  <a:lnTo>
                    <a:pt x="1501" y="2334"/>
                  </a:lnTo>
                  <a:cubicBezTo>
                    <a:pt x="1549" y="3144"/>
                    <a:pt x="786" y="3620"/>
                    <a:pt x="1" y="3787"/>
                  </a:cubicBezTo>
                  <a:cubicBezTo>
                    <a:pt x="120" y="3835"/>
                    <a:pt x="239" y="3835"/>
                    <a:pt x="358" y="3835"/>
                  </a:cubicBezTo>
                  <a:cubicBezTo>
                    <a:pt x="1358" y="3835"/>
                    <a:pt x="2334" y="3168"/>
                    <a:pt x="2192" y="2215"/>
                  </a:cubicBezTo>
                  <a:lnTo>
                    <a:pt x="2192" y="2096"/>
                  </a:lnTo>
                  <a:lnTo>
                    <a:pt x="1882" y="96"/>
                  </a:lnTo>
                  <a:cubicBezTo>
                    <a:pt x="1882" y="48"/>
                    <a:pt x="1834" y="1"/>
                    <a:pt x="17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6"/>
            <p:cNvSpPr/>
            <p:nvPr/>
          </p:nvSpPr>
          <p:spPr>
            <a:xfrm>
              <a:off x="1672342" y="1628712"/>
              <a:ext cx="53400" cy="54169"/>
            </a:xfrm>
            <a:custGeom>
              <a:avLst/>
              <a:gdLst/>
              <a:ahLst/>
              <a:cxnLst/>
              <a:rect l="l" t="t" r="r" b="b"/>
              <a:pathLst>
                <a:path w="1597" h="1620" extrusionOk="0">
                  <a:moveTo>
                    <a:pt x="810" y="0"/>
                  </a:moveTo>
                  <a:cubicBezTo>
                    <a:pt x="358" y="0"/>
                    <a:pt x="1" y="358"/>
                    <a:pt x="1" y="810"/>
                  </a:cubicBezTo>
                  <a:cubicBezTo>
                    <a:pt x="1" y="1262"/>
                    <a:pt x="358" y="1620"/>
                    <a:pt x="810" y="1620"/>
                  </a:cubicBezTo>
                  <a:cubicBezTo>
                    <a:pt x="1239" y="1620"/>
                    <a:pt x="1596" y="1262"/>
                    <a:pt x="1596" y="810"/>
                  </a:cubicBezTo>
                  <a:cubicBezTo>
                    <a:pt x="1596" y="358"/>
                    <a:pt x="1239" y="0"/>
                    <a:pt x="8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6"/>
            <p:cNvSpPr/>
            <p:nvPr/>
          </p:nvSpPr>
          <p:spPr>
            <a:xfrm>
              <a:off x="1708186" y="1619149"/>
              <a:ext cx="114691" cy="64902"/>
            </a:xfrm>
            <a:custGeom>
              <a:avLst/>
              <a:gdLst/>
              <a:ahLst/>
              <a:cxnLst/>
              <a:rect l="l" t="t" r="r" b="b"/>
              <a:pathLst>
                <a:path w="3430" h="1941" extrusionOk="0">
                  <a:moveTo>
                    <a:pt x="143" y="1"/>
                  </a:moveTo>
                  <a:lnTo>
                    <a:pt x="119" y="120"/>
                  </a:lnTo>
                  <a:cubicBezTo>
                    <a:pt x="0" y="977"/>
                    <a:pt x="572" y="1763"/>
                    <a:pt x="1358" y="1929"/>
                  </a:cubicBezTo>
                  <a:cubicBezTo>
                    <a:pt x="1397" y="1937"/>
                    <a:pt x="1437" y="1940"/>
                    <a:pt x="1477" y="1940"/>
                  </a:cubicBezTo>
                  <a:cubicBezTo>
                    <a:pt x="1556" y="1940"/>
                    <a:pt x="1636" y="1929"/>
                    <a:pt x="1715" y="1929"/>
                  </a:cubicBezTo>
                  <a:cubicBezTo>
                    <a:pt x="2715" y="1929"/>
                    <a:pt x="3430" y="1120"/>
                    <a:pt x="3263" y="143"/>
                  </a:cubicBezTo>
                  <a:lnTo>
                    <a:pt x="3239" y="96"/>
                  </a:lnTo>
                  <a:cubicBezTo>
                    <a:pt x="2906" y="96"/>
                    <a:pt x="2906" y="215"/>
                    <a:pt x="2620" y="239"/>
                  </a:cubicBezTo>
                  <a:lnTo>
                    <a:pt x="2501" y="239"/>
                  </a:lnTo>
                  <a:cubicBezTo>
                    <a:pt x="2120" y="239"/>
                    <a:pt x="2120" y="1"/>
                    <a:pt x="1715" y="1"/>
                  </a:cubicBezTo>
                  <a:cubicBezTo>
                    <a:pt x="1334" y="1"/>
                    <a:pt x="1334" y="239"/>
                    <a:pt x="953" y="239"/>
                  </a:cubicBezTo>
                  <a:cubicBezTo>
                    <a:pt x="572" y="239"/>
                    <a:pt x="524" y="1"/>
                    <a:pt x="143" y="1"/>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6"/>
            <p:cNvSpPr/>
            <p:nvPr/>
          </p:nvSpPr>
          <p:spPr>
            <a:xfrm>
              <a:off x="1753560" y="1619952"/>
              <a:ext cx="70921" cy="66106"/>
            </a:xfrm>
            <a:custGeom>
              <a:avLst/>
              <a:gdLst/>
              <a:ahLst/>
              <a:cxnLst/>
              <a:rect l="l" t="t" r="r" b="b"/>
              <a:pathLst>
                <a:path w="2121" h="1977" extrusionOk="0">
                  <a:moveTo>
                    <a:pt x="1954" y="0"/>
                  </a:moveTo>
                  <a:cubicBezTo>
                    <a:pt x="1596" y="0"/>
                    <a:pt x="1549" y="215"/>
                    <a:pt x="1263" y="238"/>
                  </a:cubicBezTo>
                  <a:cubicBezTo>
                    <a:pt x="1311" y="1048"/>
                    <a:pt x="787" y="1763"/>
                    <a:pt x="1" y="1929"/>
                  </a:cubicBezTo>
                  <a:cubicBezTo>
                    <a:pt x="120" y="1977"/>
                    <a:pt x="239" y="1977"/>
                    <a:pt x="358" y="1977"/>
                  </a:cubicBezTo>
                  <a:cubicBezTo>
                    <a:pt x="1358" y="1977"/>
                    <a:pt x="2120" y="1072"/>
                    <a:pt x="1977" y="119"/>
                  </a:cubicBezTo>
                  <a:lnTo>
                    <a:pt x="1954" y="0"/>
                  </a:ln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9" name="Google Shape;2219;p46"/>
          <p:cNvGrpSpPr/>
          <p:nvPr/>
        </p:nvGrpSpPr>
        <p:grpSpPr>
          <a:xfrm>
            <a:off x="7009599" y="1400373"/>
            <a:ext cx="396593" cy="396602"/>
            <a:chOff x="4779407" y="1399370"/>
            <a:chExt cx="396593" cy="396602"/>
          </a:xfrm>
        </p:grpSpPr>
        <p:sp>
          <p:nvSpPr>
            <p:cNvPr id="2220" name="Google Shape;2220;p46"/>
            <p:cNvSpPr/>
            <p:nvPr/>
          </p:nvSpPr>
          <p:spPr>
            <a:xfrm>
              <a:off x="4779407" y="1399370"/>
              <a:ext cx="380686" cy="396602"/>
            </a:xfrm>
            <a:custGeom>
              <a:avLst/>
              <a:gdLst/>
              <a:ahLst/>
              <a:cxnLst/>
              <a:rect l="l" t="t" r="r" b="b"/>
              <a:pathLst>
                <a:path w="11385" h="11861" extrusionOk="0">
                  <a:moveTo>
                    <a:pt x="239" y="1"/>
                  </a:moveTo>
                  <a:cubicBezTo>
                    <a:pt x="120" y="1"/>
                    <a:pt x="1" y="120"/>
                    <a:pt x="1" y="239"/>
                  </a:cubicBezTo>
                  <a:lnTo>
                    <a:pt x="1" y="1501"/>
                  </a:lnTo>
                  <a:cubicBezTo>
                    <a:pt x="1" y="2311"/>
                    <a:pt x="477" y="2311"/>
                    <a:pt x="477" y="3120"/>
                  </a:cubicBezTo>
                  <a:cubicBezTo>
                    <a:pt x="477" y="3930"/>
                    <a:pt x="1" y="3930"/>
                    <a:pt x="1" y="4716"/>
                  </a:cubicBezTo>
                  <a:cubicBezTo>
                    <a:pt x="1" y="5526"/>
                    <a:pt x="477" y="5526"/>
                    <a:pt x="477" y="6335"/>
                  </a:cubicBezTo>
                  <a:cubicBezTo>
                    <a:pt x="477" y="7145"/>
                    <a:pt x="1" y="7145"/>
                    <a:pt x="1" y="7931"/>
                  </a:cubicBezTo>
                  <a:cubicBezTo>
                    <a:pt x="1" y="8741"/>
                    <a:pt x="477" y="8741"/>
                    <a:pt x="477" y="9550"/>
                  </a:cubicBezTo>
                  <a:cubicBezTo>
                    <a:pt x="477" y="10360"/>
                    <a:pt x="1" y="10360"/>
                    <a:pt x="1" y="11146"/>
                  </a:cubicBezTo>
                  <a:lnTo>
                    <a:pt x="1" y="11598"/>
                  </a:lnTo>
                  <a:cubicBezTo>
                    <a:pt x="1" y="11717"/>
                    <a:pt x="120" y="11836"/>
                    <a:pt x="239" y="11836"/>
                  </a:cubicBezTo>
                  <a:lnTo>
                    <a:pt x="1072" y="11836"/>
                  </a:lnTo>
                  <a:cubicBezTo>
                    <a:pt x="1882" y="11836"/>
                    <a:pt x="1882" y="11360"/>
                    <a:pt x="2692" y="11360"/>
                  </a:cubicBezTo>
                  <a:cubicBezTo>
                    <a:pt x="3502" y="11360"/>
                    <a:pt x="3502" y="11836"/>
                    <a:pt x="4287" y="11836"/>
                  </a:cubicBezTo>
                  <a:cubicBezTo>
                    <a:pt x="5097" y="11836"/>
                    <a:pt x="5097" y="11360"/>
                    <a:pt x="5907" y="11360"/>
                  </a:cubicBezTo>
                  <a:cubicBezTo>
                    <a:pt x="6716" y="11360"/>
                    <a:pt x="6716" y="11836"/>
                    <a:pt x="7502" y="11836"/>
                  </a:cubicBezTo>
                  <a:cubicBezTo>
                    <a:pt x="8312" y="11836"/>
                    <a:pt x="8312" y="11360"/>
                    <a:pt x="9122" y="11360"/>
                  </a:cubicBezTo>
                  <a:cubicBezTo>
                    <a:pt x="9931" y="11384"/>
                    <a:pt x="9931" y="11860"/>
                    <a:pt x="10717" y="11860"/>
                  </a:cubicBezTo>
                  <a:lnTo>
                    <a:pt x="11146" y="11860"/>
                  </a:lnTo>
                  <a:cubicBezTo>
                    <a:pt x="11265" y="11860"/>
                    <a:pt x="11384" y="11741"/>
                    <a:pt x="11384" y="11622"/>
                  </a:cubicBezTo>
                  <a:lnTo>
                    <a:pt x="11384" y="10336"/>
                  </a:lnTo>
                  <a:cubicBezTo>
                    <a:pt x="11384" y="9550"/>
                    <a:pt x="10908" y="9550"/>
                    <a:pt x="10908" y="8741"/>
                  </a:cubicBezTo>
                  <a:cubicBezTo>
                    <a:pt x="10908" y="7931"/>
                    <a:pt x="11384" y="7931"/>
                    <a:pt x="11384" y="7121"/>
                  </a:cubicBezTo>
                  <a:cubicBezTo>
                    <a:pt x="11384" y="6335"/>
                    <a:pt x="10908" y="6335"/>
                    <a:pt x="10908" y="5526"/>
                  </a:cubicBezTo>
                  <a:cubicBezTo>
                    <a:pt x="10908" y="4716"/>
                    <a:pt x="11384" y="4716"/>
                    <a:pt x="11384" y="3906"/>
                  </a:cubicBezTo>
                  <a:cubicBezTo>
                    <a:pt x="11384" y="3120"/>
                    <a:pt x="10908" y="3120"/>
                    <a:pt x="10908" y="2311"/>
                  </a:cubicBezTo>
                  <a:cubicBezTo>
                    <a:pt x="10908" y="1501"/>
                    <a:pt x="11384" y="1501"/>
                    <a:pt x="11384" y="691"/>
                  </a:cubicBezTo>
                  <a:lnTo>
                    <a:pt x="11384" y="239"/>
                  </a:lnTo>
                  <a:cubicBezTo>
                    <a:pt x="11384" y="120"/>
                    <a:pt x="11265" y="1"/>
                    <a:pt x="11146" y="1"/>
                  </a:cubicBezTo>
                  <a:lnTo>
                    <a:pt x="10717" y="1"/>
                  </a:lnTo>
                  <a:cubicBezTo>
                    <a:pt x="9908" y="1"/>
                    <a:pt x="9908" y="477"/>
                    <a:pt x="9122" y="477"/>
                  </a:cubicBezTo>
                  <a:cubicBezTo>
                    <a:pt x="8312" y="477"/>
                    <a:pt x="8312" y="1"/>
                    <a:pt x="7502" y="1"/>
                  </a:cubicBezTo>
                  <a:cubicBezTo>
                    <a:pt x="6716" y="1"/>
                    <a:pt x="6716" y="477"/>
                    <a:pt x="5907" y="477"/>
                  </a:cubicBezTo>
                  <a:cubicBezTo>
                    <a:pt x="5097" y="477"/>
                    <a:pt x="5097" y="1"/>
                    <a:pt x="4287" y="1"/>
                  </a:cubicBezTo>
                  <a:cubicBezTo>
                    <a:pt x="3502" y="1"/>
                    <a:pt x="3502" y="477"/>
                    <a:pt x="2692" y="477"/>
                  </a:cubicBezTo>
                  <a:cubicBezTo>
                    <a:pt x="1882" y="477"/>
                    <a:pt x="1882" y="1"/>
                    <a:pt x="1072"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6"/>
            <p:cNvSpPr/>
            <p:nvPr/>
          </p:nvSpPr>
          <p:spPr>
            <a:xfrm>
              <a:off x="4847117" y="1467046"/>
              <a:ext cx="253222" cy="260779"/>
            </a:xfrm>
            <a:custGeom>
              <a:avLst/>
              <a:gdLst/>
              <a:ahLst/>
              <a:cxnLst/>
              <a:rect l="l" t="t" r="r" b="b"/>
              <a:pathLst>
                <a:path w="7573" h="7799" extrusionOk="0">
                  <a:moveTo>
                    <a:pt x="3548" y="1"/>
                  </a:moveTo>
                  <a:cubicBezTo>
                    <a:pt x="1548" y="191"/>
                    <a:pt x="0" y="1858"/>
                    <a:pt x="0" y="3883"/>
                  </a:cubicBezTo>
                  <a:cubicBezTo>
                    <a:pt x="0" y="5955"/>
                    <a:pt x="1548" y="7622"/>
                    <a:pt x="3548" y="7788"/>
                  </a:cubicBezTo>
                  <a:cubicBezTo>
                    <a:pt x="3588" y="7796"/>
                    <a:pt x="3628" y="7799"/>
                    <a:pt x="3667" y="7799"/>
                  </a:cubicBezTo>
                  <a:cubicBezTo>
                    <a:pt x="3747" y="7799"/>
                    <a:pt x="3826" y="7788"/>
                    <a:pt x="3906" y="7788"/>
                  </a:cubicBezTo>
                  <a:cubicBezTo>
                    <a:pt x="6049" y="7788"/>
                    <a:pt x="7573" y="6050"/>
                    <a:pt x="7573" y="3930"/>
                  </a:cubicBezTo>
                  <a:cubicBezTo>
                    <a:pt x="7573" y="1739"/>
                    <a:pt x="6049" y="25"/>
                    <a:pt x="3906"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6"/>
            <p:cNvSpPr/>
            <p:nvPr/>
          </p:nvSpPr>
          <p:spPr>
            <a:xfrm>
              <a:off x="4965750" y="1465474"/>
              <a:ext cx="142578" cy="262819"/>
            </a:xfrm>
            <a:custGeom>
              <a:avLst/>
              <a:gdLst/>
              <a:ahLst/>
              <a:cxnLst/>
              <a:rect l="l" t="t" r="r" b="b"/>
              <a:pathLst>
                <a:path w="4264" h="7860" extrusionOk="0">
                  <a:moveTo>
                    <a:pt x="358" y="0"/>
                  </a:moveTo>
                  <a:cubicBezTo>
                    <a:pt x="239" y="0"/>
                    <a:pt x="119" y="48"/>
                    <a:pt x="0" y="48"/>
                  </a:cubicBezTo>
                  <a:cubicBezTo>
                    <a:pt x="2001" y="238"/>
                    <a:pt x="3549" y="1905"/>
                    <a:pt x="3549" y="3930"/>
                  </a:cubicBezTo>
                  <a:cubicBezTo>
                    <a:pt x="3549" y="6002"/>
                    <a:pt x="2001" y="7669"/>
                    <a:pt x="0" y="7835"/>
                  </a:cubicBezTo>
                  <a:cubicBezTo>
                    <a:pt x="119" y="7859"/>
                    <a:pt x="239" y="7859"/>
                    <a:pt x="358" y="7859"/>
                  </a:cubicBezTo>
                  <a:cubicBezTo>
                    <a:pt x="2501" y="7859"/>
                    <a:pt x="4263" y="6097"/>
                    <a:pt x="4263" y="3977"/>
                  </a:cubicBezTo>
                  <a:cubicBezTo>
                    <a:pt x="4263" y="1786"/>
                    <a:pt x="2501" y="72"/>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6"/>
            <p:cNvSpPr/>
            <p:nvPr/>
          </p:nvSpPr>
          <p:spPr>
            <a:xfrm>
              <a:off x="4884532" y="1591297"/>
              <a:ext cx="187150" cy="99543"/>
            </a:xfrm>
            <a:custGeom>
              <a:avLst/>
              <a:gdLst/>
              <a:ahLst/>
              <a:cxnLst/>
              <a:rect l="l" t="t" r="r" b="b"/>
              <a:pathLst>
                <a:path w="5597" h="2977" extrusionOk="0">
                  <a:moveTo>
                    <a:pt x="167" y="0"/>
                  </a:moveTo>
                  <a:cubicBezTo>
                    <a:pt x="72" y="0"/>
                    <a:pt x="0" y="95"/>
                    <a:pt x="0" y="167"/>
                  </a:cubicBezTo>
                  <a:cubicBezTo>
                    <a:pt x="0" y="1715"/>
                    <a:pt x="1239" y="2977"/>
                    <a:pt x="2787" y="2977"/>
                  </a:cubicBezTo>
                  <a:cubicBezTo>
                    <a:pt x="4311" y="2977"/>
                    <a:pt x="5549" y="1715"/>
                    <a:pt x="5597" y="167"/>
                  </a:cubicBezTo>
                  <a:cubicBezTo>
                    <a:pt x="5597" y="95"/>
                    <a:pt x="5501" y="0"/>
                    <a:pt x="5406" y="0"/>
                  </a:cubicBezTo>
                  <a:cubicBezTo>
                    <a:pt x="5311" y="0"/>
                    <a:pt x="5239" y="95"/>
                    <a:pt x="5239" y="167"/>
                  </a:cubicBezTo>
                  <a:cubicBezTo>
                    <a:pt x="5239" y="1524"/>
                    <a:pt x="4120" y="2620"/>
                    <a:pt x="2787" y="2620"/>
                  </a:cubicBezTo>
                  <a:cubicBezTo>
                    <a:pt x="1453" y="2620"/>
                    <a:pt x="358" y="1524"/>
                    <a:pt x="358" y="167"/>
                  </a:cubicBezTo>
                  <a:cubicBezTo>
                    <a:pt x="358" y="95"/>
                    <a:pt x="262"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6"/>
            <p:cNvSpPr/>
            <p:nvPr/>
          </p:nvSpPr>
          <p:spPr>
            <a:xfrm>
              <a:off x="4904427" y="1525794"/>
              <a:ext cx="53400" cy="53567"/>
            </a:xfrm>
            <a:custGeom>
              <a:avLst/>
              <a:gdLst/>
              <a:ahLst/>
              <a:cxnLst/>
              <a:rect l="l" t="t" r="r" b="b"/>
              <a:pathLst>
                <a:path w="1597" h="1602" extrusionOk="0">
                  <a:moveTo>
                    <a:pt x="197" y="0"/>
                  </a:moveTo>
                  <a:cubicBezTo>
                    <a:pt x="149" y="0"/>
                    <a:pt x="96" y="18"/>
                    <a:pt x="48" y="54"/>
                  </a:cubicBezTo>
                  <a:cubicBezTo>
                    <a:pt x="1" y="101"/>
                    <a:pt x="1" y="221"/>
                    <a:pt x="48" y="316"/>
                  </a:cubicBezTo>
                  <a:lnTo>
                    <a:pt x="525" y="792"/>
                  </a:lnTo>
                  <a:lnTo>
                    <a:pt x="48" y="1268"/>
                  </a:lnTo>
                  <a:cubicBezTo>
                    <a:pt x="1" y="1316"/>
                    <a:pt x="1" y="1459"/>
                    <a:pt x="48" y="1530"/>
                  </a:cubicBezTo>
                  <a:cubicBezTo>
                    <a:pt x="72" y="1578"/>
                    <a:pt x="144" y="1602"/>
                    <a:pt x="167" y="1602"/>
                  </a:cubicBezTo>
                  <a:cubicBezTo>
                    <a:pt x="239" y="1602"/>
                    <a:pt x="263" y="1578"/>
                    <a:pt x="286" y="1530"/>
                  </a:cubicBezTo>
                  <a:lnTo>
                    <a:pt x="763" y="1054"/>
                  </a:lnTo>
                  <a:lnTo>
                    <a:pt x="1239" y="1530"/>
                  </a:lnTo>
                  <a:cubicBezTo>
                    <a:pt x="1263" y="1578"/>
                    <a:pt x="1334" y="1602"/>
                    <a:pt x="1358" y="1602"/>
                  </a:cubicBezTo>
                  <a:cubicBezTo>
                    <a:pt x="1430" y="1602"/>
                    <a:pt x="1453" y="1578"/>
                    <a:pt x="1477" y="1530"/>
                  </a:cubicBezTo>
                  <a:cubicBezTo>
                    <a:pt x="1549" y="1483"/>
                    <a:pt x="1549" y="1364"/>
                    <a:pt x="1477" y="1268"/>
                  </a:cubicBezTo>
                  <a:lnTo>
                    <a:pt x="1072" y="792"/>
                  </a:lnTo>
                  <a:lnTo>
                    <a:pt x="1549" y="316"/>
                  </a:lnTo>
                  <a:cubicBezTo>
                    <a:pt x="1596" y="268"/>
                    <a:pt x="1596" y="149"/>
                    <a:pt x="1549" y="54"/>
                  </a:cubicBezTo>
                  <a:cubicBezTo>
                    <a:pt x="1513" y="18"/>
                    <a:pt x="1465" y="0"/>
                    <a:pt x="1415" y="0"/>
                  </a:cubicBezTo>
                  <a:cubicBezTo>
                    <a:pt x="1364" y="0"/>
                    <a:pt x="1310" y="18"/>
                    <a:pt x="1263" y="54"/>
                  </a:cubicBezTo>
                  <a:lnTo>
                    <a:pt x="787" y="530"/>
                  </a:lnTo>
                  <a:lnTo>
                    <a:pt x="310" y="54"/>
                  </a:lnTo>
                  <a:cubicBezTo>
                    <a:pt x="286" y="18"/>
                    <a:pt x="245"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6"/>
            <p:cNvSpPr/>
            <p:nvPr/>
          </p:nvSpPr>
          <p:spPr>
            <a:xfrm>
              <a:off x="4996010" y="1525794"/>
              <a:ext cx="53366" cy="53567"/>
            </a:xfrm>
            <a:custGeom>
              <a:avLst/>
              <a:gdLst/>
              <a:ahLst/>
              <a:cxnLst/>
              <a:rect l="l" t="t" r="r" b="b"/>
              <a:pathLst>
                <a:path w="1596" h="1602" extrusionOk="0">
                  <a:moveTo>
                    <a:pt x="197" y="0"/>
                  </a:moveTo>
                  <a:cubicBezTo>
                    <a:pt x="149" y="0"/>
                    <a:pt x="96" y="18"/>
                    <a:pt x="48" y="54"/>
                  </a:cubicBezTo>
                  <a:cubicBezTo>
                    <a:pt x="0" y="101"/>
                    <a:pt x="0" y="221"/>
                    <a:pt x="48" y="316"/>
                  </a:cubicBezTo>
                  <a:lnTo>
                    <a:pt x="524" y="792"/>
                  </a:lnTo>
                  <a:lnTo>
                    <a:pt x="48" y="1268"/>
                  </a:lnTo>
                  <a:cubicBezTo>
                    <a:pt x="0" y="1316"/>
                    <a:pt x="0" y="1459"/>
                    <a:pt x="48" y="1530"/>
                  </a:cubicBezTo>
                  <a:cubicBezTo>
                    <a:pt x="72" y="1578"/>
                    <a:pt x="143" y="1602"/>
                    <a:pt x="167" y="1602"/>
                  </a:cubicBezTo>
                  <a:cubicBezTo>
                    <a:pt x="238" y="1602"/>
                    <a:pt x="262" y="1578"/>
                    <a:pt x="286" y="1530"/>
                  </a:cubicBezTo>
                  <a:lnTo>
                    <a:pt x="762" y="1054"/>
                  </a:lnTo>
                  <a:lnTo>
                    <a:pt x="1239" y="1530"/>
                  </a:lnTo>
                  <a:cubicBezTo>
                    <a:pt x="1262" y="1578"/>
                    <a:pt x="1334" y="1602"/>
                    <a:pt x="1358" y="1602"/>
                  </a:cubicBezTo>
                  <a:cubicBezTo>
                    <a:pt x="1429" y="1602"/>
                    <a:pt x="1453" y="1578"/>
                    <a:pt x="1477" y="1530"/>
                  </a:cubicBezTo>
                  <a:cubicBezTo>
                    <a:pt x="1548" y="1483"/>
                    <a:pt x="1548" y="1364"/>
                    <a:pt x="1477" y="1268"/>
                  </a:cubicBezTo>
                  <a:lnTo>
                    <a:pt x="1072" y="792"/>
                  </a:lnTo>
                  <a:lnTo>
                    <a:pt x="1548" y="316"/>
                  </a:lnTo>
                  <a:cubicBezTo>
                    <a:pt x="1596" y="268"/>
                    <a:pt x="1596" y="149"/>
                    <a:pt x="1548" y="54"/>
                  </a:cubicBezTo>
                  <a:cubicBezTo>
                    <a:pt x="1513" y="18"/>
                    <a:pt x="1465" y="0"/>
                    <a:pt x="1414" y="0"/>
                  </a:cubicBezTo>
                  <a:cubicBezTo>
                    <a:pt x="1364" y="0"/>
                    <a:pt x="1310" y="18"/>
                    <a:pt x="1262" y="54"/>
                  </a:cubicBezTo>
                  <a:lnTo>
                    <a:pt x="786" y="530"/>
                  </a:lnTo>
                  <a:lnTo>
                    <a:pt x="310" y="54"/>
                  </a:lnTo>
                  <a:cubicBezTo>
                    <a:pt x="286" y="18"/>
                    <a:pt x="244"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6"/>
            <p:cNvSpPr/>
            <p:nvPr/>
          </p:nvSpPr>
          <p:spPr>
            <a:xfrm>
              <a:off x="5136143" y="1399370"/>
              <a:ext cx="39857" cy="395800"/>
            </a:xfrm>
            <a:custGeom>
              <a:avLst/>
              <a:gdLst/>
              <a:ahLst/>
              <a:cxnLst/>
              <a:rect l="l" t="t" r="r" b="b"/>
              <a:pathLst>
                <a:path w="1192" h="11837" extrusionOk="0">
                  <a:moveTo>
                    <a:pt x="239" y="1"/>
                  </a:moveTo>
                  <a:cubicBezTo>
                    <a:pt x="358" y="1"/>
                    <a:pt x="477" y="120"/>
                    <a:pt x="477" y="239"/>
                  </a:cubicBezTo>
                  <a:lnTo>
                    <a:pt x="477" y="668"/>
                  </a:lnTo>
                  <a:cubicBezTo>
                    <a:pt x="477" y="1477"/>
                    <a:pt x="1" y="1477"/>
                    <a:pt x="1" y="2287"/>
                  </a:cubicBezTo>
                  <a:cubicBezTo>
                    <a:pt x="1" y="3097"/>
                    <a:pt x="477" y="3097"/>
                    <a:pt x="477" y="3882"/>
                  </a:cubicBezTo>
                  <a:cubicBezTo>
                    <a:pt x="477" y="4692"/>
                    <a:pt x="1" y="4692"/>
                    <a:pt x="1" y="5502"/>
                  </a:cubicBezTo>
                  <a:cubicBezTo>
                    <a:pt x="1" y="6312"/>
                    <a:pt x="477" y="6312"/>
                    <a:pt x="477" y="7097"/>
                  </a:cubicBezTo>
                  <a:cubicBezTo>
                    <a:pt x="477" y="7907"/>
                    <a:pt x="1" y="7907"/>
                    <a:pt x="1" y="8717"/>
                  </a:cubicBezTo>
                  <a:cubicBezTo>
                    <a:pt x="1" y="9527"/>
                    <a:pt x="477" y="9527"/>
                    <a:pt x="477" y="10312"/>
                  </a:cubicBezTo>
                  <a:lnTo>
                    <a:pt x="477" y="11598"/>
                  </a:lnTo>
                  <a:cubicBezTo>
                    <a:pt x="477" y="11717"/>
                    <a:pt x="358" y="11836"/>
                    <a:pt x="239" y="11836"/>
                  </a:cubicBezTo>
                  <a:lnTo>
                    <a:pt x="953" y="11836"/>
                  </a:lnTo>
                  <a:cubicBezTo>
                    <a:pt x="1072" y="11836"/>
                    <a:pt x="1191" y="11717"/>
                    <a:pt x="1191" y="11598"/>
                  </a:cubicBezTo>
                  <a:lnTo>
                    <a:pt x="1191" y="10312"/>
                  </a:lnTo>
                  <a:cubicBezTo>
                    <a:pt x="1191" y="9527"/>
                    <a:pt x="715" y="9527"/>
                    <a:pt x="715" y="8717"/>
                  </a:cubicBezTo>
                  <a:cubicBezTo>
                    <a:pt x="715" y="7907"/>
                    <a:pt x="1191" y="7907"/>
                    <a:pt x="1191" y="7097"/>
                  </a:cubicBezTo>
                  <a:cubicBezTo>
                    <a:pt x="1191" y="6312"/>
                    <a:pt x="715" y="6312"/>
                    <a:pt x="715" y="5502"/>
                  </a:cubicBezTo>
                  <a:cubicBezTo>
                    <a:pt x="715" y="4692"/>
                    <a:pt x="1191" y="4692"/>
                    <a:pt x="1191" y="3882"/>
                  </a:cubicBezTo>
                  <a:cubicBezTo>
                    <a:pt x="1191" y="3097"/>
                    <a:pt x="715" y="3097"/>
                    <a:pt x="715" y="2287"/>
                  </a:cubicBezTo>
                  <a:cubicBezTo>
                    <a:pt x="715" y="1477"/>
                    <a:pt x="1191" y="1477"/>
                    <a:pt x="1191" y="668"/>
                  </a:cubicBezTo>
                  <a:lnTo>
                    <a:pt x="1191" y="239"/>
                  </a:lnTo>
                  <a:cubicBezTo>
                    <a:pt x="1191" y="120"/>
                    <a:pt x="1072" y="1"/>
                    <a:pt x="953"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7" name="Google Shape;2227;p46"/>
          <p:cNvGrpSpPr/>
          <p:nvPr/>
        </p:nvGrpSpPr>
        <p:grpSpPr>
          <a:xfrm>
            <a:off x="4374819" y="2258775"/>
            <a:ext cx="397362" cy="387030"/>
            <a:chOff x="3155023" y="1404152"/>
            <a:chExt cx="397362" cy="387030"/>
          </a:xfrm>
        </p:grpSpPr>
        <p:sp>
          <p:nvSpPr>
            <p:cNvPr id="2228" name="Google Shape;2228;p46"/>
            <p:cNvSpPr/>
            <p:nvPr/>
          </p:nvSpPr>
          <p:spPr>
            <a:xfrm>
              <a:off x="3475111" y="1504495"/>
              <a:ext cx="66139" cy="110712"/>
            </a:xfrm>
            <a:custGeom>
              <a:avLst/>
              <a:gdLst/>
              <a:ahLst/>
              <a:cxnLst/>
              <a:rect l="l" t="t" r="r" b="b"/>
              <a:pathLst>
                <a:path w="1978" h="3311" extrusionOk="0">
                  <a:moveTo>
                    <a:pt x="1811" y="0"/>
                  </a:moveTo>
                  <a:cubicBezTo>
                    <a:pt x="1715" y="0"/>
                    <a:pt x="1620" y="96"/>
                    <a:pt x="1620" y="191"/>
                  </a:cubicBezTo>
                  <a:lnTo>
                    <a:pt x="1620" y="2882"/>
                  </a:lnTo>
                  <a:cubicBezTo>
                    <a:pt x="1620" y="2929"/>
                    <a:pt x="1596" y="2953"/>
                    <a:pt x="1572" y="2953"/>
                  </a:cubicBezTo>
                  <a:lnTo>
                    <a:pt x="167" y="2953"/>
                  </a:lnTo>
                  <a:cubicBezTo>
                    <a:pt x="72" y="2953"/>
                    <a:pt x="1" y="3048"/>
                    <a:pt x="1" y="3120"/>
                  </a:cubicBezTo>
                  <a:cubicBezTo>
                    <a:pt x="1" y="3215"/>
                    <a:pt x="72" y="3310"/>
                    <a:pt x="167" y="3310"/>
                  </a:cubicBezTo>
                  <a:lnTo>
                    <a:pt x="1572" y="3310"/>
                  </a:lnTo>
                  <a:cubicBezTo>
                    <a:pt x="1787" y="3310"/>
                    <a:pt x="1977" y="3096"/>
                    <a:pt x="1977" y="2882"/>
                  </a:cubicBezTo>
                  <a:lnTo>
                    <a:pt x="1977" y="191"/>
                  </a:lnTo>
                  <a:cubicBezTo>
                    <a:pt x="1977" y="96"/>
                    <a:pt x="1906" y="0"/>
                    <a:pt x="1811"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6"/>
            <p:cNvSpPr/>
            <p:nvPr/>
          </p:nvSpPr>
          <p:spPr>
            <a:xfrm>
              <a:off x="3469527" y="1579326"/>
              <a:ext cx="30294" cy="64534"/>
            </a:xfrm>
            <a:custGeom>
              <a:avLst/>
              <a:gdLst/>
              <a:ahLst/>
              <a:cxnLst/>
              <a:rect l="l" t="t" r="r" b="b"/>
              <a:pathLst>
                <a:path w="906" h="1930" extrusionOk="0">
                  <a:moveTo>
                    <a:pt x="1" y="1"/>
                  </a:moveTo>
                  <a:lnTo>
                    <a:pt x="1" y="1930"/>
                  </a:lnTo>
                  <a:lnTo>
                    <a:pt x="668" y="1930"/>
                  </a:lnTo>
                  <a:cubicBezTo>
                    <a:pt x="787" y="1930"/>
                    <a:pt x="906" y="1811"/>
                    <a:pt x="906" y="1692"/>
                  </a:cubicBezTo>
                  <a:lnTo>
                    <a:pt x="906" y="239"/>
                  </a:lnTo>
                  <a:cubicBezTo>
                    <a:pt x="906" y="120"/>
                    <a:pt x="787" y="1"/>
                    <a:pt x="668"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46"/>
            <p:cNvSpPr/>
            <p:nvPr/>
          </p:nvSpPr>
          <p:spPr>
            <a:xfrm>
              <a:off x="3487048" y="1578524"/>
              <a:ext cx="22336" cy="64534"/>
            </a:xfrm>
            <a:custGeom>
              <a:avLst/>
              <a:gdLst/>
              <a:ahLst/>
              <a:cxnLst/>
              <a:rect l="l" t="t" r="r" b="b"/>
              <a:pathLst>
                <a:path w="668" h="1930" extrusionOk="0">
                  <a:moveTo>
                    <a:pt x="1" y="1"/>
                  </a:moveTo>
                  <a:cubicBezTo>
                    <a:pt x="120" y="1"/>
                    <a:pt x="239" y="120"/>
                    <a:pt x="239" y="239"/>
                  </a:cubicBezTo>
                  <a:lnTo>
                    <a:pt x="239" y="1692"/>
                  </a:lnTo>
                  <a:cubicBezTo>
                    <a:pt x="239" y="1811"/>
                    <a:pt x="120" y="1930"/>
                    <a:pt x="1" y="1930"/>
                  </a:cubicBezTo>
                  <a:lnTo>
                    <a:pt x="430" y="1930"/>
                  </a:lnTo>
                  <a:cubicBezTo>
                    <a:pt x="549" y="1930"/>
                    <a:pt x="668" y="1811"/>
                    <a:pt x="668" y="1692"/>
                  </a:cubicBezTo>
                  <a:lnTo>
                    <a:pt x="668" y="239"/>
                  </a:lnTo>
                  <a:cubicBezTo>
                    <a:pt x="668" y="120"/>
                    <a:pt x="549" y="1"/>
                    <a:pt x="430"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46"/>
            <p:cNvSpPr/>
            <p:nvPr/>
          </p:nvSpPr>
          <p:spPr>
            <a:xfrm>
              <a:off x="3171741" y="1436017"/>
              <a:ext cx="285891" cy="332870"/>
            </a:xfrm>
            <a:custGeom>
              <a:avLst/>
              <a:gdLst/>
              <a:ahLst/>
              <a:cxnLst/>
              <a:rect l="l" t="t" r="r" b="b"/>
              <a:pathLst>
                <a:path w="8550" h="9955" extrusionOk="0">
                  <a:moveTo>
                    <a:pt x="0" y="0"/>
                  </a:moveTo>
                  <a:lnTo>
                    <a:pt x="0" y="9955"/>
                  </a:lnTo>
                  <a:lnTo>
                    <a:pt x="8550" y="9955"/>
                  </a:lnTo>
                  <a:lnTo>
                    <a:pt x="8550"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6"/>
            <p:cNvSpPr/>
            <p:nvPr/>
          </p:nvSpPr>
          <p:spPr>
            <a:xfrm>
              <a:off x="3447259" y="1436017"/>
              <a:ext cx="34273" cy="332870"/>
            </a:xfrm>
            <a:custGeom>
              <a:avLst/>
              <a:gdLst/>
              <a:ahLst/>
              <a:cxnLst/>
              <a:rect l="l" t="t" r="r" b="b"/>
              <a:pathLst>
                <a:path w="1025" h="9955" extrusionOk="0">
                  <a:moveTo>
                    <a:pt x="0" y="0"/>
                  </a:moveTo>
                  <a:lnTo>
                    <a:pt x="0" y="9955"/>
                  </a:lnTo>
                  <a:lnTo>
                    <a:pt x="1024" y="9955"/>
                  </a:lnTo>
                  <a:lnTo>
                    <a:pt x="1024"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46"/>
            <p:cNvSpPr/>
            <p:nvPr/>
          </p:nvSpPr>
          <p:spPr>
            <a:xfrm>
              <a:off x="3155023" y="1404152"/>
              <a:ext cx="326517" cy="43034"/>
            </a:xfrm>
            <a:custGeom>
              <a:avLst/>
              <a:gdLst/>
              <a:ahLst/>
              <a:cxnLst/>
              <a:rect l="l" t="t" r="r" b="b"/>
              <a:pathLst>
                <a:path w="9765" h="1287" extrusionOk="0">
                  <a:moveTo>
                    <a:pt x="238" y="1"/>
                  </a:moveTo>
                  <a:cubicBezTo>
                    <a:pt x="119" y="1"/>
                    <a:pt x="0" y="120"/>
                    <a:pt x="0" y="239"/>
                  </a:cubicBezTo>
                  <a:lnTo>
                    <a:pt x="0" y="1048"/>
                  </a:lnTo>
                  <a:cubicBezTo>
                    <a:pt x="0" y="1168"/>
                    <a:pt x="119" y="1287"/>
                    <a:pt x="238" y="1287"/>
                  </a:cubicBezTo>
                  <a:lnTo>
                    <a:pt x="9526" y="1287"/>
                  </a:lnTo>
                  <a:cubicBezTo>
                    <a:pt x="9693" y="1287"/>
                    <a:pt x="9764" y="1191"/>
                    <a:pt x="9764" y="1048"/>
                  </a:cubicBezTo>
                  <a:lnTo>
                    <a:pt x="9764" y="239"/>
                  </a:lnTo>
                  <a:cubicBezTo>
                    <a:pt x="9764" y="120"/>
                    <a:pt x="9645" y="1"/>
                    <a:pt x="9526"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46"/>
            <p:cNvSpPr/>
            <p:nvPr/>
          </p:nvSpPr>
          <p:spPr>
            <a:xfrm>
              <a:off x="3465549" y="1404954"/>
              <a:ext cx="31899" cy="43034"/>
            </a:xfrm>
            <a:custGeom>
              <a:avLst/>
              <a:gdLst/>
              <a:ahLst/>
              <a:cxnLst/>
              <a:rect l="l" t="t" r="r" b="b"/>
              <a:pathLst>
                <a:path w="954" h="1287" extrusionOk="0">
                  <a:moveTo>
                    <a:pt x="1" y="0"/>
                  </a:moveTo>
                  <a:cubicBezTo>
                    <a:pt x="120" y="0"/>
                    <a:pt x="239" y="120"/>
                    <a:pt x="239" y="239"/>
                  </a:cubicBezTo>
                  <a:lnTo>
                    <a:pt x="239" y="1048"/>
                  </a:lnTo>
                  <a:cubicBezTo>
                    <a:pt x="239" y="1167"/>
                    <a:pt x="120" y="1286"/>
                    <a:pt x="1" y="1286"/>
                  </a:cubicBezTo>
                  <a:lnTo>
                    <a:pt x="715" y="1286"/>
                  </a:lnTo>
                  <a:cubicBezTo>
                    <a:pt x="834" y="1286"/>
                    <a:pt x="953" y="1167"/>
                    <a:pt x="953" y="1048"/>
                  </a:cubicBezTo>
                  <a:lnTo>
                    <a:pt x="953" y="239"/>
                  </a:lnTo>
                  <a:cubicBezTo>
                    <a:pt x="953" y="96"/>
                    <a:pt x="882" y="0"/>
                    <a:pt x="71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46"/>
            <p:cNvSpPr/>
            <p:nvPr/>
          </p:nvSpPr>
          <p:spPr>
            <a:xfrm>
              <a:off x="3155023" y="1748148"/>
              <a:ext cx="326517" cy="43034"/>
            </a:xfrm>
            <a:custGeom>
              <a:avLst/>
              <a:gdLst/>
              <a:ahLst/>
              <a:cxnLst/>
              <a:rect l="l" t="t" r="r" b="b"/>
              <a:pathLst>
                <a:path w="9765" h="1287" extrusionOk="0">
                  <a:moveTo>
                    <a:pt x="238" y="0"/>
                  </a:moveTo>
                  <a:cubicBezTo>
                    <a:pt x="119" y="0"/>
                    <a:pt x="0" y="120"/>
                    <a:pt x="0" y="239"/>
                  </a:cubicBezTo>
                  <a:lnTo>
                    <a:pt x="0" y="1048"/>
                  </a:lnTo>
                  <a:cubicBezTo>
                    <a:pt x="0" y="1167"/>
                    <a:pt x="119" y="1286"/>
                    <a:pt x="238" y="1286"/>
                  </a:cubicBezTo>
                  <a:lnTo>
                    <a:pt x="9526" y="1286"/>
                  </a:lnTo>
                  <a:cubicBezTo>
                    <a:pt x="9693" y="1286"/>
                    <a:pt x="9764" y="1167"/>
                    <a:pt x="9764" y="1048"/>
                  </a:cubicBezTo>
                  <a:lnTo>
                    <a:pt x="9764" y="239"/>
                  </a:lnTo>
                  <a:cubicBezTo>
                    <a:pt x="9764" y="120"/>
                    <a:pt x="9645" y="0"/>
                    <a:pt x="9526"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46"/>
            <p:cNvSpPr/>
            <p:nvPr/>
          </p:nvSpPr>
          <p:spPr>
            <a:xfrm>
              <a:off x="3465549" y="1748148"/>
              <a:ext cx="31899" cy="43034"/>
            </a:xfrm>
            <a:custGeom>
              <a:avLst/>
              <a:gdLst/>
              <a:ahLst/>
              <a:cxnLst/>
              <a:rect l="l" t="t" r="r" b="b"/>
              <a:pathLst>
                <a:path w="954" h="1287" extrusionOk="0">
                  <a:moveTo>
                    <a:pt x="1" y="0"/>
                  </a:moveTo>
                  <a:cubicBezTo>
                    <a:pt x="120" y="0"/>
                    <a:pt x="239" y="120"/>
                    <a:pt x="239" y="239"/>
                  </a:cubicBezTo>
                  <a:lnTo>
                    <a:pt x="239" y="1048"/>
                  </a:lnTo>
                  <a:cubicBezTo>
                    <a:pt x="239" y="1167"/>
                    <a:pt x="120" y="1286"/>
                    <a:pt x="1" y="1286"/>
                  </a:cubicBezTo>
                  <a:lnTo>
                    <a:pt x="715" y="1286"/>
                  </a:lnTo>
                  <a:cubicBezTo>
                    <a:pt x="834" y="1286"/>
                    <a:pt x="953" y="1167"/>
                    <a:pt x="953" y="1048"/>
                  </a:cubicBezTo>
                  <a:lnTo>
                    <a:pt x="953" y="239"/>
                  </a:lnTo>
                  <a:cubicBezTo>
                    <a:pt x="953" y="120"/>
                    <a:pt x="882" y="0"/>
                    <a:pt x="71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46"/>
            <p:cNvSpPr/>
            <p:nvPr/>
          </p:nvSpPr>
          <p:spPr>
            <a:xfrm>
              <a:off x="3518913" y="1492993"/>
              <a:ext cx="32668" cy="32936"/>
            </a:xfrm>
            <a:custGeom>
              <a:avLst/>
              <a:gdLst/>
              <a:ahLst/>
              <a:cxnLst/>
              <a:rect l="l" t="t" r="r" b="b"/>
              <a:pathLst>
                <a:path w="977" h="985" extrusionOk="0">
                  <a:moveTo>
                    <a:pt x="324" y="0"/>
                  </a:moveTo>
                  <a:cubicBezTo>
                    <a:pt x="299" y="0"/>
                    <a:pt x="278" y="3"/>
                    <a:pt x="262" y="11"/>
                  </a:cubicBezTo>
                  <a:cubicBezTo>
                    <a:pt x="120" y="106"/>
                    <a:pt x="0" y="297"/>
                    <a:pt x="0" y="487"/>
                  </a:cubicBezTo>
                  <a:cubicBezTo>
                    <a:pt x="0" y="701"/>
                    <a:pt x="72" y="892"/>
                    <a:pt x="262" y="963"/>
                  </a:cubicBezTo>
                  <a:cubicBezTo>
                    <a:pt x="278" y="979"/>
                    <a:pt x="299" y="985"/>
                    <a:pt x="324" y="985"/>
                  </a:cubicBezTo>
                  <a:cubicBezTo>
                    <a:pt x="374" y="985"/>
                    <a:pt x="437" y="963"/>
                    <a:pt x="501" y="963"/>
                  </a:cubicBezTo>
                  <a:cubicBezTo>
                    <a:pt x="786" y="963"/>
                    <a:pt x="977" y="797"/>
                    <a:pt x="977" y="487"/>
                  </a:cubicBezTo>
                  <a:cubicBezTo>
                    <a:pt x="977" y="201"/>
                    <a:pt x="763" y="11"/>
                    <a:pt x="501" y="11"/>
                  </a:cubicBezTo>
                  <a:cubicBezTo>
                    <a:pt x="437" y="11"/>
                    <a:pt x="374" y="0"/>
                    <a:pt x="324"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46"/>
            <p:cNvSpPr/>
            <p:nvPr/>
          </p:nvSpPr>
          <p:spPr>
            <a:xfrm>
              <a:off x="3527674" y="1490953"/>
              <a:ext cx="24710" cy="35878"/>
            </a:xfrm>
            <a:custGeom>
              <a:avLst/>
              <a:gdLst/>
              <a:ahLst/>
              <a:cxnLst/>
              <a:rect l="l" t="t" r="r" b="b"/>
              <a:pathLst>
                <a:path w="739" h="1073" extrusionOk="0">
                  <a:moveTo>
                    <a:pt x="239" y="0"/>
                  </a:moveTo>
                  <a:cubicBezTo>
                    <a:pt x="143" y="0"/>
                    <a:pt x="48" y="24"/>
                    <a:pt x="0" y="48"/>
                  </a:cubicBezTo>
                  <a:cubicBezTo>
                    <a:pt x="143" y="143"/>
                    <a:pt x="262" y="310"/>
                    <a:pt x="262" y="524"/>
                  </a:cubicBezTo>
                  <a:cubicBezTo>
                    <a:pt x="262" y="739"/>
                    <a:pt x="167" y="905"/>
                    <a:pt x="0" y="1001"/>
                  </a:cubicBezTo>
                  <a:cubicBezTo>
                    <a:pt x="48" y="1024"/>
                    <a:pt x="143" y="1072"/>
                    <a:pt x="239" y="1072"/>
                  </a:cubicBezTo>
                  <a:cubicBezTo>
                    <a:pt x="501" y="1072"/>
                    <a:pt x="739" y="858"/>
                    <a:pt x="739" y="548"/>
                  </a:cubicBezTo>
                  <a:cubicBezTo>
                    <a:pt x="739" y="262"/>
                    <a:pt x="501" y="24"/>
                    <a:pt x="239"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46"/>
            <p:cNvSpPr/>
            <p:nvPr/>
          </p:nvSpPr>
          <p:spPr>
            <a:xfrm>
              <a:off x="3205980" y="1675691"/>
              <a:ext cx="157691" cy="46211"/>
            </a:xfrm>
            <a:custGeom>
              <a:avLst/>
              <a:gdLst/>
              <a:ahLst/>
              <a:cxnLst/>
              <a:rect l="l" t="t" r="r" b="b"/>
              <a:pathLst>
                <a:path w="4716" h="1382" extrusionOk="0">
                  <a:moveTo>
                    <a:pt x="238" y="0"/>
                  </a:moveTo>
                  <a:cubicBezTo>
                    <a:pt x="119" y="0"/>
                    <a:pt x="0" y="119"/>
                    <a:pt x="0" y="238"/>
                  </a:cubicBezTo>
                  <a:lnTo>
                    <a:pt x="0" y="1143"/>
                  </a:lnTo>
                  <a:cubicBezTo>
                    <a:pt x="0" y="1263"/>
                    <a:pt x="119" y="1382"/>
                    <a:pt x="238" y="1382"/>
                  </a:cubicBezTo>
                  <a:lnTo>
                    <a:pt x="4477" y="1382"/>
                  </a:lnTo>
                  <a:cubicBezTo>
                    <a:pt x="4620" y="1382"/>
                    <a:pt x="4716" y="1263"/>
                    <a:pt x="4716" y="1143"/>
                  </a:cubicBezTo>
                  <a:lnTo>
                    <a:pt x="4716" y="238"/>
                  </a:lnTo>
                  <a:cubicBezTo>
                    <a:pt x="4716" y="119"/>
                    <a:pt x="4597" y="0"/>
                    <a:pt x="44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46"/>
            <p:cNvSpPr/>
            <p:nvPr/>
          </p:nvSpPr>
          <p:spPr>
            <a:xfrm>
              <a:off x="3347718" y="1675691"/>
              <a:ext cx="31866" cy="46211"/>
            </a:xfrm>
            <a:custGeom>
              <a:avLst/>
              <a:gdLst/>
              <a:ahLst/>
              <a:cxnLst/>
              <a:rect l="l" t="t" r="r" b="b"/>
              <a:pathLst>
                <a:path w="953" h="1382" extrusionOk="0">
                  <a:moveTo>
                    <a:pt x="0" y="0"/>
                  </a:moveTo>
                  <a:cubicBezTo>
                    <a:pt x="119" y="0"/>
                    <a:pt x="238" y="119"/>
                    <a:pt x="238" y="238"/>
                  </a:cubicBezTo>
                  <a:lnTo>
                    <a:pt x="238" y="1143"/>
                  </a:lnTo>
                  <a:cubicBezTo>
                    <a:pt x="238" y="1263"/>
                    <a:pt x="119" y="1382"/>
                    <a:pt x="0" y="1382"/>
                  </a:cubicBezTo>
                  <a:lnTo>
                    <a:pt x="715" y="1382"/>
                  </a:lnTo>
                  <a:cubicBezTo>
                    <a:pt x="834" y="1382"/>
                    <a:pt x="953" y="1263"/>
                    <a:pt x="953" y="1143"/>
                  </a:cubicBezTo>
                  <a:lnTo>
                    <a:pt x="953" y="238"/>
                  </a:lnTo>
                  <a:cubicBezTo>
                    <a:pt x="953" y="96"/>
                    <a:pt x="858" y="0"/>
                    <a:pt x="7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46"/>
            <p:cNvSpPr/>
            <p:nvPr/>
          </p:nvSpPr>
          <p:spPr>
            <a:xfrm>
              <a:off x="3206782" y="1475037"/>
              <a:ext cx="224566" cy="164044"/>
            </a:xfrm>
            <a:custGeom>
              <a:avLst/>
              <a:gdLst/>
              <a:ahLst/>
              <a:cxnLst/>
              <a:rect l="l" t="t" r="r" b="b"/>
              <a:pathLst>
                <a:path w="6716" h="4906" extrusionOk="0">
                  <a:moveTo>
                    <a:pt x="238" y="0"/>
                  </a:moveTo>
                  <a:cubicBezTo>
                    <a:pt x="119" y="0"/>
                    <a:pt x="0" y="119"/>
                    <a:pt x="0" y="238"/>
                  </a:cubicBezTo>
                  <a:lnTo>
                    <a:pt x="0" y="977"/>
                  </a:lnTo>
                  <a:lnTo>
                    <a:pt x="238" y="2644"/>
                  </a:lnTo>
                  <a:lnTo>
                    <a:pt x="0" y="3929"/>
                  </a:lnTo>
                  <a:lnTo>
                    <a:pt x="0" y="4668"/>
                  </a:lnTo>
                  <a:cubicBezTo>
                    <a:pt x="0" y="4787"/>
                    <a:pt x="119" y="4906"/>
                    <a:pt x="238" y="4906"/>
                  </a:cubicBezTo>
                  <a:lnTo>
                    <a:pt x="6478" y="4906"/>
                  </a:lnTo>
                  <a:cubicBezTo>
                    <a:pt x="6597" y="4906"/>
                    <a:pt x="6716" y="4787"/>
                    <a:pt x="6716" y="4692"/>
                  </a:cubicBezTo>
                  <a:lnTo>
                    <a:pt x="6716" y="238"/>
                  </a:lnTo>
                  <a:cubicBezTo>
                    <a:pt x="6716" y="119"/>
                    <a:pt x="6597" y="0"/>
                    <a:pt x="647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46"/>
            <p:cNvSpPr/>
            <p:nvPr/>
          </p:nvSpPr>
          <p:spPr>
            <a:xfrm>
              <a:off x="3420977" y="1474670"/>
              <a:ext cx="26315" cy="162038"/>
            </a:xfrm>
            <a:custGeom>
              <a:avLst/>
              <a:gdLst/>
              <a:ahLst/>
              <a:cxnLst/>
              <a:rect l="l" t="t" r="r" b="b"/>
              <a:pathLst>
                <a:path w="787" h="4846" extrusionOk="0">
                  <a:moveTo>
                    <a:pt x="603" y="0"/>
                  </a:moveTo>
                  <a:cubicBezTo>
                    <a:pt x="585" y="0"/>
                    <a:pt x="566" y="4"/>
                    <a:pt x="548" y="11"/>
                  </a:cubicBezTo>
                  <a:lnTo>
                    <a:pt x="0" y="11"/>
                  </a:lnTo>
                  <a:cubicBezTo>
                    <a:pt x="119" y="11"/>
                    <a:pt x="238" y="130"/>
                    <a:pt x="238" y="249"/>
                  </a:cubicBezTo>
                  <a:lnTo>
                    <a:pt x="238" y="988"/>
                  </a:lnTo>
                  <a:lnTo>
                    <a:pt x="477" y="2107"/>
                  </a:lnTo>
                  <a:lnTo>
                    <a:pt x="238" y="3940"/>
                  </a:lnTo>
                  <a:lnTo>
                    <a:pt x="238" y="4607"/>
                  </a:lnTo>
                  <a:cubicBezTo>
                    <a:pt x="238" y="4726"/>
                    <a:pt x="119" y="4845"/>
                    <a:pt x="0" y="4845"/>
                  </a:cubicBezTo>
                  <a:lnTo>
                    <a:pt x="548" y="4845"/>
                  </a:lnTo>
                  <a:cubicBezTo>
                    <a:pt x="667" y="4845"/>
                    <a:pt x="786" y="4726"/>
                    <a:pt x="786" y="4607"/>
                  </a:cubicBezTo>
                  <a:lnTo>
                    <a:pt x="786" y="3869"/>
                  </a:lnTo>
                  <a:lnTo>
                    <a:pt x="548" y="2821"/>
                  </a:lnTo>
                  <a:lnTo>
                    <a:pt x="786" y="964"/>
                  </a:lnTo>
                  <a:lnTo>
                    <a:pt x="786" y="202"/>
                  </a:lnTo>
                  <a:cubicBezTo>
                    <a:pt x="786" y="101"/>
                    <a:pt x="701" y="0"/>
                    <a:pt x="603"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46"/>
            <p:cNvSpPr/>
            <p:nvPr/>
          </p:nvSpPr>
          <p:spPr>
            <a:xfrm>
              <a:off x="3207551" y="1507672"/>
              <a:ext cx="231755" cy="97972"/>
            </a:xfrm>
            <a:custGeom>
              <a:avLst/>
              <a:gdLst/>
              <a:ahLst/>
              <a:cxnLst/>
              <a:rect l="l" t="t" r="r" b="b"/>
              <a:pathLst>
                <a:path w="6931" h="2930" extrusionOk="0">
                  <a:moveTo>
                    <a:pt x="1" y="1"/>
                  </a:moveTo>
                  <a:lnTo>
                    <a:pt x="1" y="2930"/>
                  </a:lnTo>
                  <a:lnTo>
                    <a:pt x="2216" y="2930"/>
                  </a:lnTo>
                  <a:lnTo>
                    <a:pt x="2382" y="2692"/>
                  </a:lnTo>
                  <a:lnTo>
                    <a:pt x="2573" y="2930"/>
                  </a:lnTo>
                  <a:lnTo>
                    <a:pt x="4597" y="2930"/>
                  </a:lnTo>
                  <a:lnTo>
                    <a:pt x="4716" y="2692"/>
                  </a:lnTo>
                  <a:lnTo>
                    <a:pt x="4954" y="2930"/>
                  </a:lnTo>
                  <a:lnTo>
                    <a:pt x="6621" y="2930"/>
                  </a:lnTo>
                  <a:lnTo>
                    <a:pt x="6931" y="1239"/>
                  </a:lnTo>
                  <a:lnTo>
                    <a:pt x="6621" y="1"/>
                  </a:lnTo>
                  <a:lnTo>
                    <a:pt x="4954" y="1"/>
                  </a:lnTo>
                  <a:lnTo>
                    <a:pt x="4764" y="239"/>
                  </a:lnTo>
                  <a:lnTo>
                    <a:pt x="4597" y="1"/>
                  </a:lnTo>
                  <a:lnTo>
                    <a:pt x="2573" y="1"/>
                  </a:lnTo>
                  <a:lnTo>
                    <a:pt x="2430" y="239"/>
                  </a:lnTo>
                  <a:lnTo>
                    <a:pt x="22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46"/>
            <p:cNvSpPr/>
            <p:nvPr/>
          </p:nvSpPr>
          <p:spPr>
            <a:xfrm>
              <a:off x="3428935" y="1507672"/>
              <a:ext cx="18357" cy="98774"/>
            </a:xfrm>
            <a:custGeom>
              <a:avLst/>
              <a:gdLst/>
              <a:ahLst/>
              <a:cxnLst/>
              <a:rect l="l" t="t" r="r" b="b"/>
              <a:pathLst>
                <a:path w="549" h="2954" extrusionOk="0">
                  <a:moveTo>
                    <a:pt x="0" y="1"/>
                  </a:moveTo>
                  <a:lnTo>
                    <a:pt x="0" y="2953"/>
                  </a:lnTo>
                  <a:lnTo>
                    <a:pt x="548" y="2953"/>
                  </a:lnTo>
                  <a:lnTo>
                    <a:pt x="54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46"/>
            <p:cNvSpPr/>
            <p:nvPr/>
          </p:nvSpPr>
          <p:spPr>
            <a:xfrm>
              <a:off x="3280811" y="1507672"/>
              <a:ext cx="12004" cy="98774"/>
            </a:xfrm>
            <a:custGeom>
              <a:avLst/>
              <a:gdLst/>
              <a:ahLst/>
              <a:cxnLst/>
              <a:rect l="l" t="t" r="r" b="b"/>
              <a:pathLst>
                <a:path w="359" h="2954" extrusionOk="0">
                  <a:moveTo>
                    <a:pt x="1" y="1"/>
                  </a:moveTo>
                  <a:lnTo>
                    <a:pt x="1" y="2953"/>
                  </a:lnTo>
                  <a:lnTo>
                    <a:pt x="358" y="2953"/>
                  </a:lnTo>
                  <a:lnTo>
                    <a:pt x="3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46"/>
            <p:cNvSpPr/>
            <p:nvPr/>
          </p:nvSpPr>
          <p:spPr>
            <a:xfrm>
              <a:off x="3360457" y="1507672"/>
              <a:ext cx="11971" cy="98774"/>
            </a:xfrm>
            <a:custGeom>
              <a:avLst/>
              <a:gdLst/>
              <a:ahLst/>
              <a:cxnLst/>
              <a:rect l="l" t="t" r="r" b="b"/>
              <a:pathLst>
                <a:path w="358" h="2954" extrusionOk="0">
                  <a:moveTo>
                    <a:pt x="0" y="1"/>
                  </a:moveTo>
                  <a:lnTo>
                    <a:pt x="0" y="2953"/>
                  </a:lnTo>
                  <a:lnTo>
                    <a:pt x="358" y="2953"/>
                  </a:lnTo>
                  <a:lnTo>
                    <a:pt x="3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46"/>
            <p:cNvSpPr/>
            <p:nvPr/>
          </p:nvSpPr>
          <p:spPr>
            <a:xfrm>
              <a:off x="3404259" y="1676125"/>
              <a:ext cx="40627" cy="40928"/>
            </a:xfrm>
            <a:custGeom>
              <a:avLst/>
              <a:gdLst/>
              <a:ahLst/>
              <a:cxnLst/>
              <a:rect l="l" t="t" r="r" b="b"/>
              <a:pathLst>
                <a:path w="1215" h="1224" extrusionOk="0">
                  <a:moveTo>
                    <a:pt x="464" y="1"/>
                  </a:moveTo>
                  <a:cubicBezTo>
                    <a:pt x="439" y="1"/>
                    <a:pt x="413" y="3"/>
                    <a:pt x="381" y="11"/>
                  </a:cubicBezTo>
                  <a:cubicBezTo>
                    <a:pt x="143" y="130"/>
                    <a:pt x="0" y="345"/>
                    <a:pt x="0" y="607"/>
                  </a:cubicBezTo>
                  <a:cubicBezTo>
                    <a:pt x="0" y="892"/>
                    <a:pt x="143" y="1130"/>
                    <a:pt x="381" y="1202"/>
                  </a:cubicBezTo>
                  <a:cubicBezTo>
                    <a:pt x="405" y="1218"/>
                    <a:pt x="429" y="1223"/>
                    <a:pt x="454" y="1223"/>
                  </a:cubicBezTo>
                  <a:cubicBezTo>
                    <a:pt x="503" y="1223"/>
                    <a:pt x="556" y="1202"/>
                    <a:pt x="619" y="1202"/>
                  </a:cubicBezTo>
                  <a:cubicBezTo>
                    <a:pt x="977" y="1202"/>
                    <a:pt x="1215" y="964"/>
                    <a:pt x="1215" y="607"/>
                  </a:cubicBezTo>
                  <a:cubicBezTo>
                    <a:pt x="1215" y="249"/>
                    <a:pt x="977" y="11"/>
                    <a:pt x="619" y="11"/>
                  </a:cubicBezTo>
                  <a:cubicBezTo>
                    <a:pt x="556" y="11"/>
                    <a:pt x="513" y="1"/>
                    <a:pt x="464"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46"/>
            <p:cNvSpPr/>
            <p:nvPr/>
          </p:nvSpPr>
          <p:spPr>
            <a:xfrm>
              <a:off x="3417768" y="1674086"/>
              <a:ext cx="29525" cy="43837"/>
            </a:xfrm>
            <a:custGeom>
              <a:avLst/>
              <a:gdLst/>
              <a:ahLst/>
              <a:cxnLst/>
              <a:rect l="l" t="t" r="r" b="b"/>
              <a:pathLst>
                <a:path w="883" h="1311" extrusionOk="0">
                  <a:moveTo>
                    <a:pt x="239" y="1"/>
                  </a:moveTo>
                  <a:cubicBezTo>
                    <a:pt x="168" y="1"/>
                    <a:pt x="72" y="25"/>
                    <a:pt x="1" y="48"/>
                  </a:cubicBezTo>
                  <a:cubicBezTo>
                    <a:pt x="239" y="144"/>
                    <a:pt x="406" y="382"/>
                    <a:pt x="406" y="644"/>
                  </a:cubicBezTo>
                  <a:cubicBezTo>
                    <a:pt x="406" y="906"/>
                    <a:pt x="239" y="1144"/>
                    <a:pt x="1" y="1239"/>
                  </a:cubicBezTo>
                  <a:cubicBezTo>
                    <a:pt x="72" y="1263"/>
                    <a:pt x="168" y="1311"/>
                    <a:pt x="239" y="1311"/>
                  </a:cubicBezTo>
                  <a:cubicBezTo>
                    <a:pt x="573" y="1311"/>
                    <a:pt x="882" y="1025"/>
                    <a:pt x="882" y="668"/>
                  </a:cubicBezTo>
                  <a:cubicBezTo>
                    <a:pt x="882" y="310"/>
                    <a:pt x="573" y="48"/>
                    <a:pt x="239"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46"/>
            <p:cNvSpPr/>
            <p:nvPr/>
          </p:nvSpPr>
          <p:spPr>
            <a:xfrm>
              <a:off x="3230656" y="1532348"/>
              <a:ext cx="31097" cy="47013"/>
            </a:xfrm>
            <a:custGeom>
              <a:avLst/>
              <a:gdLst/>
              <a:ahLst/>
              <a:cxnLst/>
              <a:rect l="l" t="t" r="r" b="b"/>
              <a:pathLst>
                <a:path w="930" h="1406" extrusionOk="0">
                  <a:moveTo>
                    <a:pt x="191" y="1"/>
                  </a:moveTo>
                  <a:cubicBezTo>
                    <a:pt x="96" y="1"/>
                    <a:pt x="1" y="96"/>
                    <a:pt x="1" y="191"/>
                  </a:cubicBezTo>
                  <a:cubicBezTo>
                    <a:pt x="1" y="263"/>
                    <a:pt x="96" y="358"/>
                    <a:pt x="191" y="358"/>
                  </a:cubicBezTo>
                  <a:lnTo>
                    <a:pt x="477" y="358"/>
                  </a:lnTo>
                  <a:lnTo>
                    <a:pt x="167" y="1144"/>
                  </a:lnTo>
                  <a:cubicBezTo>
                    <a:pt x="120" y="1215"/>
                    <a:pt x="167" y="1334"/>
                    <a:pt x="239" y="1382"/>
                  </a:cubicBezTo>
                  <a:cubicBezTo>
                    <a:pt x="239" y="1406"/>
                    <a:pt x="286" y="1406"/>
                    <a:pt x="310" y="1406"/>
                  </a:cubicBezTo>
                  <a:cubicBezTo>
                    <a:pt x="358" y="1406"/>
                    <a:pt x="453" y="1382"/>
                    <a:pt x="453" y="1287"/>
                  </a:cubicBezTo>
                  <a:lnTo>
                    <a:pt x="906" y="263"/>
                  </a:lnTo>
                  <a:cubicBezTo>
                    <a:pt x="929" y="215"/>
                    <a:pt x="929" y="144"/>
                    <a:pt x="906" y="96"/>
                  </a:cubicBezTo>
                  <a:cubicBezTo>
                    <a:pt x="882" y="25"/>
                    <a:pt x="810" y="1"/>
                    <a:pt x="763" y="1"/>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46"/>
            <p:cNvSpPr/>
            <p:nvPr/>
          </p:nvSpPr>
          <p:spPr>
            <a:xfrm>
              <a:off x="3310302" y="1532348"/>
              <a:ext cx="31063" cy="47013"/>
            </a:xfrm>
            <a:custGeom>
              <a:avLst/>
              <a:gdLst/>
              <a:ahLst/>
              <a:cxnLst/>
              <a:rect l="l" t="t" r="r" b="b"/>
              <a:pathLst>
                <a:path w="929" h="1406" extrusionOk="0">
                  <a:moveTo>
                    <a:pt x="191" y="1"/>
                  </a:moveTo>
                  <a:cubicBezTo>
                    <a:pt x="95" y="1"/>
                    <a:pt x="0" y="96"/>
                    <a:pt x="0" y="191"/>
                  </a:cubicBezTo>
                  <a:cubicBezTo>
                    <a:pt x="0" y="263"/>
                    <a:pt x="95" y="358"/>
                    <a:pt x="191" y="358"/>
                  </a:cubicBezTo>
                  <a:lnTo>
                    <a:pt x="476" y="358"/>
                  </a:lnTo>
                  <a:lnTo>
                    <a:pt x="167" y="1144"/>
                  </a:lnTo>
                  <a:cubicBezTo>
                    <a:pt x="119" y="1215"/>
                    <a:pt x="167" y="1334"/>
                    <a:pt x="238" y="1382"/>
                  </a:cubicBezTo>
                  <a:cubicBezTo>
                    <a:pt x="238" y="1406"/>
                    <a:pt x="286" y="1406"/>
                    <a:pt x="310" y="1406"/>
                  </a:cubicBezTo>
                  <a:cubicBezTo>
                    <a:pt x="405" y="1406"/>
                    <a:pt x="453" y="1382"/>
                    <a:pt x="453" y="1287"/>
                  </a:cubicBezTo>
                  <a:lnTo>
                    <a:pt x="905" y="263"/>
                  </a:lnTo>
                  <a:cubicBezTo>
                    <a:pt x="929" y="215"/>
                    <a:pt x="929" y="144"/>
                    <a:pt x="905" y="96"/>
                  </a:cubicBezTo>
                  <a:cubicBezTo>
                    <a:pt x="881" y="25"/>
                    <a:pt x="810" y="1"/>
                    <a:pt x="762" y="1"/>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46"/>
            <p:cNvSpPr/>
            <p:nvPr/>
          </p:nvSpPr>
          <p:spPr>
            <a:xfrm>
              <a:off x="3385133" y="1534755"/>
              <a:ext cx="43837" cy="43803"/>
            </a:xfrm>
            <a:custGeom>
              <a:avLst/>
              <a:gdLst/>
              <a:ahLst/>
              <a:cxnLst/>
              <a:rect l="l" t="t" r="r" b="b"/>
              <a:pathLst>
                <a:path w="1311" h="1310" extrusionOk="0">
                  <a:moveTo>
                    <a:pt x="667" y="357"/>
                  </a:moveTo>
                  <a:cubicBezTo>
                    <a:pt x="810" y="357"/>
                    <a:pt x="953" y="500"/>
                    <a:pt x="953" y="643"/>
                  </a:cubicBezTo>
                  <a:cubicBezTo>
                    <a:pt x="953" y="834"/>
                    <a:pt x="810" y="953"/>
                    <a:pt x="667" y="953"/>
                  </a:cubicBezTo>
                  <a:cubicBezTo>
                    <a:pt x="477" y="953"/>
                    <a:pt x="358" y="786"/>
                    <a:pt x="358" y="643"/>
                  </a:cubicBezTo>
                  <a:cubicBezTo>
                    <a:pt x="358" y="476"/>
                    <a:pt x="501" y="357"/>
                    <a:pt x="667" y="357"/>
                  </a:cubicBezTo>
                  <a:close/>
                  <a:moveTo>
                    <a:pt x="667" y="0"/>
                  </a:moveTo>
                  <a:cubicBezTo>
                    <a:pt x="310" y="0"/>
                    <a:pt x="1" y="286"/>
                    <a:pt x="1" y="643"/>
                  </a:cubicBezTo>
                  <a:cubicBezTo>
                    <a:pt x="1" y="1000"/>
                    <a:pt x="310" y="1310"/>
                    <a:pt x="667" y="1310"/>
                  </a:cubicBezTo>
                  <a:cubicBezTo>
                    <a:pt x="1025" y="1310"/>
                    <a:pt x="1310" y="1000"/>
                    <a:pt x="1310" y="643"/>
                  </a:cubicBezTo>
                  <a:cubicBezTo>
                    <a:pt x="1310" y="286"/>
                    <a:pt x="1025" y="0"/>
                    <a:pt x="667"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255"/>
        <p:cNvGrpSpPr/>
        <p:nvPr/>
      </p:nvGrpSpPr>
      <p:grpSpPr>
        <a:xfrm>
          <a:off x="0" y="0"/>
          <a:ext cx="0" cy="0"/>
          <a:chOff x="0" y="0"/>
          <a:chExt cx="0" cy="0"/>
        </a:xfrm>
      </p:grpSpPr>
      <p:sp>
        <p:nvSpPr>
          <p:cNvPr id="2256" name="Google Shape;2256;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SEEKING HELP </a:t>
            </a:r>
            <a:endParaRPr dirty="0"/>
          </a:p>
        </p:txBody>
      </p:sp>
      <p:sp>
        <p:nvSpPr>
          <p:cNvPr id="2261" name="Google Shape;2261;p47"/>
          <p:cNvSpPr txBox="1">
            <a:spLocks noGrp="1"/>
          </p:cNvSpPr>
          <p:nvPr>
            <p:ph type="subTitle" idx="5"/>
          </p:nvPr>
        </p:nvSpPr>
        <p:spPr>
          <a:xfrm>
            <a:off x="1999759" y="2534771"/>
            <a:ext cx="2267400"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Therapists and Counselors  </a:t>
            </a:r>
            <a:endParaRPr dirty="0"/>
          </a:p>
        </p:txBody>
      </p:sp>
      <p:sp>
        <p:nvSpPr>
          <p:cNvPr id="2262" name="Google Shape;2262;p47"/>
          <p:cNvSpPr txBox="1">
            <a:spLocks noGrp="1"/>
          </p:cNvSpPr>
          <p:nvPr>
            <p:ph type="subTitle" idx="6"/>
          </p:nvPr>
        </p:nvSpPr>
        <p:spPr>
          <a:xfrm>
            <a:off x="2082311" y="3750251"/>
            <a:ext cx="2267400"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Medication</a:t>
            </a:r>
            <a:endParaRPr dirty="0"/>
          </a:p>
        </p:txBody>
      </p:sp>
      <p:sp>
        <p:nvSpPr>
          <p:cNvPr id="2263" name="Google Shape;2263;p47"/>
          <p:cNvSpPr txBox="1">
            <a:spLocks noGrp="1"/>
          </p:cNvSpPr>
          <p:nvPr>
            <p:ph type="subTitle" idx="7"/>
          </p:nvPr>
        </p:nvSpPr>
        <p:spPr>
          <a:xfrm>
            <a:off x="5656693" y="2300608"/>
            <a:ext cx="2495763"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Support Groups  </a:t>
            </a:r>
            <a:endParaRPr dirty="0"/>
          </a:p>
        </p:txBody>
      </p:sp>
      <p:sp>
        <p:nvSpPr>
          <p:cNvPr id="2264" name="Google Shape;2264;p47"/>
          <p:cNvSpPr txBox="1">
            <a:spLocks noGrp="1"/>
          </p:cNvSpPr>
          <p:nvPr>
            <p:ph type="subTitle" idx="8"/>
          </p:nvPr>
        </p:nvSpPr>
        <p:spPr>
          <a:xfrm>
            <a:off x="5656693" y="3792789"/>
            <a:ext cx="2267700" cy="419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Family &amp; Friends   </a:t>
            </a:r>
          </a:p>
        </p:txBody>
      </p:sp>
      <p:grpSp>
        <p:nvGrpSpPr>
          <p:cNvPr id="2289" name="Google Shape;2289;p47"/>
          <p:cNvGrpSpPr/>
          <p:nvPr/>
        </p:nvGrpSpPr>
        <p:grpSpPr>
          <a:xfrm>
            <a:off x="5049283" y="2294963"/>
            <a:ext cx="288293" cy="398165"/>
            <a:chOff x="6457157" y="3885350"/>
            <a:chExt cx="288293" cy="398165"/>
          </a:xfrm>
        </p:grpSpPr>
        <p:sp>
          <p:nvSpPr>
            <p:cNvPr id="2290" name="Google Shape;2290;p47"/>
            <p:cNvSpPr/>
            <p:nvPr/>
          </p:nvSpPr>
          <p:spPr>
            <a:xfrm>
              <a:off x="6457157" y="4087608"/>
              <a:ext cx="271579" cy="195108"/>
            </a:xfrm>
            <a:custGeom>
              <a:avLst/>
              <a:gdLst/>
              <a:ahLst/>
              <a:cxnLst/>
              <a:rect l="l" t="t" r="r" b="b"/>
              <a:pathLst>
                <a:path w="8122" h="5835" extrusionOk="0">
                  <a:moveTo>
                    <a:pt x="3216" y="0"/>
                  </a:moveTo>
                  <a:lnTo>
                    <a:pt x="3216" y="810"/>
                  </a:lnTo>
                  <a:cubicBezTo>
                    <a:pt x="3216" y="857"/>
                    <a:pt x="3144" y="929"/>
                    <a:pt x="3097" y="929"/>
                  </a:cubicBezTo>
                  <a:lnTo>
                    <a:pt x="1668" y="929"/>
                  </a:lnTo>
                  <a:cubicBezTo>
                    <a:pt x="739" y="929"/>
                    <a:pt x="1" y="1667"/>
                    <a:pt x="1" y="2596"/>
                  </a:cubicBezTo>
                  <a:lnTo>
                    <a:pt x="1" y="5715"/>
                  </a:lnTo>
                  <a:cubicBezTo>
                    <a:pt x="1" y="5763"/>
                    <a:pt x="49" y="5835"/>
                    <a:pt x="120" y="5835"/>
                  </a:cubicBezTo>
                  <a:lnTo>
                    <a:pt x="1549" y="5835"/>
                  </a:lnTo>
                  <a:lnTo>
                    <a:pt x="1692" y="5596"/>
                  </a:lnTo>
                  <a:lnTo>
                    <a:pt x="1906" y="5835"/>
                  </a:lnTo>
                  <a:lnTo>
                    <a:pt x="6693" y="5835"/>
                  </a:lnTo>
                  <a:lnTo>
                    <a:pt x="6931" y="5596"/>
                  </a:lnTo>
                  <a:lnTo>
                    <a:pt x="7050" y="5835"/>
                  </a:lnTo>
                  <a:lnTo>
                    <a:pt x="8003" y="5835"/>
                  </a:lnTo>
                  <a:cubicBezTo>
                    <a:pt x="8050" y="5835"/>
                    <a:pt x="8122" y="5763"/>
                    <a:pt x="8122" y="5715"/>
                  </a:cubicBezTo>
                  <a:lnTo>
                    <a:pt x="8122" y="2596"/>
                  </a:lnTo>
                  <a:cubicBezTo>
                    <a:pt x="8122" y="1691"/>
                    <a:pt x="7383" y="953"/>
                    <a:pt x="6502" y="929"/>
                  </a:cubicBezTo>
                  <a:lnTo>
                    <a:pt x="5526" y="929"/>
                  </a:lnTo>
                  <a:cubicBezTo>
                    <a:pt x="5478" y="929"/>
                    <a:pt x="5407" y="857"/>
                    <a:pt x="5407" y="810"/>
                  </a:cubicBezTo>
                  <a:lnTo>
                    <a:pt x="5407" y="0"/>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47"/>
            <p:cNvSpPr/>
            <p:nvPr/>
          </p:nvSpPr>
          <p:spPr>
            <a:xfrm>
              <a:off x="6665802" y="4118638"/>
              <a:ext cx="79648" cy="164078"/>
            </a:xfrm>
            <a:custGeom>
              <a:avLst/>
              <a:gdLst/>
              <a:ahLst/>
              <a:cxnLst/>
              <a:rect l="l" t="t" r="r" b="b"/>
              <a:pathLst>
                <a:path w="2382" h="4907" extrusionOk="0">
                  <a:moveTo>
                    <a:pt x="0" y="1"/>
                  </a:moveTo>
                  <a:cubicBezTo>
                    <a:pt x="929" y="1"/>
                    <a:pt x="1667" y="739"/>
                    <a:pt x="1667" y="1668"/>
                  </a:cubicBezTo>
                  <a:lnTo>
                    <a:pt x="1667" y="4787"/>
                  </a:lnTo>
                  <a:cubicBezTo>
                    <a:pt x="1667" y="4835"/>
                    <a:pt x="1620" y="4907"/>
                    <a:pt x="1548" y="4907"/>
                  </a:cubicBezTo>
                  <a:lnTo>
                    <a:pt x="2263" y="4907"/>
                  </a:lnTo>
                  <a:cubicBezTo>
                    <a:pt x="2334" y="4907"/>
                    <a:pt x="2382" y="4835"/>
                    <a:pt x="2382" y="4787"/>
                  </a:cubicBezTo>
                  <a:lnTo>
                    <a:pt x="2382" y="1668"/>
                  </a:lnTo>
                  <a:cubicBezTo>
                    <a:pt x="2382" y="763"/>
                    <a:pt x="1643" y="25"/>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47"/>
            <p:cNvSpPr/>
            <p:nvPr/>
          </p:nvSpPr>
          <p:spPr>
            <a:xfrm>
              <a:off x="6508148" y="4218981"/>
              <a:ext cx="12773" cy="64534"/>
            </a:xfrm>
            <a:custGeom>
              <a:avLst/>
              <a:gdLst/>
              <a:ahLst/>
              <a:cxnLst/>
              <a:rect l="l" t="t" r="r" b="b"/>
              <a:pathLst>
                <a:path w="382" h="1930" extrusionOk="0">
                  <a:moveTo>
                    <a:pt x="191" y="0"/>
                  </a:moveTo>
                  <a:cubicBezTo>
                    <a:pt x="95" y="0"/>
                    <a:pt x="0" y="96"/>
                    <a:pt x="0" y="167"/>
                  </a:cubicBezTo>
                  <a:lnTo>
                    <a:pt x="0" y="1929"/>
                  </a:lnTo>
                  <a:lnTo>
                    <a:pt x="381" y="1929"/>
                  </a:lnTo>
                  <a:lnTo>
                    <a:pt x="381" y="167"/>
                  </a:lnTo>
                  <a:cubicBezTo>
                    <a:pt x="381" y="96"/>
                    <a:pt x="286" y="0"/>
                    <a:pt x="191"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47"/>
            <p:cNvSpPr/>
            <p:nvPr/>
          </p:nvSpPr>
          <p:spPr>
            <a:xfrm>
              <a:off x="6680915" y="4218981"/>
              <a:ext cx="11971" cy="64534"/>
            </a:xfrm>
            <a:custGeom>
              <a:avLst/>
              <a:gdLst/>
              <a:ahLst/>
              <a:cxnLst/>
              <a:rect l="l" t="t" r="r" b="b"/>
              <a:pathLst>
                <a:path w="358" h="1930" extrusionOk="0">
                  <a:moveTo>
                    <a:pt x="167" y="0"/>
                  </a:moveTo>
                  <a:cubicBezTo>
                    <a:pt x="96" y="0"/>
                    <a:pt x="1" y="96"/>
                    <a:pt x="1" y="167"/>
                  </a:cubicBezTo>
                  <a:lnTo>
                    <a:pt x="1" y="1929"/>
                  </a:lnTo>
                  <a:lnTo>
                    <a:pt x="358" y="1929"/>
                  </a:lnTo>
                  <a:lnTo>
                    <a:pt x="358" y="167"/>
                  </a:lnTo>
                  <a:cubicBezTo>
                    <a:pt x="358" y="96"/>
                    <a:pt x="263" y="0"/>
                    <a:pt x="167"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47"/>
            <p:cNvSpPr/>
            <p:nvPr/>
          </p:nvSpPr>
          <p:spPr>
            <a:xfrm>
              <a:off x="6570240" y="4152877"/>
              <a:ext cx="62160" cy="101182"/>
            </a:xfrm>
            <a:custGeom>
              <a:avLst/>
              <a:gdLst/>
              <a:ahLst/>
              <a:cxnLst/>
              <a:rect l="l" t="t" r="r" b="b"/>
              <a:pathLst>
                <a:path w="1859" h="3026" extrusionOk="0">
                  <a:moveTo>
                    <a:pt x="929" y="1"/>
                  </a:moveTo>
                  <a:cubicBezTo>
                    <a:pt x="834" y="1"/>
                    <a:pt x="739" y="96"/>
                    <a:pt x="739" y="191"/>
                  </a:cubicBezTo>
                  <a:lnTo>
                    <a:pt x="739" y="834"/>
                  </a:lnTo>
                  <a:lnTo>
                    <a:pt x="191" y="834"/>
                  </a:lnTo>
                  <a:cubicBezTo>
                    <a:pt x="96" y="834"/>
                    <a:pt x="1" y="930"/>
                    <a:pt x="1" y="1025"/>
                  </a:cubicBezTo>
                  <a:cubicBezTo>
                    <a:pt x="1" y="1120"/>
                    <a:pt x="96" y="1192"/>
                    <a:pt x="191" y="1192"/>
                  </a:cubicBezTo>
                  <a:lnTo>
                    <a:pt x="739" y="1192"/>
                  </a:lnTo>
                  <a:lnTo>
                    <a:pt x="739" y="2835"/>
                  </a:lnTo>
                  <a:cubicBezTo>
                    <a:pt x="739" y="2930"/>
                    <a:pt x="834" y="3025"/>
                    <a:pt x="929" y="3025"/>
                  </a:cubicBezTo>
                  <a:cubicBezTo>
                    <a:pt x="1025" y="3025"/>
                    <a:pt x="1096" y="2930"/>
                    <a:pt x="1096" y="2835"/>
                  </a:cubicBezTo>
                  <a:lnTo>
                    <a:pt x="1096" y="1239"/>
                  </a:lnTo>
                  <a:lnTo>
                    <a:pt x="1668" y="1239"/>
                  </a:lnTo>
                  <a:cubicBezTo>
                    <a:pt x="1763" y="1239"/>
                    <a:pt x="1858" y="1144"/>
                    <a:pt x="1858" y="1049"/>
                  </a:cubicBezTo>
                  <a:cubicBezTo>
                    <a:pt x="1858" y="930"/>
                    <a:pt x="1763" y="834"/>
                    <a:pt x="1668" y="834"/>
                  </a:cubicBezTo>
                  <a:lnTo>
                    <a:pt x="1096" y="834"/>
                  </a:lnTo>
                  <a:lnTo>
                    <a:pt x="1096" y="191"/>
                  </a:lnTo>
                  <a:cubicBezTo>
                    <a:pt x="1096" y="96"/>
                    <a:pt x="1025" y="1"/>
                    <a:pt x="9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47"/>
            <p:cNvSpPr/>
            <p:nvPr/>
          </p:nvSpPr>
          <p:spPr>
            <a:xfrm>
              <a:off x="6668978" y="3993618"/>
              <a:ext cx="39857" cy="51795"/>
            </a:xfrm>
            <a:custGeom>
              <a:avLst/>
              <a:gdLst/>
              <a:ahLst/>
              <a:cxnLst/>
              <a:rect l="l" t="t" r="r" b="b"/>
              <a:pathLst>
                <a:path w="1192" h="1549" extrusionOk="0">
                  <a:moveTo>
                    <a:pt x="1" y="1"/>
                  </a:moveTo>
                  <a:lnTo>
                    <a:pt x="1" y="1549"/>
                  </a:lnTo>
                  <a:lnTo>
                    <a:pt x="405" y="1549"/>
                  </a:lnTo>
                  <a:cubicBezTo>
                    <a:pt x="834" y="1549"/>
                    <a:pt x="1191" y="1192"/>
                    <a:pt x="1191" y="787"/>
                  </a:cubicBezTo>
                  <a:cubicBezTo>
                    <a:pt x="1191" y="334"/>
                    <a:pt x="834" y="1"/>
                    <a:pt x="40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47"/>
            <p:cNvSpPr/>
            <p:nvPr/>
          </p:nvSpPr>
          <p:spPr>
            <a:xfrm>
              <a:off x="6493001" y="3993618"/>
              <a:ext cx="39857" cy="51795"/>
            </a:xfrm>
            <a:custGeom>
              <a:avLst/>
              <a:gdLst/>
              <a:ahLst/>
              <a:cxnLst/>
              <a:rect l="l" t="t" r="r" b="b"/>
              <a:pathLst>
                <a:path w="1192" h="1549" extrusionOk="0">
                  <a:moveTo>
                    <a:pt x="763" y="1"/>
                  </a:moveTo>
                  <a:cubicBezTo>
                    <a:pt x="358" y="1"/>
                    <a:pt x="1" y="334"/>
                    <a:pt x="1" y="787"/>
                  </a:cubicBezTo>
                  <a:cubicBezTo>
                    <a:pt x="1" y="1192"/>
                    <a:pt x="358" y="1549"/>
                    <a:pt x="763" y="1549"/>
                  </a:cubicBezTo>
                  <a:lnTo>
                    <a:pt x="1191" y="1549"/>
                  </a:lnTo>
                  <a:lnTo>
                    <a:pt x="1191"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47"/>
            <p:cNvSpPr/>
            <p:nvPr/>
          </p:nvSpPr>
          <p:spPr>
            <a:xfrm>
              <a:off x="6490627" y="4155284"/>
              <a:ext cx="43803" cy="36647"/>
            </a:xfrm>
            <a:custGeom>
              <a:avLst/>
              <a:gdLst/>
              <a:ahLst/>
              <a:cxnLst/>
              <a:rect l="l" t="t" r="r" b="b"/>
              <a:pathLst>
                <a:path w="1310" h="1096" extrusionOk="0">
                  <a:moveTo>
                    <a:pt x="310" y="0"/>
                  </a:moveTo>
                  <a:cubicBezTo>
                    <a:pt x="238" y="0"/>
                    <a:pt x="143" y="24"/>
                    <a:pt x="95" y="96"/>
                  </a:cubicBezTo>
                  <a:cubicBezTo>
                    <a:pt x="24" y="143"/>
                    <a:pt x="0" y="215"/>
                    <a:pt x="0" y="286"/>
                  </a:cubicBezTo>
                  <a:cubicBezTo>
                    <a:pt x="0" y="405"/>
                    <a:pt x="72" y="500"/>
                    <a:pt x="143" y="596"/>
                  </a:cubicBezTo>
                  <a:lnTo>
                    <a:pt x="667" y="1096"/>
                  </a:lnTo>
                  <a:lnTo>
                    <a:pt x="715" y="1096"/>
                  </a:lnTo>
                  <a:lnTo>
                    <a:pt x="1167" y="596"/>
                  </a:lnTo>
                  <a:cubicBezTo>
                    <a:pt x="1262" y="500"/>
                    <a:pt x="1310" y="381"/>
                    <a:pt x="1310" y="286"/>
                  </a:cubicBezTo>
                  <a:cubicBezTo>
                    <a:pt x="1310" y="238"/>
                    <a:pt x="1286" y="143"/>
                    <a:pt x="1215" y="96"/>
                  </a:cubicBezTo>
                  <a:cubicBezTo>
                    <a:pt x="1167" y="24"/>
                    <a:pt x="1096" y="0"/>
                    <a:pt x="1024" y="0"/>
                  </a:cubicBezTo>
                  <a:cubicBezTo>
                    <a:pt x="929" y="0"/>
                    <a:pt x="786" y="48"/>
                    <a:pt x="691" y="143"/>
                  </a:cubicBezTo>
                  <a:cubicBezTo>
                    <a:pt x="679" y="155"/>
                    <a:pt x="673" y="161"/>
                    <a:pt x="664" y="161"/>
                  </a:cubicBezTo>
                  <a:cubicBezTo>
                    <a:pt x="655" y="161"/>
                    <a:pt x="643" y="155"/>
                    <a:pt x="619" y="143"/>
                  </a:cubicBezTo>
                  <a:cubicBezTo>
                    <a:pt x="572" y="96"/>
                    <a:pt x="429" y="0"/>
                    <a:pt x="310"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47"/>
            <p:cNvSpPr/>
            <p:nvPr/>
          </p:nvSpPr>
          <p:spPr>
            <a:xfrm>
              <a:off x="6664999" y="4155284"/>
              <a:ext cx="43837" cy="36647"/>
            </a:xfrm>
            <a:custGeom>
              <a:avLst/>
              <a:gdLst/>
              <a:ahLst/>
              <a:cxnLst/>
              <a:rect l="l" t="t" r="r" b="b"/>
              <a:pathLst>
                <a:path w="1311" h="1096" extrusionOk="0">
                  <a:moveTo>
                    <a:pt x="286" y="0"/>
                  </a:moveTo>
                  <a:cubicBezTo>
                    <a:pt x="239" y="0"/>
                    <a:pt x="143" y="24"/>
                    <a:pt x="72" y="96"/>
                  </a:cubicBezTo>
                  <a:cubicBezTo>
                    <a:pt x="24" y="143"/>
                    <a:pt x="0" y="215"/>
                    <a:pt x="0" y="286"/>
                  </a:cubicBezTo>
                  <a:cubicBezTo>
                    <a:pt x="0" y="405"/>
                    <a:pt x="48" y="500"/>
                    <a:pt x="143" y="596"/>
                  </a:cubicBezTo>
                  <a:lnTo>
                    <a:pt x="643" y="1096"/>
                  </a:lnTo>
                  <a:lnTo>
                    <a:pt x="715" y="1096"/>
                  </a:lnTo>
                  <a:lnTo>
                    <a:pt x="1167" y="596"/>
                  </a:lnTo>
                  <a:cubicBezTo>
                    <a:pt x="1239" y="500"/>
                    <a:pt x="1310" y="381"/>
                    <a:pt x="1310" y="286"/>
                  </a:cubicBezTo>
                  <a:cubicBezTo>
                    <a:pt x="1310" y="238"/>
                    <a:pt x="1286" y="143"/>
                    <a:pt x="1215" y="96"/>
                  </a:cubicBezTo>
                  <a:cubicBezTo>
                    <a:pt x="1167" y="24"/>
                    <a:pt x="1096" y="0"/>
                    <a:pt x="1001" y="0"/>
                  </a:cubicBezTo>
                  <a:cubicBezTo>
                    <a:pt x="929" y="0"/>
                    <a:pt x="763" y="48"/>
                    <a:pt x="691" y="143"/>
                  </a:cubicBezTo>
                  <a:cubicBezTo>
                    <a:pt x="667" y="155"/>
                    <a:pt x="655" y="161"/>
                    <a:pt x="646" y="161"/>
                  </a:cubicBezTo>
                  <a:cubicBezTo>
                    <a:pt x="638" y="161"/>
                    <a:pt x="632" y="155"/>
                    <a:pt x="620" y="143"/>
                  </a:cubicBezTo>
                  <a:cubicBezTo>
                    <a:pt x="572" y="96"/>
                    <a:pt x="405" y="0"/>
                    <a:pt x="286"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47"/>
            <p:cNvSpPr/>
            <p:nvPr/>
          </p:nvSpPr>
          <p:spPr>
            <a:xfrm>
              <a:off x="6525635" y="3928784"/>
              <a:ext cx="148162" cy="175580"/>
            </a:xfrm>
            <a:custGeom>
              <a:avLst/>
              <a:gdLst/>
              <a:ahLst/>
              <a:cxnLst/>
              <a:rect l="l" t="t" r="r" b="b"/>
              <a:pathLst>
                <a:path w="4431" h="5251" extrusionOk="0">
                  <a:moveTo>
                    <a:pt x="1978" y="0"/>
                  </a:moveTo>
                  <a:cubicBezTo>
                    <a:pt x="1938" y="0"/>
                    <a:pt x="1898" y="3"/>
                    <a:pt x="1858" y="11"/>
                  </a:cubicBezTo>
                  <a:cubicBezTo>
                    <a:pt x="811" y="201"/>
                    <a:pt x="1" y="1106"/>
                    <a:pt x="1" y="2226"/>
                  </a:cubicBezTo>
                  <a:lnTo>
                    <a:pt x="1" y="3059"/>
                  </a:lnTo>
                  <a:cubicBezTo>
                    <a:pt x="1" y="4155"/>
                    <a:pt x="787" y="5083"/>
                    <a:pt x="1858" y="5250"/>
                  </a:cubicBezTo>
                  <a:lnTo>
                    <a:pt x="2239" y="5250"/>
                  </a:lnTo>
                  <a:cubicBezTo>
                    <a:pt x="3454" y="5250"/>
                    <a:pt x="4430" y="4274"/>
                    <a:pt x="4430" y="3059"/>
                  </a:cubicBezTo>
                  <a:lnTo>
                    <a:pt x="4430" y="2226"/>
                  </a:lnTo>
                  <a:cubicBezTo>
                    <a:pt x="4430" y="987"/>
                    <a:pt x="3454" y="11"/>
                    <a:pt x="2239" y="11"/>
                  </a:cubicBezTo>
                  <a:cubicBezTo>
                    <a:pt x="2144" y="11"/>
                    <a:pt x="2060" y="0"/>
                    <a:pt x="197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47"/>
            <p:cNvSpPr/>
            <p:nvPr/>
          </p:nvSpPr>
          <p:spPr>
            <a:xfrm>
              <a:off x="6587761" y="3928350"/>
              <a:ext cx="86837" cy="176784"/>
            </a:xfrm>
            <a:custGeom>
              <a:avLst/>
              <a:gdLst/>
              <a:ahLst/>
              <a:cxnLst/>
              <a:rect l="l" t="t" r="r" b="b"/>
              <a:pathLst>
                <a:path w="2597" h="5287" extrusionOk="0">
                  <a:moveTo>
                    <a:pt x="358" y="0"/>
                  </a:moveTo>
                  <a:cubicBezTo>
                    <a:pt x="239" y="0"/>
                    <a:pt x="120" y="0"/>
                    <a:pt x="0" y="24"/>
                  </a:cubicBezTo>
                  <a:cubicBezTo>
                    <a:pt x="477" y="119"/>
                    <a:pt x="905" y="334"/>
                    <a:pt x="1239" y="643"/>
                  </a:cubicBezTo>
                  <a:cubicBezTo>
                    <a:pt x="1644" y="1072"/>
                    <a:pt x="1882" y="1596"/>
                    <a:pt x="1882" y="2239"/>
                  </a:cubicBezTo>
                  <a:lnTo>
                    <a:pt x="1882" y="3072"/>
                  </a:lnTo>
                  <a:cubicBezTo>
                    <a:pt x="1882" y="4168"/>
                    <a:pt x="1096" y="5096"/>
                    <a:pt x="0" y="5263"/>
                  </a:cubicBezTo>
                  <a:cubicBezTo>
                    <a:pt x="143" y="5287"/>
                    <a:pt x="262" y="5287"/>
                    <a:pt x="381" y="5287"/>
                  </a:cubicBezTo>
                  <a:cubicBezTo>
                    <a:pt x="1596" y="5287"/>
                    <a:pt x="2596" y="4287"/>
                    <a:pt x="2596" y="3072"/>
                  </a:cubicBezTo>
                  <a:lnTo>
                    <a:pt x="2596" y="2239"/>
                  </a:lnTo>
                  <a:cubicBezTo>
                    <a:pt x="2596" y="1596"/>
                    <a:pt x="2334" y="1048"/>
                    <a:pt x="1953" y="643"/>
                  </a:cubicBezTo>
                  <a:cubicBezTo>
                    <a:pt x="1525" y="238"/>
                    <a:pt x="1001" y="0"/>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47"/>
            <p:cNvSpPr/>
            <p:nvPr/>
          </p:nvSpPr>
          <p:spPr>
            <a:xfrm>
              <a:off x="6578198" y="3885350"/>
              <a:ext cx="38252" cy="84430"/>
            </a:xfrm>
            <a:custGeom>
              <a:avLst/>
              <a:gdLst/>
              <a:ahLst/>
              <a:cxnLst/>
              <a:rect l="l" t="t" r="r" b="b"/>
              <a:pathLst>
                <a:path w="1144" h="2525" extrusionOk="0">
                  <a:moveTo>
                    <a:pt x="239" y="0"/>
                  </a:moveTo>
                  <a:cubicBezTo>
                    <a:pt x="96" y="0"/>
                    <a:pt x="1" y="119"/>
                    <a:pt x="1" y="262"/>
                  </a:cubicBezTo>
                  <a:lnTo>
                    <a:pt x="191" y="2096"/>
                  </a:lnTo>
                  <a:cubicBezTo>
                    <a:pt x="191" y="2263"/>
                    <a:pt x="310" y="2405"/>
                    <a:pt x="453" y="2501"/>
                  </a:cubicBezTo>
                  <a:cubicBezTo>
                    <a:pt x="501" y="2525"/>
                    <a:pt x="596" y="2525"/>
                    <a:pt x="691" y="2525"/>
                  </a:cubicBezTo>
                  <a:cubicBezTo>
                    <a:pt x="929" y="2525"/>
                    <a:pt x="929" y="2358"/>
                    <a:pt x="953" y="2096"/>
                  </a:cubicBezTo>
                  <a:lnTo>
                    <a:pt x="1144" y="262"/>
                  </a:lnTo>
                  <a:cubicBezTo>
                    <a:pt x="1144" y="119"/>
                    <a:pt x="1049" y="0"/>
                    <a:pt x="906"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47"/>
            <p:cNvSpPr/>
            <p:nvPr/>
          </p:nvSpPr>
          <p:spPr>
            <a:xfrm>
              <a:off x="6592542" y="3885350"/>
              <a:ext cx="31866" cy="86035"/>
            </a:xfrm>
            <a:custGeom>
              <a:avLst/>
              <a:gdLst/>
              <a:ahLst/>
              <a:cxnLst/>
              <a:rect l="l" t="t" r="r" b="b"/>
              <a:pathLst>
                <a:path w="953" h="2573" extrusionOk="0">
                  <a:moveTo>
                    <a:pt x="191" y="0"/>
                  </a:moveTo>
                  <a:cubicBezTo>
                    <a:pt x="358" y="0"/>
                    <a:pt x="429" y="119"/>
                    <a:pt x="429" y="262"/>
                  </a:cubicBezTo>
                  <a:lnTo>
                    <a:pt x="262" y="2096"/>
                  </a:lnTo>
                  <a:cubicBezTo>
                    <a:pt x="262" y="2263"/>
                    <a:pt x="143" y="2405"/>
                    <a:pt x="0" y="2501"/>
                  </a:cubicBezTo>
                  <a:cubicBezTo>
                    <a:pt x="48" y="2525"/>
                    <a:pt x="143" y="2572"/>
                    <a:pt x="238" y="2572"/>
                  </a:cubicBezTo>
                  <a:cubicBezTo>
                    <a:pt x="500" y="2572"/>
                    <a:pt x="715" y="2358"/>
                    <a:pt x="739" y="2096"/>
                  </a:cubicBezTo>
                  <a:lnTo>
                    <a:pt x="905" y="262"/>
                  </a:lnTo>
                  <a:cubicBezTo>
                    <a:pt x="953" y="119"/>
                    <a:pt x="834" y="0"/>
                    <a:pt x="667"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2123;p42">
            <a:extLst>
              <a:ext uri="{FF2B5EF4-FFF2-40B4-BE49-F238E27FC236}">
                <a16:creationId xmlns:a16="http://schemas.microsoft.com/office/drawing/2014/main" id="{5D94227A-4B83-1F68-465F-FBFDFBD06D77}"/>
              </a:ext>
            </a:extLst>
          </p:cNvPr>
          <p:cNvSpPr txBox="1">
            <a:spLocks/>
          </p:cNvSpPr>
          <p:nvPr/>
        </p:nvSpPr>
        <p:spPr>
          <a:xfrm>
            <a:off x="720000" y="1099492"/>
            <a:ext cx="7704000" cy="73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sap"/>
              <a:buNone/>
              <a:defRPr sz="16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lgn="ctr"/>
            <a:r>
              <a:rPr lang="en-US" dirty="0">
                <a:effectLst/>
                <a:latin typeface="Times New Roman" panose="02020603050405020304" pitchFamily="18" charset="0"/>
                <a:ea typeface="Calibri" panose="020F0502020204030204" pitchFamily="34" charset="0"/>
              </a:rPr>
              <a:t>Seeking help for suicide awareness is Important for individuals struggling with suicidal thoughts or for those who want to support someone in need. </a:t>
            </a:r>
            <a:endParaRPr lang="en-GB" dirty="0"/>
          </a:p>
        </p:txBody>
      </p:sp>
      <p:grpSp>
        <p:nvGrpSpPr>
          <p:cNvPr id="13" name="Google Shape;2289;p47">
            <a:extLst>
              <a:ext uri="{FF2B5EF4-FFF2-40B4-BE49-F238E27FC236}">
                <a16:creationId xmlns:a16="http://schemas.microsoft.com/office/drawing/2014/main" id="{FBC22A8F-C1A7-9FF5-1C25-1006DD0DE488}"/>
              </a:ext>
            </a:extLst>
          </p:cNvPr>
          <p:cNvGrpSpPr/>
          <p:nvPr/>
        </p:nvGrpSpPr>
        <p:grpSpPr>
          <a:xfrm>
            <a:off x="5056454" y="3760868"/>
            <a:ext cx="288293" cy="398165"/>
            <a:chOff x="6457157" y="3885350"/>
            <a:chExt cx="288293" cy="398165"/>
          </a:xfrm>
        </p:grpSpPr>
        <p:sp>
          <p:nvSpPr>
            <p:cNvPr id="14" name="Google Shape;2290;p47">
              <a:extLst>
                <a:ext uri="{FF2B5EF4-FFF2-40B4-BE49-F238E27FC236}">
                  <a16:creationId xmlns:a16="http://schemas.microsoft.com/office/drawing/2014/main" id="{1244FEB2-9136-218C-DF21-26401BAAC3A7}"/>
                </a:ext>
              </a:extLst>
            </p:cNvPr>
            <p:cNvSpPr/>
            <p:nvPr/>
          </p:nvSpPr>
          <p:spPr>
            <a:xfrm>
              <a:off x="6457157" y="4087608"/>
              <a:ext cx="271579" cy="195108"/>
            </a:xfrm>
            <a:custGeom>
              <a:avLst/>
              <a:gdLst/>
              <a:ahLst/>
              <a:cxnLst/>
              <a:rect l="l" t="t" r="r" b="b"/>
              <a:pathLst>
                <a:path w="8122" h="5835" extrusionOk="0">
                  <a:moveTo>
                    <a:pt x="3216" y="0"/>
                  </a:moveTo>
                  <a:lnTo>
                    <a:pt x="3216" y="810"/>
                  </a:lnTo>
                  <a:cubicBezTo>
                    <a:pt x="3216" y="857"/>
                    <a:pt x="3144" y="929"/>
                    <a:pt x="3097" y="929"/>
                  </a:cubicBezTo>
                  <a:lnTo>
                    <a:pt x="1668" y="929"/>
                  </a:lnTo>
                  <a:cubicBezTo>
                    <a:pt x="739" y="929"/>
                    <a:pt x="1" y="1667"/>
                    <a:pt x="1" y="2596"/>
                  </a:cubicBezTo>
                  <a:lnTo>
                    <a:pt x="1" y="5715"/>
                  </a:lnTo>
                  <a:cubicBezTo>
                    <a:pt x="1" y="5763"/>
                    <a:pt x="49" y="5835"/>
                    <a:pt x="120" y="5835"/>
                  </a:cubicBezTo>
                  <a:lnTo>
                    <a:pt x="1549" y="5835"/>
                  </a:lnTo>
                  <a:lnTo>
                    <a:pt x="1692" y="5596"/>
                  </a:lnTo>
                  <a:lnTo>
                    <a:pt x="1906" y="5835"/>
                  </a:lnTo>
                  <a:lnTo>
                    <a:pt x="6693" y="5835"/>
                  </a:lnTo>
                  <a:lnTo>
                    <a:pt x="6931" y="5596"/>
                  </a:lnTo>
                  <a:lnTo>
                    <a:pt x="7050" y="5835"/>
                  </a:lnTo>
                  <a:lnTo>
                    <a:pt x="8003" y="5835"/>
                  </a:lnTo>
                  <a:cubicBezTo>
                    <a:pt x="8050" y="5835"/>
                    <a:pt x="8122" y="5763"/>
                    <a:pt x="8122" y="5715"/>
                  </a:cubicBezTo>
                  <a:lnTo>
                    <a:pt x="8122" y="2596"/>
                  </a:lnTo>
                  <a:cubicBezTo>
                    <a:pt x="8122" y="1691"/>
                    <a:pt x="7383" y="953"/>
                    <a:pt x="6502" y="929"/>
                  </a:cubicBezTo>
                  <a:lnTo>
                    <a:pt x="5526" y="929"/>
                  </a:lnTo>
                  <a:cubicBezTo>
                    <a:pt x="5478" y="929"/>
                    <a:pt x="5407" y="857"/>
                    <a:pt x="5407" y="810"/>
                  </a:cubicBezTo>
                  <a:lnTo>
                    <a:pt x="5407" y="0"/>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91;p47">
              <a:extLst>
                <a:ext uri="{FF2B5EF4-FFF2-40B4-BE49-F238E27FC236}">
                  <a16:creationId xmlns:a16="http://schemas.microsoft.com/office/drawing/2014/main" id="{1AD232B1-99E2-581B-2503-FC0D6ADF2606}"/>
                </a:ext>
              </a:extLst>
            </p:cNvPr>
            <p:cNvSpPr/>
            <p:nvPr/>
          </p:nvSpPr>
          <p:spPr>
            <a:xfrm>
              <a:off x="6665802" y="4118638"/>
              <a:ext cx="79648" cy="164078"/>
            </a:xfrm>
            <a:custGeom>
              <a:avLst/>
              <a:gdLst/>
              <a:ahLst/>
              <a:cxnLst/>
              <a:rect l="l" t="t" r="r" b="b"/>
              <a:pathLst>
                <a:path w="2382" h="4907" extrusionOk="0">
                  <a:moveTo>
                    <a:pt x="0" y="1"/>
                  </a:moveTo>
                  <a:cubicBezTo>
                    <a:pt x="929" y="1"/>
                    <a:pt x="1667" y="739"/>
                    <a:pt x="1667" y="1668"/>
                  </a:cubicBezTo>
                  <a:lnTo>
                    <a:pt x="1667" y="4787"/>
                  </a:lnTo>
                  <a:cubicBezTo>
                    <a:pt x="1667" y="4835"/>
                    <a:pt x="1620" y="4907"/>
                    <a:pt x="1548" y="4907"/>
                  </a:cubicBezTo>
                  <a:lnTo>
                    <a:pt x="2263" y="4907"/>
                  </a:lnTo>
                  <a:cubicBezTo>
                    <a:pt x="2334" y="4907"/>
                    <a:pt x="2382" y="4835"/>
                    <a:pt x="2382" y="4787"/>
                  </a:cubicBezTo>
                  <a:lnTo>
                    <a:pt x="2382" y="1668"/>
                  </a:lnTo>
                  <a:cubicBezTo>
                    <a:pt x="2382" y="763"/>
                    <a:pt x="1643" y="25"/>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292;p47">
              <a:extLst>
                <a:ext uri="{FF2B5EF4-FFF2-40B4-BE49-F238E27FC236}">
                  <a16:creationId xmlns:a16="http://schemas.microsoft.com/office/drawing/2014/main" id="{4EE07EC9-CBD6-EE59-DEB0-0E6AD2B309F7}"/>
                </a:ext>
              </a:extLst>
            </p:cNvPr>
            <p:cNvSpPr/>
            <p:nvPr/>
          </p:nvSpPr>
          <p:spPr>
            <a:xfrm>
              <a:off x="6508148" y="4218981"/>
              <a:ext cx="12773" cy="64534"/>
            </a:xfrm>
            <a:custGeom>
              <a:avLst/>
              <a:gdLst/>
              <a:ahLst/>
              <a:cxnLst/>
              <a:rect l="l" t="t" r="r" b="b"/>
              <a:pathLst>
                <a:path w="382" h="1930" extrusionOk="0">
                  <a:moveTo>
                    <a:pt x="191" y="0"/>
                  </a:moveTo>
                  <a:cubicBezTo>
                    <a:pt x="95" y="0"/>
                    <a:pt x="0" y="96"/>
                    <a:pt x="0" y="167"/>
                  </a:cubicBezTo>
                  <a:lnTo>
                    <a:pt x="0" y="1929"/>
                  </a:lnTo>
                  <a:lnTo>
                    <a:pt x="381" y="1929"/>
                  </a:lnTo>
                  <a:lnTo>
                    <a:pt x="381" y="167"/>
                  </a:lnTo>
                  <a:cubicBezTo>
                    <a:pt x="381" y="96"/>
                    <a:pt x="286" y="0"/>
                    <a:pt x="191"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293;p47">
              <a:extLst>
                <a:ext uri="{FF2B5EF4-FFF2-40B4-BE49-F238E27FC236}">
                  <a16:creationId xmlns:a16="http://schemas.microsoft.com/office/drawing/2014/main" id="{46DF7BBB-638C-4E29-C7CE-149CE27A4567}"/>
                </a:ext>
              </a:extLst>
            </p:cNvPr>
            <p:cNvSpPr/>
            <p:nvPr/>
          </p:nvSpPr>
          <p:spPr>
            <a:xfrm>
              <a:off x="6680915" y="4218981"/>
              <a:ext cx="11971" cy="64534"/>
            </a:xfrm>
            <a:custGeom>
              <a:avLst/>
              <a:gdLst/>
              <a:ahLst/>
              <a:cxnLst/>
              <a:rect l="l" t="t" r="r" b="b"/>
              <a:pathLst>
                <a:path w="358" h="1930" extrusionOk="0">
                  <a:moveTo>
                    <a:pt x="167" y="0"/>
                  </a:moveTo>
                  <a:cubicBezTo>
                    <a:pt x="96" y="0"/>
                    <a:pt x="1" y="96"/>
                    <a:pt x="1" y="167"/>
                  </a:cubicBezTo>
                  <a:lnTo>
                    <a:pt x="1" y="1929"/>
                  </a:lnTo>
                  <a:lnTo>
                    <a:pt x="358" y="1929"/>
                  </a:lnTo>
                  <a:lnTo>
                    <a:pt x="358" y="167"/>
                  </a:lnTo>
                  <a:cubicBezTo>
                    <a:pt x="358" y="96"/>
                    <a:pt x="263" y="0"/>
                    <a:pt x="167"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294;p47">
              <a:extLst>
                <a:ext uri="{FF2B5EF4-FFF2-40B4-BE49-F238E27FC236}">
                  <a16:creationId xmlns:a16="http://schemas.microsoft.com/office/drawing/2014/main" id="{5459B4F7-9C95-AA34-24BF-B7485F02040A}"/>
                </a:ext>
              </a:extLst>
            </p:cNvPr>
            <p:cNvSpPr/>
            <p:nvPr/>
          </p:nvSpPr>
          <p:spPr>
            <a:xfrm>
              <a:off x="6570240" y="4152877"/>
              <a:ext cx="62160" cy="101182"/>
            </a:xfrm>
            <a:custGeom>
              <a:avLst/>
              <a:gdLst/>
              <a:ahLst/>
              <a:cxnLst/>
              <a:rect l="l" t="t" r="r" b="b"/>
              <a:pathLst>
                <a:path w="1859" h="3026" extrusionOk="0">
                  <a:moveTo>
                    <a:pt x="929" y="1"/>
                  </a:moveTo>
                  <a:cubicBezTo>
                    <a:pt x="834" y="1"/>
                    <a:pt x="739" y="96"/>
                    <a:pt x="739" y="191"/>
                  </a:cubicBezTo>
                  <a:lnTo>
                    <a:pt x="739" y="834"/>
                  </a:lnTo>
                  <a:lnTo>
                    <a:pt x="191" y="834"/>
                  </a:lnTo>
                  <a:cubicBezTo>
                    <a:pt x="96" y="834"/>
                    <a:pt x="1" y="930"/>
                    <a:pt x="1" y="1025"/>
                  </a:cubicBezTo>
                  <a:cubicBezTo>
                    <a:pt x="1" y="1120"/>
                    <a:pt x="96" y="1192"/>
                    <a:pt x="191" y="1192"/>
                  </a:cubicBezTo>
                  <a:lnTo>
                    <a:pt x="739" y="1192"/>
                  </a:lnTo>
                  <a:lnTo>
                    <a:pt x="739" y="2835"/>
                  </a:lnTo>
                  <a:cubicBezTo>
                    <a:pt x="739" y="2930"/>
                    <a:pt x="834" y="3025"/>
                    <a:pt x="929" y="3025"/>
                  </a:cubicBezTo>
                  <a:cubicBezTo>
                    <a:pt x="1025" y="3025"/>
                    <a:pt x="1096" y="2930"/>
                    <a:pt x="1096" y="2835"/>
                  </a:cubicBezTo>
                  <a:lnTo>
                    <a:pt x="1096" y="1239"/>
                  </a:lnTo>
                  <a:lnTo>
                    <a:pt x="1668" y="1239"/>
                  </a:lnTo>
                  <a:cubicBezTo>
                    <a:pt x="1763" y="1239"/>
                    <a:pt x="1858" y="1144"/>
                    <a:pt x="1858" y="1049"/>
                  </a:cubicBezTo>
                  <a:cubicBezTo>
                    <a:pt x="1858" y="930"/>
                    <a:pt x="1763" y="834"/>
                    <a:pt x="1668" y="834"/>
                  </a:cubicBezTo>
                  <a:lnTo>
                    <a:pt x="1096" y="834"/>
                  </a:lnTo>
                  <a:lnTo>
                    <a:pt x="1096" y="191"/>
                  </a:lnTo>
                  <a:cubicBezTo>
                    <a:pt x="1096" y="96"/>
                    <a:pt x="1025" y="1"/>
                    <a:pt x="9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295;p47">
              <a:extLst>
                <a:ext uri="{FF2B5EF4-FFF2-40B4-BE49-F238E27FC236}">
                  <a16:creationId xmlns:a16="http://schemas.microsoft.com/office/drawing/2014/main" id="{26FB50E0-C242-56E4-FF76-E37A25AE3C7B}"/>
                </a:ext>
              </a:extLst>
            </p:cNvPr>
            <p:cNvSpPr/>
            <p:nvPr/>
          </p:nvSpPr>
          <p:spPr>
            <a:xfrm>
              <a:off x="6668978" y="3993618"/>
              <a:ext cx="39857" cy="51795"/>
            </a:xfrm>
            <a:custGeom>
              <a:avLst/>
              <a:gdLst/>
              <a:ahLst/>
              <a:cxnLst/>
              <a:rect l="l" t="t" r="r" b="b"/>
              <a:pathLst>
                <a:path w="1192" h="1549" extrusionOk="0">
                  <a:moveTo>
                    <a:pt x="1" y="1"/>
                  </a:moveTo>
                  <a:lnTo>
                    <a:pt x="1" y="1549"/>
                  </a:lnTo>
                  <a:lnTo>
                    <a:pt x="405" y="1549"/>
                  </a:lnTo>
                  <a:cubicBezTo>
                    <a:pt x="834" y="1549"/>
                    <a:pt x="1191" y="1192"/>
                    <a:pt x="1191" y="787"/>
                  </a:cubicBezTo>
                  <a:cubicBezTo>
                    <a:pt x="1191" y="334"/>
                    <a:pt x="834" y="1"/>
                    <a:pt x="40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296;p47">
              <a:extLst>
                <a:ext uri="{FF2B5EF4-FFF2-40B4-BE49-F238E27FC236}">
                  <a16:creationId xmlns:a16="http://schemas.microsoft.com/office/drawing/2014/main" id="{92DA91F3-031A-8000-B80E-562838902D46}"/>
                </a:ext>
              </a:extLst>
            </p:cNvPr>
            <p:cNvSpPr/>
            <p:nvPr/>
          </p:nvSpPr>
          <p:spPr>
            <a:xfrm>
              <a:off x="6493001" y="3993618"/>
              <a:ext cx="39857" cy="51795"/>
            </a:xfrm>
            <a:custGeom>
              <a:avLst/>
              <a:gdLst/>
              <a:ahLst/>
              <a:cxnLst/>
              <a:rect l="l" t="t" r="r" b="b"/>
              <a:pathLst>
                <a:path w="1192" h="1549" extrusionOk="0">
                  <a:moveTo>
                    <a:pt x="763" y="1"/>
                  </a:moveTo>
                  <a:cubicBezTo>
                    <a:pt x="358" y="1"/>
                    <a:pt x="1" y="334"/>
                    <a:pt x="1" y="787"/>
                  </a:cubicBezTo>
                  <a:cubicBezTo>
                    <a:pt x="1" y="1192"/>
                    <a:pt x="358" y="1549"/>
                    <a:pt x="763" y="1549"/>
                  </a:cubicBezTo>
                  <a:lnTo>
                    <a:pt x="1191" y="1549"/>
                  </a:lnTo>
                  <a:lnTo>
                    <a:pt x="1191"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297;p47">
              <a:extLst>
                <a:ext uri="{FF2B5EF4-FFF2-40B4-BE49-F238E27FC236}">
                  <a16:creationId xmlns:a16="http://schemas.microsoft.com/office/drawing/2014/main" id="{DE7F609B-8886-CF29-C2A8-C1B90D031F82}"/>
                </a:ext>
              </a:extLst>
            </p:cNvPr>
            <p:cNvSpPr/>
            <p:nvPr/>
          </p:nvSpPr>
          <p:spPr>
            <a:xfrm>
              <a:off x="6490627" y="4155284"/>
              <a:ext cx="43803" cy="36647"/>
            </a:xfrm>
            <a:custGeom>
              <a:avLst/>
              <a:gdLst/>
              <a:ahLst/>
              <a:cxnLst/>
              <a:rect l="l" t="t" r="r" b="b"/>
              <a:pathLst>
                <a:path w="1310" h="1096" extrusionOk="0">
                  <a:moveTo>
                    <a:pt x="310" y="0"/>
                  </a:moveTo>
                  <a:cubicBezTo>
                    <a:pt x="238" y="0"/>
                    <a:pt x="143" y="24"/>
                    <a:pt x="95" y="96"/>
                  </a:cubicBezTo>
                  <a:cubicBezTo>
                    <a:pt x="24" y="143"/>
                    <a:pt x="0" y="215"/>
                    <a:pt x="0" y="286"/>
                  </a:cubicBezTo>
                  <a:cubicBezTo>
                    <a:pt x="0" y="405"/>
                    <a:pt x="72" y="500"/>
                    <a:pt x="143" y="596"/>
                  </a:cubicBezTo>
                  <a:lnTo>
                    <a:pt x="667" y="1096"/>
                  </a:lnTo>
                  <a:lnTo>
                    <a:pt x="715" y="1096"/>
                  </a:lnTo>
                  <a:lnTo>
                    <a:pt x="1167" y="596"/>
                  </a:lnTo>
                  <a:cubicBezTo>
                    <a:pt x="1262" y="500"/>
                    <a:pt x="1310" y="381"/>
                    <a:pt x="1310" y="286"/>
                  </a:cubicBezTo>
                  <a:cubicBezTo>
                    <a:pt x="1310" y="238"/>
                    <a:pt x="1286" y="143"/>
                    <a:pt x="1215" y="96"/>
                  </a:cubicBezTo>
                  <a:cubicBezTo>
                    <a:pt x="1167" y="24"/>
                    <a:pt x="1096" y="0"/>
                    <a:pt x="1024" y="0"/>
                  </a:cubicBezTo>
                  <a:cubicBezTo>
                    <a:pt x="929" y="0"/>
                    <a:pt x="786" y="48"/>
                    <a:pt x="691" y="143"/>
                  </a:cubicBezTo>
                  <a:cubicBezTo>
                    <a:pt x="679" y="155"/>
                    <a:pt x="673" y="161"/>
                    <a:pt x="664" y="161"/>
                  </a:cubicBezTo>
                  <a:cubicBezTo>
                    <a:pt x="655" y="161"/>
                    <a:pt x="643" y="155"/>
                    <a:pt x="619" y="143"/>
                  </a:cubicBezTo>
                  <a:cubicBezTo>
                    <a:pt x="572" y="96"/>
                    <a:pt x="429" y="0"/>
                    <a:pt x="310"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98;p47">
              <a:extLst>
                <a:ext uri="{FF2B5EF4-FFF2-40B4-BE49-F238E27FC236}">
                  <a16:creationId xmlns:a16="http://schemas.microsoft.com/office/drawing/2014/main" id="{15CE3CE8-43EC-4DE3-9769-3EB73A4D72C1}"/>
                </a:ext>
              </a:extLst>
            </p:cNvPr>
            <p:cNvSpPr/>
            <p:nvPr/>
          </p:nvSpPr>
          <p:spPr>
            <a:xfrm>
              <a:off x="6664999" y="4155284"/>
              <a:ext cx="43837" cy="36647"/>
            </a:xfrm>
            <a:custGeom>
              <a:avLst/>
              <a:gdLst/>
              <a:ahLst/>
              <a:cxnLst/>
              <a:rect l="l" t="t" r="r" b="b"/>
              <a:pathLst>
                <a:path w="1311" h="1096" extrusionOk="0">
                  <a:moveTo>
                    <a:pt x="286" y="0"/>
                  </a:moveTo>
                  <a:cubicBezTo>
                    <a:pt x="239" y="0"/>
                    <a:pt x="143" y="24"/>
                    <a:pt x="72" y="96"/>
                  </a:cubicBezTo>
                  <a:cubicBezTo>
                    <a:pt x="24" y="143"/>
                    <a:pt x="0" y="215"/>
                    <a:pt x="0" y="286"/>
                  </a:cubicBezTo>
                  <a:cubicBezTo>
                    <a:pt x="0" y="405"/>
                    <a:pt x="48" y="500"/>
                    <a:pt x="143" y="596"/>
                  </a:cubicBezTo>
                  <a:lnTo>
                    <a:pt x="643" y="1096"/>
                  </a:lnTo>
                  <a:lnTo>
                    <a:pt x="715" y="1096"/>
                  </a:lnTo>
                  <a:lnTo>
                    <a:pt x="1167" y="596"/>
                  </a:lnTo>
                  <a:cubicBezTo>
                    <a:pt x="1239" y="500"/>
                    <a:pt x="1310" y="381"/>
                    <a:pt x="1310" y="286"/>
                  </a:cubicBezTo>
                  <a:cubicBezTo>
                    <a:pt x="1310" y="238"/>
                    <a:pt x="1286" y="143"/>
                    <a:pt x="1215" y="96"/>
                  </a:cubicBezTo>
                  <a:cubicBezTo>
                    <a:pt x="1167" y="24"/>
                    <a:pt x="1096" y="0"/>
                    <a:pt x="1001" y="0"/>
                  </a:cubicBezTo>
                  <a:cubicBezTo>
                    <a:pt x="929" y="0"/>
                    <a:pt x="763" y="48"/>
                    <a:pt x="691" y="143"/>
                  </a:cubicBezTo>
                  <a:cubicBezTo>
                    <a:pt x="667" y="155"/>
                    <a:pt x="655" y="161"/>
                    <a:pt x="646" y="161"/>
                  </a:cubicBezTo>
                  <a:cubicBezTo>
                    <a:pt x="638" y="161"/>
                    <a:pt x="632" y="155"/>
                    <a:pt x="620" y="143"/>
                  </a:cubicBezTo>
                  <a:cubicBezTo>
                    <a:pt x="572" y="96"/>
                    <a:pt x="405" y="0"/>
                    <a:pt x="286"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299;p47">
              <a:extLst>
                <a:ext uri="{FF2B5EF4-FFF2-40B4-BE49-F238E27FC236}">
                  <a16:creationId xmlns:a16="http://schemas.microsoft.com/office/drawing/2014/main" id="{A2B9C8D0-D120-B482-3850-147C7ECF8DD5}"/>
                </a:ext>
              </a:extLst>
            </p:cNvPr>
            <p:cNvSpPr/>
            <p:nvPr/>
          </p:nvSpPr>
          <p:spPr>
            <a:xfrm>
              <a:off x="6525635" y="3928784"/>
              <a:ext cx="148162" cy="175580"/>
            </a:xfrm>
            <a:custGeom>
              <a:avLst/>
              <a:gdLst/>
              <a:ahLst/>
              <a:cxnLst/>
              <a:rect l="l" t="t" r="r" b="b"/>
              <a:pathLst>
                <a:path w="4431" h="5251" extrusionOk="0">
                  <a:moveTo>
                    <a:pt x="1978" y="0"/>
                  </a:moveTo>
                  <a:cubicBezTo>
                    <a:pt x="1938" y="0"/>
                    <a:pt x="1898" y="3"/>
                    <a:pt x="1858" y="11"/>
                  </a:cubicBezTo>
                  <a:cubicBezTo>
                    <a:pt x="811" y="201"/>
                    <a:pt x="1" y="1106"/>
                    <a:pt x="1" y="2226"/>
                  </a:cubicBezTo>
                  <a:lnTo>
                    <a:pt x="1" y="3059"/>
                  </a:lnTo>
                  <a:cubicBezTo>
                    <a:pt x="1" y="4155"/>
                    <a:pt x="787" y="5083"/>
                    <a:pt x="1858" y="5250"/>
                  </a:cubicBezTo>
                  <a:lnTo>
                    <a:pt x="2239" y="5250"/>
                  </a:lnTo>
                  <a:cubicBezTo>
                    <a:pt x="3454" y="5250"/>
                    <a:pt x="4430" y="4274"/>
                    <a:pt x="4430" y="3059"/>
                  </a:cubicBezTo>
                  <a:lnTo>
                    <a:pt x="4430" y="2226"/>
                  </a:lnTo>
                  <a:cubicBezTo>
                    <a:pt x="4430" y="987"/>
                    <a:pt x="3454" y="11"/>
                    <a:pt x="2239" y="11"/>
                  </a:cubicBezTo>
                  <a:cubicBezTo>
                    <a:pt x="2144" y="11"/>
                    <a:pt x="2060" y="0"/>
                    <a:pt x="197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300;p47">
              <a:extLst>
                <a:ext uri="{FF2B5EF4-FFF2-40B4-BE49-F238E27FC236}">
                  <a16:creationId xmlns:a16="http://schemas.microsoft.com/office/drawing/2014/main" id="{CE9E49B8-8F1B-2532-C07D-EADD95F9A121}"/>
                </a:ext>
              </a:extLst>
            </p:cNvPr>
            <p:cNvSpPr/>
            <p:nvPr/>
          </p:nvSpPr>
          <p:spPr>
            <a:xfrm>
              <a:off x="6587761" y="3928350"/>
              <a:ext cx="86837" cy="176784"/>
            </a:xfrm>
            <a:custGeom>
              <a:avLst/>
              <a:gdLst/>
              <a:ahLst/>
              <a:cxnLst/>
              <a:rect l="l" t="t" r="r" b="b"/>
              <a:pathLst>
                <a:path w="2597" h="5287" extrusionOk="0">
                  <a:moveTo>
                    <a:pt x="358" y="0"/>
                  </a:moveTo>
                  <a:cubicBezTo>
                    <a:pt x="239" y="0"/>
                    <a:pt x="120" y="0"/>
                    <a:pt x="0" y="24"/>
                  </a:cubicBezTo>
                  <a:cubicBezTo>
                    <a:pt x="477" y="119"/>
                    <a:pt x="905" y="334"/>
                    <a:pt x="1239" y="643"/>
                  </a:cubicBezTo>
                  <a:cubicBezTo>
                    <a:pt x="1644" y="1072"/>
                    <a:pt x="1882" y="1596"/>
                    <a:pt x="1882" y="2239"/>
                  </a:cubicBezTo>
                  <a:lnTo>
                    <a:pt x="1882" y="3072"/>
                  </a:lnTo>
                  <a:cubicBezTo>
                    <a:pt x="1882" y="4168"/>
                    <a:pt x="1096" y="5096"/>
                    <a:pt x="0" y="5263"/>
                  </a:cubicBezTo>
                  <a:cubicBezTo>
                    <a:pt x="143" y="5287"/>
                    <a:pt x="262" y="5287"/>
                    <a:pt x="381" y="5287"/>
                  </a:cubicBezTo>
                  <a:cubicBezTo>
                    <a:pt x="1596" y="5287"/>
                    <a:pt x="2596" y="4287"/>
                    <a:pt x="2596" y="3072"/>
                  </a:cubicBezTo>
                  <a:lnTo>
                    <a:pt x="2596" y="2239"/>
                  </a:lnTo>
                  <a:cubicBezTo>
                    <a:pt x="2596" y="1596"/>
                    <a:pt x="2334" y="1048"/>
                    <a:pt x="1953" y="643"/>
                  </a:cubicBezTo>
                  <a:cubicBezTo>
                    <a:pt x="1525" y="238"/>
                    <a:pt x="1001" y="0"/>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301;p47">
              <a:extLst>
                <a:ext uri="{FF2B5EF4-FFF2-40B4-BE49-F238E27FC236}">
                  <a16:creationId xmlns:a16="http://schemas.microsoft.com/office/drawing/2014/main" id="{53BEB9A8-7A2B-A64D-103C-91A3A389E31F}"/>
                </a:ext>
              </a:extLst>
            </p:cNvPr>
            <p:cNvSpPr/>
            <p:nvPr/>
          </p:nvSpPr>
          <p:spPr>
            <a:xfrm>
              <a:off x="6578198" y="3885350"/>
              <a:ext cx="38252" cy="84430"/>
            </a:xfrm>
            <a:custGeom>
              <a:avLst/>
              <a:gdLst/>
              <a:ahLst/>
              <a:cxnLst/>
              <a:rect l="l" t="t" r="r" b="b"/>
              <a:pathLst>
                <a:path w="1144" h="2525" extrusionOk="0">
                  <a:moveTo>
                    <a:pt x="239" y="0"/>
                  </a:moveTo>
                  <a:cubicBezTo>
                    <a:pt x="96" y="0"/>
                    <a:pt x="1" y="119"/>
                    <a:pt x="1" y="262"/>
                  </a:cubicBezTo>
                  <a:lnTo>
                    <a:pt x="191" y="2096"/>
                  </a:lnTo>
                  <a:cubicBezTo>
                    <a:pt x="191" y="2263"/>
                    <a:pt x="310" y="2405"/>
                    <a:pt x="453" y="2501"/>
                  </a:cubicBezTo>
                  <a:cubicBezTo>
                    <a:pt x="501" y="2525"/>
                    <a:pt x="596" y="2525"/>
                    <a:pt x="691" y="2525"/>
                  </a:cubicBezTo>
                  <a:cubicBezTo>
                    <a:pt x="929" y="2525"/>
                    <a:pt x="929" y="2358"/>
                    <a:pt x="953" y="2096"/>
                  </a:cubicBezTo>
                  <a:lnTo>
                    <a:pt x="1144" y="262"/>
                  </a:lnTo>
                  <a:cubicBezTo>
                    <a:pt x="1144" y="119"/>
                    <a:pt x="1049" y="0"/>
                    <a:pt x="906"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302;p47">
              <a:extLst>
                <a:ext uri="{FF2B5EF4-FFF2-40B4-BE49-F238E27FC236}">
                  <a16:creationId xmlns:a16="http://schemas.microsoft.com/office/drawing/2014/main" id="{06F51ECA-2BEA-6994-38C1-C2D0B2AAEA83}"/>
                </a:ext>
              </a:extLst>
            </p:cNvPr>
            <p:cNvSpPr/>
            <p:nvPr/>
          </p:nvSpPr>
          <p:spPr>
            <a:xfrm>
              <a:off x="6592542" y="3885350"/>
              <a:ext cx="31866" cy="86035"/>
            </a:xfrm>
            <a:custGeom>
              <a:avLst/>
              <a:gdLst/>
              <a:ahLst/>
              <a:cxnLst/>
              <a:rect l="l" t="t" r="r" b="b"/>
              <a:pathLst>
                <a:path w="953" h="2573" extrusionOk="0">
                  <a:moveTo>
                    <a:pt x="191" y="0"/>
                  </a:moveTo>
                  <a:cubicBezTo>
                    <a:pt x="358" y="0"/>
                    <a:pt x="429" y="119"/>
                    <a:pt x="429" y="262"/>
                  </a:cubicBezTo>
                  <a:lnTo>
                    <a:pt x="262" y="2096"/>
                  </a:lnTo>
                  <a:cubicBezTo>
                    <a:pt x="262" y="2263"/>
                    <a:pt x="143" y="2405"/>
                    <a:pt x="0" y="2501"/>
                  </a:cubicBezTo>
                  <a:cubicBezTo>
                    <a:pt x="48" y="2525"/>
                    <a:pt x="143" y="2572"/>
                    <a:pt x="238" y="2572"/>
                  </a:cubicBezTo>
                  <a:cubicBezTo>
                    <a:pt x="500" y="2572"/>
                    <a:pt x="715" y="2358"/>
                    <a:pt x="739" y="2096"/>
                  </a:cubicBezTo>
                  <a:lnTo>
                    <a:pt x="905" y="262"/>
                  </a:lnTo>
                  <a:cubicBezTo>
                    <a:pt x="953" y="119"/>
                    <a:pt x="834" y="0"/>
                    <a:pt x="667"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289;p47">
            <a:extLst>
              <a:ext uri="{FF2B5EF4-FFF2-40B4-BE49-F238E27FC236}">
                <a16:creationId xmlns:a16="http://schemas.microsoft.com/office/drawing/2014/main" id="{E693EB6D-D316-F462-96D2-05A4A7B9515E}"/>
              </a:ext>
            </a:extLst>
          </p:cNvPr>
          <p:cNvGrpSpPr/>
          <p:nvPr/>
        </p:nvGrpSpPr>
        <p:grpSpPr>
          <a:xfrm>
            <a:off x="1418963" y="3705187"/>
            <a:ext cx="288293" cy="398165"/>
            <a:chOff x="6457157" y="3885350"/>
            <a:chExt cx="288293" cy="398165"/>
          </a:xfrm>
        </p:grpSpPr>
        <p:sp>
          <p:nvSpPr>
            <p:cNvPr id="28" name="Google Shape;2290;p47">
              <a:extLst>
                <a:ext uri="{FF2B5EF4-FFF2-40B4-BE49-F238E27FC236}">
                  <a16:creationId xmlns:a16="http://schemas.microsoft.com/office/drawing/2014/main" id="{59764A11-37DC-7A48-0AE1-735599372A4C}"/>
                </a:ext>
              </a:extLst>
            </p:cNvPr>
            <p:cNvSpPr/>
            <p:nvPr/>
          </p:nvSpPr>
          <p:spPr>
            <a:xfrm>
              <a:off x="6457157" y="4087608"/>
              <a:ext cx="271579" cy="195108"/>
            </a:xfrm>
            <a:custGeom>
              <a:avLst/>
              <a:gdLst/>
              <a:ahLst/>
              <a:cxnLst/>
              <a:rect l="l" t="t" r="r" b="b"/>
              <a:pathLst>
                <a:path w="8122" h="5835" extrusionOk="0">
                  <a:moveTo>
                    <a:pt x="3216" y="0"/>
                  </a:moveTo>
                  <a:lnTo>
                    <a:pt x="3216" y="810"/>
                  </a:lnTo>
                  <a:cubicBezTo>
                    <a:pt x="3216" y="857"/>
                    <a:pt x="3144" y="929"/>
                    <a:pt x="3097" y="929"/>
                  </a:cubicBezTo>
                  <a:lnTo>
                    <a:pt x="1668" y="929"/>
                  </a:lnTo>
                  <a:cubicBezTo>
                    <a:pt x="739" y="929"/>
                    <a:pt x="1" y="1667"/>
                    <a:pt x="1" y="2596"/>
                  </a:cubicBezTo>
                  <a:lnTo>
                    <a:pt x="1" y="5715"/>
                  </a:lnTo>
                  <a:cubicBezTo>
                    <a:pt x="1" y="5763"/>
                    <a:pt x="49" y="5835"/>
                    <a:pt x="120" y="5835"/>
                  </a:cubicBezTo>
                  <a:lnTo>
                    <a:pt x="1549" y="5835"/>
                  </a:lnTo>
                  <a:lnTo>
                    <a:pt x="1692" y="5596"/>
                  </a:lnTo>
                  <a:lnTo>
                    <a:pt x="1906" y="5835"/>
                  </a:lnTo>
                  <a:lnTo>
                    <a:pt x="6693" y="5835"/>
                  </a:lnTo>
                  <a:lnTo>
                    <a:pt x="6931" y="5596"/>
                  </a:lnTo>
                  <a:lnTo>
                    <a:pt x="7050" y="5835"/>
                  </a:lnTo>
                  <a:lnTo>
                    <a:pt x="8003" y="5835"/>
                  </a:lnTo>
                  <a:cubicBezTo>
                    <a:pt x="8050" y="5835"/>
                    <a:pt x="8122" y="5763"/>
                    <a:pt x="8122" y="5715"/>
                  </a:cubicBezTo>
                  <a:lnTo>
                    <a:pt x="8122" y="2596"/>
                  </a:lnTo>
                  <a:cubicBezTo>
                    <a:pt x="8122" y="1691"/>
                    <a:pt x="7383" y="953"/>
                    <a:pt x="6502" y="929"/>
                  </a:cubicBezTo>
                  <a:lnTo>
                    <a:pt x="5526" y="929"/>
                  </a:lnTo>
                  <a:cubicBezTo>
                    <a:pt x="5478" y="929"/>
                    <a:pt x="5407" y="857"/>
                    <a:pt x="5407" y="810"/>
                  </a:cubicBezTo>
                  <a:lnTo>
                    <a:pt x="5407" y="0"/>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291;p47">
              <a:extLst>
                <a:ext uri="{FF2B5EF4-FFF2-40B4-BE49-F238E27FC236}">
                  <a16:creationId xmlns:a16="http://schemas.microsoft.com/office/drawing/2014/main" id="{9DD18DD1-5057-4F51-6863-FEB61D9983BC}"/>
                </a:ext>
              </a:extLst>
            </p:cNvPr>
            <p:cNvSpPr/>
            <p:nvPr/>
          </p:nvSpPr>
          <p:spPr>
            <a:xfrm>
              <a:off x="6665802" y="4118638"/>
              <a:ext cx="79648" cy="164078"/>
            </a:xfrm>
            <a:custGeom>
              <a:avLst/>
              <a:gdLst/>
              <a:ahLst/>
              <a:cxnLst/>
              <a:rect l="l" t="t" r="r" b="b"/>
              <a:pathLst>
                <a:path w="2382" h="4907" extrusionOk="0">
                  <a:moveTo>
                    <a:pt x="0" y="1"/>
                  </a:moveTo>
                  <a:cubicBezTo>
                    <a:pt x="929" y="1"/>
                    <a:pt x="1667" y="739"/>
                    <a:pt x="1667" y="1668"/>
                  </a:cubicBezTo>
                  <a:lnTo>
                    <a:pt x="1667" y="4787"/>
                  </a:lnTo>
                  <a:cubicBezTo>
                    <a:pt x="1667" y="4835"/>
                    <a:pt x="1620" y="4907"/>
                    <a:pt x="1548" y="4907"/>
                  </a:cubicBezTo>
                  <a:lnTo>
                    <a:pt x="2263" y="4907"/>
                  </a:lnTo>
                  <a:cubicBezTo>
                    <a:pt x="2334" y="4907"/>
                    <a:pt x="2382" y="4835"/>
                    <a:pt x="2382" y="4787"/>
                  </a:cubicBezTo>
                  <a:lnTo>
                    <a:pt x="2382" y="1668"/>
                  </a:lnTo>
                  <a:cubicBezTo>
                    <a:pt x="2382" y="763"/>
                    <a:pt x="1643" y="25"/>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292;p47">
              <a:extLst>
                <a:ext uri="{FF2B5EF4-FFF2-40B4-BE49-F238E27FC236}">
                  <a16:creationId xmlns:a16="http://schemas.microsoft.com/office/drawing/2014/main" id="{BFA7D19C-A35F-A85E-EDD6-61E00CB3FE9C}"/>
                </a:ext>
              </a:extLst>
            </p:cNvPr>
            <p:cNvSpPr/>
            <p:nvPr/>
          </p:nvSpPr>
          <p:spPr>
            <a:xfrm>
              <a:off x="6508148" y="4218981"/>
              <a:ext cx="12773" cy="64534"/>
            </a:xfrm>
            <a:custGeom>
              <a:avLst/>
              <a:gdLst/>
              <a:ahLst/>
              <a:cxnLst/>
              <a:rect l="l" t="t" r="r" b="b"/>
              <a:pathLst>
                <a:path w="382" h="1930" extrusionOk="0">
                  <a:moveTo>
                    <a:pt x="191" y="0"/>
                  </a:moveTo>
                  <a:cubicBezTo>
                    <a:pt x="95" y="0"/>
                    <a:pt x="0" y="96"/>
                    <a:pt x="0" y="167"/>
                  </a:cubicBezTo>
                  <a:lnTo>
                    <a:pt x="0" y="1929"/>
                  </a:lnTo>
                  <a:lnTo>
                    <a:pt x="381" y="1929"/>
                  </a:lnTo>
                  <a:lnTo>
                    <a:pt x="381" y="167"/>
                  </a:lnTo>
                  <a:cubicBezTo>
                    <a:pt x="381" y="96"/>
                    <a:pt x="286" y="0"/>
                    <a:pt x="191"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293;p47">
              <a:extLst>
                <a:ext uri="{FF2B5EF4-FFF2-40B4-BE49-F238E27FC236}">
                  <a16:creationId xmlns:a16="http://schemas.microsoft.com/office/drawing/2014/main" id="{5F40445F-56F5-BD31-83FC-69E505763BD9}"/>
                </a:ext>
              </a:extLst>
            </p:cNvPr>
            <p:cNvSpPr/>
            <p:nvPr/>
          </p:nvSpPr>
          <p:spPr>
            <a:xfrm>
              <a:off x="6680915" y="4218981"/>
              <a:ext cx="11971" cy="64534"/>
            </a:xfrm>
            <a:custGeom>
              <a:avLst/>
              <a:gdLst/>
              <a:ahLst/>
              <a:cxnLst/>
              <a:rect l="l" t="t" r="r" b="b"/>
              <a:pathLst>
                <a:path w="358" h="1930" extrusionOk="0">
                  <a:moveTo>
                    <a:pt x="167" y="0"/>
                  </a:moveTo>
                  <a:cubicBezTo>
                    <a:pt x="96" y="0"/>
                    <a:pt x="1" y="96"/>
                    <a:pt x="1" y="167"/>
                  </a:cubicBezTo>
                  <a:lnTo>
                    <a:pt x="1" y="1929"/>
                  </a:lnTo>
                  <a:lnTo>
                    <a:pt x="358" y="1929"/>
                  </a:lnTo>
                  <a:lnTo>
                    <a:pt x="358" y="167"/>
                  </a:lnTo>
                  <a:cubicBezTo>
                    <a:pt x="358" y="96"/>
                    <a:pt x="263" y="0"/>
                    <a:pt x="167"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294;p47">
              <a:extLst>
                <a:ext uri="{FF2B5EF4-FFF2-40B4-BE49-F238E27FC236}">
                  <a16:creationId xmlns:a16="http://schemas.microsoft.com/office/drawing/2014/main" id="{A4DB7A62-A20C-5C45-6921-A8CCA37278A3}"/>
                </a:ext>
              </a:extLst>
            </p:cNvPr>
            <p:cNvSpPr/>
            <p:nvPr/>
          </p:nvSpPr>
          <p:spPr>
            <a:xfrm>
              <a:off x="6570240" y="4152877"/>
              <a:ext cx="62160" cy="101182"/>
            </a:xfrm>
            <a:custGeom>
              <a:avLst/>
              <a:gdLst/>
              <a:ahLst/>
              <a:cxnLst/>
              <a:rect l="l" t="t" r="r" b="b"/>
              <a:pathLst>
                <a:path w="1859" h="3026" extrusionOk="0">
                  <a:moveTo>
                    <a:pt x="929" y="1"/>
                  </a:moveTo>
                  <a:cubicBezTo>
                    <a:pt x="834" y="1"/>
                    <a:pt x="739" y="96"/>
                    <a:pt x="739" y="191"/>
                  </a:cubicBezTo>
                  <a:lnTo>
                    <a:pt x="739" y="834"/>
                  </a:lnTo>
                  <a:lnTo>
                    <a:pt x="191" y="834"/>
                  </a:lnTo>
                  <a:cubicBezTo>
                    <a:pt x="96" y="834"/>
                    <a:pt x="1" y="930"/>
                    <a:pt x="1" y="1025"/>
                  </a:cubicBezTo>
                  <a:cubicBezTo>
                    <a:pt x="1" y="1120"/>
                    <a:pt x="96" y="1192"/>
                    <a:pt x="191" y="1192"/>
                  </a:cubicBezTo>
                  <a:lnTo>
                    <a:pt x="739" y="1192"/>
                  </a:lnTo>
                  <a:lnTo>
                    <a:pt x="739" y="2835"/>
                  </a:lnTo>
                  <a:cubicBezTo>
                    <a:pt x="739" y="2930"/>
                    <a:pt x="834" y="3025"/>
                    <a:pt x="929" y="3025"/>
                  </a:cubicBezTo>
                  <a:cubicBezTo>
                    <a:pt x="1025" y="3025"/>
                    <a:pt x="1096" y="2930"/>
                    <a:pt x="1096" y="2835"/>
                  </a:cubicBezTo>
                  <a:lnTo>
                    <a:pt x="1096" y="1239"/>
                  </a:lnTo>
                  <a:lnTo>
                    <a:pt x="1668" y="1239"/>
                  </a:lnTo>
                  <a:cubicBezTo>
                    <a:pt x="1763" y="1239"/>
                    <a:pt x="1858" y="1144"/>
                    <a:pt x="1858" y="1049"/>
                  </a:cubicBezTo>
                  <a:cubicBezTo>
                    <a:pt x="1858" y="930"/>
                    <a:pt x="1763" y="834"/>
                    <a:pt x="1668" y="834"/>
                  </a:cubicBezTo>
                  <a:lnTo>
                    <a:pt x="1096" y="834"/>
                  </a:lnTo>
                  <a:lnTo>
                    <a:pt x="1096" y="191"/>
                  </a:lnTo>
                  <a:cubicBezTo>
                    <a:pt x="1096" y="96"/>
                    <a:pt x="1025" y="1"/>
                    <a:pt x="9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295;p47">
              <a:extLst>
                <a:ext uri="{FF2B5EF4-FFF2-40B4-BE49-F238E27FC236}">
                  <a16:creationId xmlns:a16="http://schemas.microsoft.com/office/drawing/2014/main" id="{A912D37C-346C-0741-6E98-74919C52D6CD}"/>
                </a:ext>
              </a:extLst>
            </p:cNvPr>
            <p:cNvSpPr/>
            <p:nvPr/>
          </p:nvSpPr>
          <p:spPr>
            <a:xfrm>
              <a:off x="6668978" y="3993618"/>
              <a:ext cx="39857" cy="51795"/>
            </a:xfrm>
            <a:custGeom>
              <a:avLst/>
              <a:gdLst/>
              <a:ahLst/>
              <a:cxnLst/>
              <a:rect l="l" t="t" r="r" b="b"/>
              <a:pathLst>
                <a:path w="1192" h="1549" extrusionOk="0">
                  <a:moveTo>
                    <a:pt x="1" y="1"/>
                  </a:moveTo>
                  <a:lnTo>
                    <a:pt x="1" y="1549"/>
                  </a:lnTo>
                  <a:lnTo>
                    <a:pt x="405" y="1549"/>
                  </a:lnTo>
                  <a:cubicBezTo>
                    <a:pt x="834" y="1549"/>
                    <a:pt x="1191" y="1192"/>
                    <a:pt x="1191" y="787"/>
                  </a:cubicBezTo>
                  <a:cubicBezTo>
                    <a:pt x="1191" y="334"/>
                    <a:pt x="834" y="1"/>
                    <a:pt x="40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296;p47">
              <a:extLst>
                <a:ext uri="{FF2B5EF4-FFF2-40B4-BE49-F238E27FC236}">
                  <a16:creationId xmlns:a16="http://schemas.microsoft.com/office/drawing/2014/main" id="{195E6131-F8B9-A8AD-5A14-A175F0F4FDDC}"/>
                </a:ext>
              </a:extLst>
            </p:cNvPr>
            <p:cNvSpPr/>
            <p:nvPr/>
          </p:nvSpPr>
          <p:spPr>
            <a:xfrm>
              <a:off x="6493001" y="3993618"/>
              <a:ext cx="39857" cy="51795"/>
            </a:xfrm>
            <a:custGeom>
              <a:avLst/>
              <a:gdLst/>
              <a:ahLst/>
              <a:cxnLst/>
              <a:rect l="l" t="t" r="r" b="b"/>
              <a:pathLst>
                <a:path w="1192" h="1549" extrusionOk="0">
                  <a:moveTo>
                    <a:pt x="763" y="1"/>
                  </a:moveTo>
                  <a:cubicBezTo>
                    <a:pt x="358" y="1"/>
                    <a:pt x="1" y="334"/>
                    <a:pt x="1" y="787"/>
                  </a:cubicBezTo>
                  <a:cubicBezTo>
                    <a:pt x="1" y="1192"/>
                    <a:pt x="358" y="1549"/>
                    <a:pt x="763" y="1549"/>
                  </a:cubicBezTo>
                  <a:lnTo>
                    <a:pt x="1191" y="1549"/>
                  </a:lnTo>
                  <a:lnTo>
                    <a:pt x="1191"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297;p47">
              <a:extLst>
                <a:ext uri="{FF2B5EF4-FFF2-40B4-BE49-F238E27FC236}">
                  <a16:creationId xmlns:a16="http://schemas.microsoft.com/office/drawing/2014/main" id="{E1064F8B-0AE6-7677-4917-5A03658FF2E0}"/>
                </a:ext>
              </a:extLst>
            </p:cNvPr>
            <p:cNvSpPr/>
            <p:nvPr/>
          </p:nvSpPr>
          <p:spPr>
            <a:xfrm>
              <a:off x="6490627" y="4155284"/>
              <a:ext cx="43803" cy="36647"/>
            </a:xfrm>
            <a:custGeom>
              <a:avLst/>
              <a:gdLst/>
              <a:ahLst/>
              <a:cxnLst/>
              <a:rect l="l" t="t" r="r" b="b"/>
              <a:pathLst>
                <a:path w="1310" h="1096" extrusionOk="0">
                  <a:moveTo>
                    <a:pt x="310" y="0"/>
                  </a:moveTo>
                  <a:cubicBezTo>
                    <a:pt x="238" y="0"/>
                    <a:pt x="143" y="24"/>
                    <a:pt x="95" y="96"/>
                  </a:cubicBezTo>
                  <a:cubicBezTo>
                    <a:pt x="24" y="143"/>
                    <a:pt x="0" y="215"/>
                    <a:pt x="0" y="286"/>
                  </a:cubicBezTo>
                  <a:cubicBezTo>
                    <a:pt x="0" y="405"/>
                    <a:pt x="72" y="500"/>
                    <a:pt x="143" y="596"/>
                  </a:cubicBezTo>
                  <a:lnTo>
                    <a:pt x="667" y="1096"/>
                  </a:lnTo>
                  <a:lnTo>
                    <a:pt x="715" y="1096"/>
                  </a:lnTo>
                  <a:lnTo>
                    <a:pt x="1167" y="596"/>
                  </a:lnTo>
                  <a:cubicBezTo>
                    <a:pt x="1262" y="500"/>
                    <a:pt x="1310" y="381"/>
                    <a:pt x="1310" y="286"/>
                  </a:cubicBezTo>
                  <a:cubicBezTo>
                    <a:pt x="1310" y="238"/>
                    <a:pt x="1286" y="143"/>
                    <a:pt x="1215" y="96"/>
                  </a:cubicBezTo>
                  <a:cubicBezTo>
                    <a:pt x="1167" y="24"/>
                    <a:pt x="1096" y="0"/>
                    <a:pt x="1024" y="0"/>
                  </a:cubicBezTo>
                  <a:cubicBezTo>
                    <a:pt x="929" y="0"/>
                    <a:pt x="786" y="48"/>
                    <a:pt x="691" y="143"/>
                  </a:cubicBezTo>
                  <a:cubicBezTo>
                    <a:pt x="679" y="155"/>
                    <a:pt x="673" y="161"/>
                    <a:pt x="664" y="161"/>
                  </a:cubicBezTo>
                  <a:cubicBezTo>
                    <a:pt x="655" y="161"/>
                    <a:pt x="643" y="155"/>
                    <a:pt x="619" y="143"/>
                  </a:cubicBezTo>
                  <a:cubicBezTo>
                    <a:pt x="572" y="96"/>
                    <a:pt x="429" y="0"/>
                    <a:pt x="310"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298;p47">
              <a:extLst>
                <a:ext uri="{FF2B5EF4-FFF2-40B4-BE49-F238E27FC236}">
                  <a16:creationId xmlns:a16="http://schemas.microsoft.com/office/drawing/2014/main" id="{4CB5820D-8D82-1E41-C8F1-FE6859BD4A08}"/>
                </a:ext>
              </a:extLst>
            </p:cNvPr>
            <p:cNvSpPr/>
            <p:nvPr/>
          </p:nvSpPr>
          <p:spPr>
            <a:xfrm>
              <a:off x="6664999" y="4155284"/>
              <a:ext cx="43837" cy="36647"/>
            </a:xfrm>
            <a:custGeom>
              <a:avLst/>
              <a:gdLst/>
              <a:ahLst/>
              <a:cxnLst/>
              <a:rect l="l" t="t" r="r" b="b"/>
              <a:pathLst>
                <a:path w="1311" h="1096" extrusionOk="0">
                  <a:moveTo>
                    <a:pt x="286" y="0"/>
                  </a:moveTo>
                  <a:cubicBezTo>
                    <a:pt x="239" y="0"/>
                    <a:pt x="143" y="24"/>
                    <a:pt x="72" y="96"/>
                  </a:cubicBezTo>
                  <a:cubicBezTo>
                    <a:pt x="24" y="143"/>
                    <a:pt x="0" y="215"/>
                    <a:pt x="0" y="286"/>
                  </a:cubicBezTo>
                  <a:cubicBezTo>
                    <a:pt x="0" y="405"/>
                    <a:pt x="48" y="500"/>
                    <a:pt x="143" y="596"/>
                  </a:cubicBezTo>
                  <a:lnTo>
                    <a:pt x="643" y="1096"/>
                  </a:lnTo>
                  <a:lnTo>
                    <a:pt x="715" y="1096"/>
                  </a:lnTo>
                  <a:lnTo>
                    <a:pt x="1167" y="596"/>
                  </a:lnTo>
                  <a:cubicBezTo>
                    <a:pt x="1239" y="500"/>
                    <a:pt x="1310" y="381"/>
                    <a:pt x="1310" y="286"/>
                  </a:cubicBezTo>
                  <a:cubicBezTo>
                    <a:pt x="1310" y="238"/>
                    <a:pt x="1286" y="143"/>
                    <a:pt x="1215" y="96"/>
                  </a:cubicBezTo>
                  <a:cubicBezTo>
                    <a:pt x="1167" y="24"/>
                    <a:pt x="1096" y="0"/>
                    <a:pt x="1001" y="0"/>
                  </a:cubicBezTo>
                  <a:cubicBezTo>
                    <a:pt x="929" y="0"/>
                    <a:pt x="763" y="48"/>
                    <a:pt x="691" y="143"/>
                  </a:cubicBezTo>
                  <a:cubicBezTo>
                    <a:pt x="667" y="155"/>
                    <a:pt x="655" y="161"/>
                    <a:pt x="646" y="161"/>
                  </a:cubicBezTo>
                  <a:cubicBezTo>
                    <a:pt x="638" y="161"/>
                    <a:pt x="632" y="155"/>
                    <a:pt x="620" y="143"/>
                  </a:cubicBezTo>
                  <a:cubicBezTo>
                    <a:pt x="572" y="96"/>
                    <a:pt x="405" y="0"/>
                    <a:pt x="286"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299;p47">
              <a:extLst>
                <a:ext uri="{FF2B5EF4-FFF2-40B4-BE49-F238E27FC236}">
                  <a16:creationId xmlns:a16="http://schemas.microsoft.com/office/drawing/2014/main" id="{5A5D666F-516D-8400-84FE-BCB657487070}"/>
                </a:ext>
              </a:extLst>
            </p:cNvPr>
            <p:cNvSpPr/>
            <p:nvPr/>
          </p:nvSpPr>
          <p:spPr>
            <a:xfrm>
              <a:off x="6525635" y="3928784"/>
              <a:ext cx="148162" cy="175580"/>
            </a:xfrm>
            <a:custGeom>
              <a:avLst/>
              <a:gdLst/>
              <a:ahLst/>
              <a:cxnLst/>
              <a:rect l="l" t="t" r="r" b="b"/>
              <a:pathLst>
                <a:path w="4431" h="5251" extrusionOk="0">
                  <a:moveTo>
                    <a:pt x="1978" y="0"/>
                  </a:moveTo>
                  <a:cubicBezTo>
                    <a:pt x="1938" y="0"/>
                    <a:pt x="1898" y="3"/>
                    <a:pt x="1858" y="11"/>
                  </a:cubicBezTo>
                  <a:cubicBezTo>
                    <a:pt x="811" y="201"/>
                    <a:pt x="1" y="1106"/>
                    <a:pt x="1" y="2226"/>
                  </a:cubicBezTo>
                  <a:lnTo>
                    <a:pt x="1" y="3059"/>
                  </a:lnTo>
                  <a:cubicBezTo>
                    <a:pt x="1" y="4155"/>
                    <a:pt x="787" y="5083"/>
                    <a:pt x="1858" y="5250"/>
                  </a:cubicBezTo>
                  <a:lnTo>
                    <a:pt x="2239" y="5250"/>
                  </a:lnTo>
                  <a:cubicBezTo>
                    <a:pt x="3454" y="5250"/>
                    <a:pt x="4430" y="4274"/>
                    <a:pt x="4430" y="3059"/>
                  </a:cubicBezTo>
                  <a:lnTo>
                    <a:pt x="4430" y="2226"/>
                  </a:lnTo>
                  <a:cubicBezTo>
                    <a:pt x="4430" y="987"/>
                    <a:pt x="3454" y="11"/>
                    <a:pt x="2239" y="11"/>
                  </a:cubicBezTo>
                  <a:cubicBezTo>
                    <a:pt x="2144" y="11"/>
                    <a:pt x="2060" y="0"/>
                    <a:pt x="197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300;p47">
              <a:extLst>
                <a:ext uri="{FF2B5EF4-FFF2-40B4-BE49-F238E27FC236}">
                  <a16:creationId xmlns:a16="http://schemas.microsoft.com/office/drawing/2014/main" id="{6D4A62EE-B9DC-1EC9-80AB-C59CD7D8BE6A}"/>
                </a:ext>
              </a:extLst>
            </p:cNvPr>
            <p:cNvSpPr/>
            <p:nvPr/>
          </p:nvSpPr>
          <p:spPr>
            <a:xfrm>
              <a:off x="6587761" y="3928350"/>
              <a:ext cx="86837" cy="176784"/>
            </a:xfrm>
            <a:custGeom>
              <a:avLst/>
              <a:gdLst/>
              <a:ahLst/>
              <a:cxnLst/>
              <a:rect l="l" t="t" r="r" b="b"/>
              <a:pathLst>
                <a:path w="2597" h="5287" extrusionOk="0">
                  <a:moveTo>
                    <a:pt x="358" y="0"/>
                  </a:moveTo>
                  <a:cubicBezTo>
                    <a:pt x="239" y="0"/>
                    <a:pt x="120" y="0"/>
                    <a:pt x="0" y="24"/>
                  </a:cubicBezTo>
                  <a:cubicBezTo>
                    <a:pt x="477" y="119"/>
                    <a:pt x="905" y="334"/>
                    <a:pt x="1239" y="643"/>
                  </a:cubicBezTo>
                  <a:cubicBezTo>
                    <a:pt x="1644" y="1072"/>
                    <a:pt x="1882" y="1596"/>
                    <a:pt x="1882" y="2239"/>
                  </a:cubicBezTo>
                  <a:lnTo>
                    <a:pt x="1882" y="3072"/>
                  </a:lnTo>
                  <a:cubicBezTo>
                    <a:pt x="1882" y="4168"/>
                    <a:pt x="1096" y="5096"/>
                    <a:pt x="0" y="5263"/>
                  </a:cubicBezTo>
                  <a:cubicBezTo>
                    <a:pt x="143" y="5287"/>
                    <a:pt x="262" y="5287"/>
                    <a:pt x="381" y="5287"/>
                  </a:cubicBezTo>
                  <a:cubicBezTo>
                    <a:pt x="1596" y="5287"/>
                    <a:pt x="2596" y="4287"/>
                    <a:pt x="2596" y="3072"/>
                  </a:cubicBezTo>
                  <a:lnTo>
                    <a:pt x="2596" y="2239"/>
                  </a:lnTo>
                  <a:cubicBezTo>
                    <a:pt x="2596" y="1596"/>
                    <a:pt x="2334" y="1048"/>
                    <a:pt x="1953" y="643"/>
                  </a:cubicBezTo>
                  <a:cubicBezTo>
                    <a:pt x="1525" y="238"/>
                    <a:pt x="1001" y="0"/>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301;p47">
              <a:extLst>
                <a:ext uri="{FF2B5EF4-FFF2-40B4-BE49-F238E27FC236}">
                  <a16:creationId xmlns:a16="http://schemas.microsoft.com/office/drawing/2014/main" id="{D58D3DD9-E328-6A9C-7F71-A442686161CE}"/>
                </a:ext>
              </a:extLst>
            </p:cNvPr>
            <p:cNvSpPr/>
            <p:nvPr/>
          </p:nvSpPr>
          <p:spPr>
            <a:xfrm>
              <a:off x="6578198" y="3885350"/>
              <a:ext cx="38252" cy="84430"/>
            </a:xfrm>
            <a:custGeom>
              <a:avLst/>
              <a:gdLst/>
              <a:ahLst/>
              <a:cxnLst/>
              <a:rect l="l" t="t" r="r" b="b"/>
              <a:pathLst>
                <a:path w="1144" h="2525" extrusionOk="0">
                  <a:moveTo>
                    <a:pt x="239" y="0"/>
                  </a:moveTo>
                  <a:cubicBezTo>
                    <a:pt x="96" y="0"/>
                    <a:pt x="1" y="119"/>
                    <a:pt x="1" y="262"/>
                  </a:cubicBezTo>
                  <a:lnTo>
                    <a:pt x="191" y="2096"/>
                  </a:lnTo>
                  <a:cubicBezTo>
                    <a:pt x="191" y="2263"/>
                    <a:pt x="310" y="2405"/>
                    <a:pt x="453" y="2501"/>
                  </a:cubicBezTo>
                  <a:cubicBezTo>
                    <a:pt x="501" y="2525"/>
                    <a:pt x="596" y="2525"/>
                    <a:pt x="691" y="2525"/>
                  </a:cubicBezTo>
                  <a:cubicBezTo>
                    <a:pt x="929" y="2525"/>
                    <a:pt x="929" y="2358"/>
                    <a:pt x="953" y="2096"/>
                  </a:cubicBezTo>
                  <a:lnTo>
                    <a:pt x="1144" y="262"/>
                  </a:lnTo>
                  <a:cubicBezTo>
                    <a:pt x="1144" y="119"/>
                    <a:pt x="1049" y="0"/>
                    <a:pt x="906"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302;p47">
              <a:extLst>
                <a:ext uri="{FF2B5EF4-FFF2-40B4-BE49-F238E27FC236}">
                  <a16:creationId xmlns:a16="http://schemas.microsoft.com/office/drawing/2014/main" id="{480642BF-3A1A-3E6C-A841-52238A15F18B}"/>
                </a:ext>
              </a:extLst>
            </p:cNvPr>
            <p:cNvSpPr/>
            <p:nvPr/>
          </p:nvSpPr>
          <p:spPr>
            <a:xfrm>
              <a:off x="6592542" y="3885350"/>
              <a:ext cx="31866" cy="86035"/>
            </a:xfrm>
            <a:custGeom>
              <a:avLst/>
              <a:gdLst/>
              <a:ahLst/>
              <a:cxnLst/>
              <a:rect l="l" t="t" r="r" b="b"/>
              <a:pathLst>
                <a:path w="953" h="2573" extrusionOk="0">
                  <a:moveTo>
                    <a:pt x="191" y="0"/>
                  </a:moveTo>
                  <a:cubicBezTo>
                    <a:pt x="358" y="0"/>
                    <a:pt x="429" y="119"/>
                    <a:pt x="429" y="262"/>
                  </a:cubicBezTo>
                  <a:lnTo>
                    <a:pt x="262" y="2096"/>
                  </a:lnTo>
                  <a:cubicBezTo>
                    <a:pt x="262" y="2263"/>
                    <a:pt x="143" y="2405"/>
                    <a:pt x="0" y="2501"/>
                  </a:cubicBezTo>
                  <a:cubicBezTo>
                    <a:pt x="48" y="2525"/>
                    <a:pt x="143" y="2572"/>
                    <a:pt x="238" y="2572"/>
                  </a:cubicBezTo>
                  <a:cubicBezTo>
                    <a:pt x="500" y="2572"/>
                    <a:pt x="715" y="2358"/>
                    <a:pt x="739" y="2096"/>
                  </a:cubicBezTo>
                  <a:lnTo>
                    <a:pt x="905" y="262"/>
                  </a:lnTo>
                  <a:cubicBezTo>
                    <a:pt x="953" y="119"/>
                    <a:pt x="834" y="0"/>
                    <a:pt x="667"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2289;p47">
            <a:extLst>
              <a:ext uri="{FF2B5EF4-FFF2-40B4-BE49-F238E27FC236}">
                <a16:creationId xmlns:a16="http://schemas.microsoft.com/office/drawing/2014/main" id="{AD720D5E-7C66-065A-C706-EBCA8DC47549}"/>
              </a:ext>
            </a:extLst>
          </p:cNvPr>
          <p:cNvGrpSpPr/>
          <p:nvPr/>
        </p:nvGrpSpPr>
        <p:grpSpPr>
          <a:xfrm>
            <a:off x="1411792" y="2276299"/>
            <a:ext cx="288293" cy="398165"/>
            <a:chOff x="6457157" y="3885350"/>
            <a:chExt cx="288293" cy="398165"/>
          </a:xfrm>
        </p:grpSpPr>
        <p:sp>
          <p:nvSpPr>
            <p:cNvPr id="42" name="Google Shape;2290;p47">
              <a:extLst>
                <a:ext uri="{FF2B5EF4-FFF2-40B4-BE49-F238E27FC236}">
                  <a16:creationId xmlns:a16="http://schemas.microsoft.com/office/drawing/2014/main" id="{891E301A-08C0-9D69-63F2-46F3AA917260}"/>
                </a:ext>
              </a:extLst>
            </p:cNvPr>
            <p:cNvSpPr/>
            <p:nvPr/>
          </p:nvSpPr>
          <p:spPr>
            <a:xfrm>
              <a:off x="6457157" y="4087608"/>
              <a:ext cx="271579" cy="195108"/>
            </a:xfrm>
            <a:custGeom>
              <a:avLst/>
              <a:gdLst/>
              <a:ahLst/>
              <a:cxnLst/>
              <a:rect l="l" t="t" r="r" b="b"/>
              <a:pathLst>
                <a:path w="8122" h="5835" extrusionOk="0">
                  <a:moveTo>
                    <a:pt x="3216" y="0"/>
                  </a:moveTo>
                  <a:lnTo>
                    <a:pt x="3216" y="810"/>
                  </a:lnTo>
                  <a:cubicBezTo>
                    <a:pt x="3216" y="857"/>
                    <a:pt x="3144" y="929"/>
                    <a:pt x="3097" y="929"/>
                  </a:cubicBezTo>
                  <a:lnTo>
                    <a:pt x="1668" y="929"/>
                  </a:lnTo>
                  <a:cubicBezTo>
                    <a:pt x="739" y="929"/>
                    <a:pt x="1" y="1667"/>
                    <a:pt x="1" y="2596"/>
                  </a:cubicBezTo>
                  <a:lnTo>
                    <a:pt x="1" y="5715"/>
                  </a:lnTo>
                  <a:cubicBezTo>
                    <a:pt x="1" y="5763"/>
                    <a:pt x="49" y="5835"/>
                    <a:pt x="120" y="5835"/>
                  </a:cubicBezTo>
                  <a:lnTo>
                    <a:pt x="1549" y="5835"/>
                  </a:lnTo>
                  <a:lnTo>
                    <a:pt x="1692" y="5596"/>
                  </a:lnTo>
                  <a:lnTo>
                    <a:pt x="1906" y="5835"/>
                  </a:lnTo>
                  <a:lnTo>
                    <a:pt x="6693" y="5835"/>
                  </a:lnTo>
                  <a:lnTo>
                    <a:pt x="6931" y="5596"/>
                  </a:lnTo>
                  <a:lnTo>
                    <a:pt x="7050" y="5835"/>
                  </a:lnTo>
                  <a:lnTo>
                    <a:pt x="8003" y="5835"/>
                  </a:lnTo>
                  <a:cubicBezTo>
                    <a:pt x="8050" y="5835"/>
                    <a:pt x="8122" y="5763"/>
                    <a:pt x="8122" y="5715"/>
                  </a:cubicBezTo>
                  <a:lnTo>
                    <a:pt x="8122" y="2596"/>
                  </a:lnTo>
                  <a:cubicBezTo>
                    <a:pt x="8122" y="1691"/>
                    <a:pt x="7383" y="953"/>
                    <a:pt x="6502" y="929"/>
                  </a:cubicBezTo>
                  <a:lnTo>
                    <a:pt x="5526" y="929"/>
                  </a:lnTo>
                  <a:cubicBezTo>
                    <a:pt x="5478" y="929"/>
                    <a:pt x="5407" y="857"/>
                    <a:pt x="5407" y="810"/>
                  </a:cubicBezTo>
                  <a:lnTo>
                    <a:pt x="5407" y="0"/>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291;p47">
              <a:extLst>
                <a:ext uri="{FF2B5EF4-FFF2-40B4-BE49-F238E27FC236}">
                  <a16:creationId xmlns:a16="http://schemas.microsoft.com/office/drawing/2014/main" id="{13C01E4F-3785-EA96-E70B-8BE99DDD2A1B}"/>
                </a:ext>
              </a:extLst>
            </p:cNvPr>
            <p:cNvSpPr/>
            <p:nvPr/>
          </p:nvSpPr>
          <p:spPr>
            <a:xfrm>
              <a:off x="6665802" y="4118638"/>
              <a:ext cx="79648" cy="164078"/>
            </a:xfrm>
            <a:custGeom>
              <a:avLst/>
              <a:gdLst/>
              <a:ahLst/>
              <a:cxnLst/>
              <a:rect l="l" t="t" r="r" b="b"/>
              <a:pathLst>
                <a:path w="2382" h="4907" extrusionOk="0">
                  <a:moveTo>
                    <a:pt x="0" y="1"/>
                  </a:moveTo>
                  <a:cubicBezTo>
                    <a:pt x="929" y="1"/>
                    <a:pt x="1667" y="739"/>
                    <a:pt x="1667" y="1668"/>
                  </a:cubicBezTo>
                  <a:lnTo>
                    <a:pt x="1667" y="4787"/>
                  </a:lnTo>
                  <a:cubicBezTo>
                    <a:pt x="1667" y="4835"/>
                    <a:pt x="1620" y="4907"/>
                    <a:pt x="1548" y="4907"/>
                  </a:cubicBezTo>
                  <a:lnTo>
                    <a:pt x="2263" y="4907"/>
                  </a:lnTo>
                  <a:cubicBezTo>
                    <a:pt x="2334" y="4907"/>
                    <a:pt x="2382" y="4835"/>
                    <a:pt x="2382" y="4787"/>
                  </a:cubicBezTo>
                  <a:lnTo>
                    <a:pt x="2382" y="1668"/>
                  </a:lnTo>
                  <a:cubicBezTo>
                    <a:pt x="2382" y="763"/>
                    <a:pt x="1643" y="25"/>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292;p47">
              <a:extLst>
                <a:ext uri="{FF2B5EF4-FFF2-40B4-BE49-F238E27FC236}">
                  <a16:creationId xmlns:a16="http://schemas.microsoft.com/office/drawing/2014/main" id="{D156B7A1-211F-6978-87F4-4022A8A2FC1D}"/>
                </a:ext>
              </a:extLst>
            </p:cNvPr>
            <p:cNvSpPr/>
            <p:nvPr/>
          </p:nvSpPr>
          <p:spPr>
            <a:xfrm>
              <a:off x="6508148" y="4218981"/>
              <a:ext cx="12773" cy="64534"/>
            </a:xfrm>
            <a:custGeom>
              <a:avLst/>
              <a:gdLst/>
              <a:ahLst/>
              <a:cxnLst/>
              <a:rect l="l" t="t" r="r" b="b"/>
              <a:pathLst>
                <a:path w="382" h="1930" extrusionOk="0">
                  <a:moveTo>
                    <a:pt x="191" y="0"/>
                  </a:moveTo>
                  <a:cubicBezTo>
                    <a:pt x="95" y="0"/>
                    <a:pt x="0" y="96"/>
                    <a:pt x="0" y="167"/>
                  </a:cubicBezTo>
                  <a:lnTo>
                    <a:pt x="0" y="1929"/>
                  </a:lnTo>
                  <a:lnTo>
                    <a:pt x="381" y="1929"/>
                  </a:lnTo>
                  <a:lnTo>
                    <a:pt x="381" y="167"/>
                  </a:lnTo>
                  <a:cubicBezTo>
                    <a:pt x="381" y="96"/>
                    <a:pt x="286" y="0"/>
                    <a:pt x="191"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293;p47">
              <a:extLst>
                <a:ext uri="{FF2B5EF4-FFF2-40B4-BE49-F238E27FC236}">
                  <a16:creationId xmlns:a16="http://schemas.microsoft.com/office/drawing/2014/main" id="{80AAB024-0982-D50D-FE50-A937A21DE623}"/>
                </a:ext>
              </a:extLst>
            </p:cNvPr>
            <p:cNvSpPr/>
            <p:nvPr/>
          </p:nvSpPr>
          <p:spPr>
            <a:xfrm>
              <a:off x="6680915" y="4218981"/>
              <a:ext cx="11971" cy="64534"/>
            </a:xfrm>
            <a:custGeom>
              <a:avLst/>
              <a:gdLst/>
              <a:ahLst/>
              <a:cxnLst/>
              <a:rect l="l" t="t" r="r" b="b"/>
              <a:pathLst>
                <a:path w="358" h="1930" extrusionOk="0">
                  <a:moveTo>
                    <a:pt x="167" y="0"/>
                  </a:moveTo>
                  <a:cubicBezTo>
                    <a:pt x="96" y="0"/>
                    <a:pt x="1" y="96"/>
                    <a:pt x="1" y="167"/>
                  </a:cubicBezTo>
                  <a:lnTo>
                    <a:pt x="1" y="1929"/>
                  </a:lnTo>
                  <a:lnTo>
                    <a:pt x="358" y="1929"/>
                  </a:lnTo>
                  <a:lnTo>
                    <a:pt x="358" y="167"/>
                  </a:lnTo>
                  <a:cubicBezTo>
                    <a:pt x="358" y="96"/>
                    <a:pt x="263" y="0"/>
                    <a:pt x="167" y="0"/>
                  </a:cubicBezTo>
                  <a:close/>
                </a:path>
              </a:pathLst>
            </a:custGeom>
            <a:solidFill>
              <a:srgbClr val="D33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294;p47">
              <a:extLst>
                <a:ext uri="{FF2B5EF4-FFF2-40B4-BE49-F238E27FC236}">
                  <a16:creationId xmlns:a16="http://schemas.microsoft.com/office/drawing/2014/main" id="{5C63B3C5-C0E2-33A4-15FD-1F3E794F2549}"/>
                </a:ext>
              </a:extLst>
            </p:cNvPr>
            <p:cNvSpPr/>
            <p:nvPr/>
          </p:nvSpPr>
          <p:spPr>
            <a:xfrm>
              <a:off x="6570240" y="4152877"/>
              <a:ext cx="62160" cy="101182"/>
            </a:xfrm>
            <a:custGeom>
              <a:avLst/>
              <a:gdLst/>
              <a:ahLst/>
              <a:cxnLst/>
              <a:rect l="l" t="t" r="r" b="b"/>
              <a:pathLst>
                <a:path w="1859" h="3026" extrusionOk="0">
                  <a:moveTo>
                    <a:pt x="929" y="1"/>
                  </a:moveTo>
                  <a:cubicBezTo>
                    <a:pt x="834" y="1"/>
                    <a:pt x="739" y="96"/>
                    <a:pt x="739" y="191"/>
                  </a:cubicBezTo>
                  <a:lnTo>
                    <a:pt x="739" y="834"/>
                  </a:lnTo>
                  <a:lnTo>
                    <a:pt x="191" y="834"/>
                  </a:lnTo>
                  <a:cubicBezTo>
                    <a:pt x="96" y="834"/>
                    <a:pt x="1" y="930"/>
                    <a:pt x="1" y="1025"/>
                  </a:cubicBezTo>
                  <a:cubicBezTo>
                    <a:pt x="1" y="1120"/>
                    <a:pt x="96" y="1192"/>
                    <a:pt x="191" y="1192"/>
                  </a:cubicBezTo>
                  <a:lnTo>
                    <a:pt x="739" y="1192"/>
                  </a:lnTo>
                  <a:lnTo>
                    <a:pt x="739" y="2835"/>
                  </a:lnTo>
                  <a:cubicBezTo>
                    <a:pt x="739" y="2930"/>
                    <a:pt x="834" y="3025"/>
                    <a:pt x="929" y="3025"/>
                  </a:cubicBezTo>
                  <a:cubicBezTo>
                    <a:pt x="1025" y="3025"/>
                    <a:pt x="1096" y="2930"/>
                    <a:pt x="1096" y="2835"/>
                  </a:cubicBezTo>
                  <a:lnTo>
                    <a:pt x="1096" y="1239"/>
                  </a:lnTo>
                  <a:lnTo>
                    <a:pt x="1668" y="1239"/>
                  </a:lnTo>
                  <a:cubicBezTo>
                    <a:pt x="1763" y="1239"/>
                    <a:pt x="1858" y="1144"/>
                    <a:pt x="1858" y="1049"/>
                  </a:cubicBezTo>
                  <a:cubicBezTo>
                    <a:pt x="1858" y="930"/>
                    <a:pt x="1763" y="834"/>
                    <a:pt x="1668" y="834"/>
                  </a:cubicBezTo>
                  <a:lnTo>
                    <a:pt x="1096" y="834"/>
                  </a:lnTo>
                  <a:lnTo>
                    <a:pt x="1096" y="191"/>
                  </a:lnTo>
                  <a:cubicBezTo>
                    <a:pt x="1096" y="96"/>
                    <a:pt x="1025" y="1"/>
                    <a:pt x="9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295;p47">
              <a:extLst>
                <a:ext uri="{FF2B5EF4-FFF2-40B4-BE49-F238E27FC236}">
                  <a16:creationId xmlns:a16="http://schemas.microsoft.com/office/drawing/2014/main" id="{496FDC81-7BFB-C21A-6302-6CB95CD41431}"/>
                </a:ext>
              </a:extLst>
            </p:cNvPr>
            <p:cNvSpPr/>
            <p:nvPr/>
          </p:nvSpPr>
          <p:spPr>
            <a:xfrm>
              <a:off x="6668978" y="3993618"/>
              <a:ext cx="39857" cy="51795"/>
            </a:xfrm>
            <a:custGeom>
              <a:avLst/>
              <a:gdLst/>
              <a:ahLst/>
              <a:cxnLst/>
              <a:rect l="l" t="t" r="r" b="b"/>
              <a:pathLst>
                <a:path w="1192" h="1549" extrusionOk="0">
                  <a:moveTo>
                    <a:pt x="1" y="1"/>
                  </a:moveTo>
                  <a:lnTo>
                    <a:pt x="1" y="1549"/>
                  </a:lnTo>
                  <a:lnTo>
                    <a:pt x="405" y="1549"/>
                  </a:lnTo>
                  <a:cubicBezTo>
                    <a:pt x="834" y="1549"/>
                    <a:pt x="1191" y="1192"/>
                    <a:pt x="1191" y="787"/>
                  </a:cubicBezTo>
                  <a:cubicBezTo>
                    <a:pt x="1191" y="334"/>
                    <a:pt x="834" y="1"/>
                    <a:pt x="40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296;p47">
              <a:extLst>
                <a:ext uri="{FF2B5EF4-FFF2-40B4-BE49-F238E27FC236}">
                  <a16:creationId xmlns:a16="http://schemas.microsoft.com/office/drawing/2014/main" id="{9C20A175-CA55-0E87-60F0-45BCDAEA4133}"/>
                </a:ext>
              </a:extLst>
            </p:cNvPr>
            <p:cNvSpPr/>
            <p:nvPr/>
          </p:nvSpPr>
          <p:spPr>
            <a:xfrm>
              <a:off x="6493001" y="3993618"/>
              <a:ext cx="39857" cy="51795"/>
            </a:xfrm>
            <a:custGeom>
              <a:avLst/>
              <a:gdLst/>
              <a:ahLst/>
              <a:cxnLst/>
              <a:rect l="l" t="t" r="r" b="b"/>
              <a:pathLst>
                <a:path w="1192" h="1549" extrusionOk="0">
                  <a:moveTo>
                    <a:pt x="763" y="1"/>
                  </a:moveTo>
                  <a:cubicBezTo>
                    <a:pt x="358" y="1"/>
                    <a:pt x="1" y="334"/>
                    <a:pt x="1" y="787"/>
                  </a:cubicBezTo>
                  <a:cubicBezTo>
                    <a:pt x="1" y="1192"/>
                    <a:pt x="358" y="1549"/>
                    <a:pt x="763" y="1549"/>
                  </a:cubicBezTo>
                  <a:lnTo>
                    <a:pt x="1191" y="1549"/>
                  </a:lnTo>
                  <a:lnTo>
                    <a:pt x="1191"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297;p47">
              <a:extLst>
                <a:ext uri="{FF2B5EF4-FFF2-40B4-BE49-F238E27FC236}">
                  <a16:creationId xmlns:a16="http://schemas.microsoft.com/office/drawing/2014/main" id="{D04D96DC-1ADD-FB67-9709-4EA9A3AB052B}"/>
                </a:ext>
              </a:extLst>
            </p:cNvPr>
            <p:cNvSpPr/>
            <p:nvPr/>
          </p:nvSpPr>
          <p:spPr>
            <a:xfrm>
              <a:off x="6490627" y="4155284"/>
              <a:ext cx="43803" cy="36647"/>
            </a:xfrm>
            <a:custGeom>
              <a:avLst/>
              <a:gdLst/>
              <a:ahLst/>
              <a:cxnLst/>
              <a:rect l="l" t="t" r="r" b="b"/>
              <a:pathLst>
                <a:path w="1310" h="1096" extrusionOk="0">
                  <a:moveTo>
                    <a:pt x="310" y="0"/>
                  </a:moveTo>
                  <a:cubicBezTo>
                    <a:pt x="238" y="0"/>
                    <a:pt x="143" y="24"/>
                    <a:pt x="95" y="96"/>
                  </a:cubicBezTo>
                  <a:cubicBezTo>
                    <a:pt x="24" y="143"/>
                    <a:pt x="0" y="215"/>
                    <a:pt x="0" y="286"/>
                  </a:cubicBezTo>
                  <a:cubicBezTo>
                    <a:pt x="0" y="405"/>
                    <a:pt x="72" y="500"/>
                    <a:pt x="143" y="596"/>
                  </a:cubicBezTo>
                  <a:lnTo>
                    <a:pt x="667" y="1096"/>
                  </a:lnTo>
                  <a:lnTo>
                    <a:pt x="715" y="1096"/>
                  </a:lnTo>
                  <a:lnTo>
                    <a:pt x="1167" y="596"/>
                  </a:lnTo>
                  <a:cubicBezTo>
                    <a:pt x="1262" y="500"/>
                    <a:pt x="1310" y="381"/>
                    <a:pt x="1310" y="286"/>
                  </a:cubicBezTo>
                  <a:cubicBezTo>
                    <a:pt x="1310" y="238"/>
                    <a:pt x="1286" y="143"/>
                    <a:pt x="1215" y="96"/>
                  </a:cubicBezTo>
                  <a:cubicBezTo>
                    <a:pt x="1167" y="24"/>
                    <a:pt x="1096" y="0"/>
                    <a:pt x="1024" y="0"/>
                  </a:cubicBezTo>
                  <a:cubicBezTo>
                    <a:pt x="929" y="0"/>
                    <a:pt x="786" y="48"/>
                    <a:pt x="691" y="143"/>
                  </a:cubicBezTo>
                  <a:cubicBezTo>
                    <a:pt x="679" y="155"/>
                    <a:pt x="673" y="161"/>
                    <a:pt x="664" y="161"/>
                  </a:cubicBezTo>
                  <a:cubicBezTo>
                    <a:pt x="655" y="161"/>
                    <a:pt x="643" y="155"/>
                    <a:pt x="619" y="143"/>
                  </a:cubicBezTo>
                  <a:cubicBezTo>
                    <a:pt x="572" y="96"/>
                    <a:pt x="429" y="0"/>
                    <a:pt x="310"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298;p47">
              <a:extLst>
                <a:ext uri="{FF2B5EF4-FFF2-40B4-BE49-F238E27FC236}">
                  <a16:creationId xmlns:a16="http://schemas.microsoft.com/office/drawing/2014/main" id="{9294D62C-1A7A-3AC2-FAEC-84166E80A8EF}"/>
                </a:ext>
              </a:extLst>
            </p:cNvPr>
            <p:cNvSpPr/>
            <p:nvPr/>
          </p:nvSpPr>
          <p:spPr>
            <a:xfrm>
              <a:off x="6664999" y="4155284"/>
              <a:ext cx="43837" cy="36647"/>
            </a:xfrm>
            <a:custGeom>
              <a:avLst/>
              <a:gdLst/>
              <a:ahLst/>
              <a:cxnLst/>
              <a:rect l="l" t="t" r="r" b="b"/>
              <a:pathLst>
                <a:path w="1311" h="1096" extrusionOk="0">
                  <a:moveTo>
                    <a:pt x="286" y="0"/>
                  </a:moveTo>
                  <a:cubicBezTo>
                    <a:pt x="239" y="0"/>
                    <a:pt x="143" y="24"/>
                    <a:pt x="72" y="96"/>
                  </a:cubicBezTo>
                  <a:cubicBezTo>
                    <a:pt x="24" y="143"/>
                    <a:pt x="0" y="215"/>
                    <a:pt x="0" y="286"/>
                  </a:cubicBezTo>
                  <a:cubicBezTo>
                    <a:pt x="0" y="405"/>
                    <a:pt x="48" y="500"/>
                    <a:pt x="143" y="596"/>
                  </a:cubicBezTo>
                  <a:lnTo>
                    <a:pt x="643" y="1096"/>
                  </a:lnTo>
                  <a:lnTo>
                    <a:pt x="715" y="1096"/>
                  </a:lnTo>
                  <a:lnTo>
                    <a:pt x="1167" y="596"/>
                  </a:lnTo>
                  <a:cubicBezTo>
                    <a:pt x="1239" y="500"/>
                    <a:pt x="1310" y="381"/>
                    <a:pt x="1310" y="286"/>
                  </a:cubicBezTo>
                  <a:cubicBezTo>
                    <a:pt x="1310" y="238"/>
                    <a:pt x="1286" y="143"/>
                    <a:pt x="1215" y="96"/>
                  </a:cubicBezTo>
                  <a:cubicBezTo>
                    <a:pt x="1167" y="24"/>
                    <a:pt x="1096" y="0"/>
                    <a:pt x="1001" y="0"/>
                  </a:cubicBezTo>
                  <a:cubicBezTo>
                    <a:pt x="929" y="0"/>
                    <a:pt x="763" y="48"/>
                    <a:pt x="691" y="143"/>
                  </a:cubicBezTo>
                  <a:cubicBezTo>
                    <a:pt x="667" y="155"/>
                    <a:pt x="655" y="161"/>
                    <a:pt x="646" y="161"/>
                  </a:cubicBezTo>
                  <a:cubicBezTo>
                    <a:pt x="638" y="161"/>
                    <a:pt x="632" y="155"/>
                    <a:pt x="620" y="143"/>
                  </a:cubicBezTo>
                  <a:cubicBezTo>
                    <a:pt x="572" y="96"/>
                    <a:pt x="405" y="0"/>
                    <a:pt x="286"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299;p47">
              <a:extLst>
                <a:ext uri="{FF2B5EF4-FFF2-40B4-BE49-F238E27FC236}">
                  <a16:creationId xmlns:a16="http://schemas.microsoft.com/office/drawing/2014/main" id="{A9B04BDB-6150-AFE8-B1F8-F64BC0AA5D12}"/>
                </a:ext>
              </a:extLst>
            </p:cNvPr>
            <p:cNvSpPr/>
            <p:nvPr/>
          </p:nvSpPr>
          <p:spPr>
            <a:xfrm>
              <a:off x="6525635" y="3928784"/>
              <a:ext cx="148162" cy="175580"/>
            </a:xfrm>
            <a:custGeom>
              <a:avLst/>
              <a:gdLst/>
              <a:ahLst/>
              <a:cxnLst/>
              <a:rect l="l" t="t" r="r" b="b"/>
              <a:pathLst>
                <a:path w="4431" h="5251" extrusionOk="0">
                  <a:moveTo>
                    <a:pt x="1978" y="0"/>
                  </a:moveTo>
                  <a:cubicBezTo>
                    <a:pt x="1938" y="0"/>
                    <a:pt x="1898" y="3"/>
                    <a:pt x="1858" y="11"/>
                  </a:cubicBezTo>
                  <a:cubicBezTo>
                    <a:pt x="811" y="201"/>
                    <a:pt x="1" y="1106"/>
                    <a:pt x="1" y="2226"/>
                  </a:cubicBezTo>
                  <a:lnTo>
                    <a:pt x="1" y="3059"/>
                  </a:lnTo>
                  <a:cubicBezTo>
                    <a:pt x="1" y="4155"/>
                    <a:pt x="787" y="5083"/>
                    <a:pt x="1858" y="5250"/>
                  </a:cubicBezTo>
                  <a:lnTo>
                    <a:pt x="2239" y="5250"/>
                  </a:lnTo>
                  <a:cubicBezTo>
                    <a:pt x="3454" y="5250"/>
                    <a:pt x="4430" y="4274"/>
                    <a:pt x="4430" y="3059"/>
                  </a:cubicBezTo>
                  <a:lnTo>
                    <a:pt x="4430" y="2226"/>
                  </a:lnTo>
                  <a:cubicBezTo>
                    <a:pt x="4430" y="987"/>
                    <a:pt x="3454" y="11"/>
                    <a:pt x="2239" y="11"/>
                  </a:cubicBezTo>
                  <a:cubicBezTo>
                    <a:pt x="2144" y="11"/>
                    <a:pt x="2060" y="0"/>
                    <a:pt x="197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300;p47">
              <a:extLst>
                <a:ext uri="{FF2B5EF4-FFF2-40B4-BE49-F238E27FC236}">
                  <a16:creationId xmlns:a16="http://schemas.microsoft.com/office/drawing/2014/main" id="{19704A87-D95E-0208-6E3B-9C54161F759E}"/>
                </a:ext>
              </a:extLst>
            </p:cNvPr>
            <p:cNvSpPr/>
            <p:nvPr/>
          </p:nvSpPr>
          <p:spPr>
            <a:xfrm>
              <a:off x="6587761" y="3928350"/>
              <a:ext cx="86837" cy="176784"/>
            </a:xfrm>
            <a:custGeom>
              <a:avLst/>
              <a:gdLst/>
              <a:ahLst/>
              <a:cxnLst/>
              <a:rect l="l" t="t" r="r" b="b"/>
              <a:pathLst>
                <a:path w="2597" h="5287" extrusionOk="0">
                  <a:moveTo>
                    <a:pt x="358" y="0"/>
                  </a:moveTo>
                  <a:cubicBezTo>
                    <a:pt x="239" y="0"/>
                    <a:pt x="120" y="0"/>
                    <a:pt x="0" y="24"/>
                  </a:cubicBezTo>
                  <a:cubicBezTo>
                    <a:pt x="477" y="119"/>
                    <a:pt x="905" y="334"/>
                    <a:pt x="1239" y="643"/>
                  </a:cubicBezTo>
                  <a:cubicBezTo>
                    <a:pt x="1644" y="1072"/>
                    <a:pt x="1882" y="1596"/>
                    <a:pt x="1882" y="2239"/>
                  </a:cubicBezTo>
                  <a:lnTo>
                    <a:pt x="1882" y="3072"/>
                  </a:lnTo>
                  <a:cubicBezTo>
                    <a:pt x="1882" y="4168"/>
                    <a:pt x="1096" y="5096"/>
                    <a:pt x="0" y="5263"/>
                  </a:cubicBezTo>
                  <a:cubicBezTo>
                    <a:pt x="143" y="5287"/>
                    <a:pt x="262" y="5287"/>
                    <a:pt x="381" y="5287"/>
                  </a:cubicBezTo>
                  <a:cubicBezTo>
                    <a:pt x="1596" y="5287"/>
                    <a:pt x="2596" y="4287"/>
                    <a:pt x="2596" y="3072"/>
                  </a:cubicBezTo>
                  <a:lnTo>
                    <a:pt x="2596" y="2239"/>
                  </a:lnTo>
                  <a:cubicBezTo>
                    <a:pt x="2596" y="1596"/>
                    <a:pt x="2334" y="1048"/>
                    <a:pt x="1953" y="643"/>
                  </a:cubicBezTo>
                  <a:cubicBezTo>
                    <a:pt x="1525" y="238"/>
                    <a:pt x="1001" y="0"/>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01;p47">
              <a:extLst>
                <a:ext uri="{FF2B5EF4-FFF2-40B4-BE49-F238E27FC236}">
                  <a16:creationId xmlns:a16="http://schemas.microsoft.com/office/drawing/2014/main" id="{80B3B801-F97E-6ACC-9FD8-C187618717F7}"/>
                </a:ext>
              </a:extLst>
            </p:cNvPr>
            <p:cNvSpPr/>
            <p:nvPr/>
          </p:nvSpPr>
          <p:spPr>
            <a:xfrm>
              <a:off x="6578198" y="3885350"/>
              <a:ext cx="38252" cy="84430"/>
            </a:xfrm>
            <a:custGeom>
              <a:avLst/>
              <a:gdLst/>
              <a:ahLst/>
              <a:cxnLst/>
              <a:rect l="l" t="t" r="r" b="b"/>
              <a:pathLst>
                <a:path w="1144" h="2525" extrusionOk="0">
                  <a:moveTo>
                    <a:pt x="239" y="0"/>
                  </a:moveTo>
                  <a:cubicBezTo>
                    <a:pt x="96" y="0"/>
                    <a:pt x="1" y="119"/>
                    <a:pt x="1" y="262"/>
                  </a:cubicBezTo>
                  <a:lnTo>
                    <a:pt x="191" y="2096"/>
                  </a:lnTo>
                  <a:cubicBezTo>
                    <a:pt x="191" y="2263"/>
                    <a:pt x="310" y="2405"/>
                    <a:pt x="453" y="2501"/>
                  </a:cubicBezTo>
                  <a:cubicBezTo>
                    <a:pt x="501" y="2525"/>
                    <a:pt x="596" y="2525"/>
                    <a:pt x="691" y="2525"/>
                  </a:cubicBezTo>
                  <a:cubicBezTo>
                    <a:pt x="929" y="2525"/>
                    <a:pt x="929" y="2358"/>
                    <a:pt x="953" y="2096"/>
                  </a:cubicBezTo>
                  <a:lnTo>
                    <a:pt x="1144" y="262"/>
                  </a:lnTo>
                  <a:cubicBezTo>
                    <a:pt x="1144" y="119"/>
                    <a:pt x="1049" y="0"/>
                    <a:pt x="906"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302;p47">
              <a:extLst>
                <a:ext uri="{FF2B5EF4-FFF2-40B4-BE49-F238E27FC236}">
                  <a16:creationId xmlns:a16="http://schemas.microsoft.com/office/drawing/2014/main" id="{4E394E21-574D-0EAA-1C4D-6AB9C8D0101C}"/>
                </a:ext>
              </a:extLst>
            </p:cNvPr>
            <p:cNvSpPr/>
            <p:nvPr/>
          </p:nvSpPr>
          <p:spPr>
            <a:xfrm>
              <a:off x="6592542" y="3885350"/>
              <a:ext cx="31866" cy="86035"/>
            </a:xfrm>
            <a:custGeom>
              <a:avLst/>
              <a:gdLst/>
              <a:ahLst/>
              <a:cxnLst/>
              <a:rect l="l" t="t" r="r" b="b"/>
              <a:pathLst>
                <a:path w="953" h="2573" extrusionOk="0">
                  <a:moveTo>
                    <a:pt x="191" y="0"/>
                  </a:moveTo>
                  <a:cubicBezTo>
                    <a:pt x="358" y="0"/>
                    <a:pt x="429" y="119"/>
                    <a:pt x="429" y="262"/>
                  </a:cubicBezTo>
                  <a:lnTo>
                    <a:pt x="262" y="2096"/>
                  </a:lnTo>
                  <a:cubicBezTo>
                    <a:pt x="262" y="2263"/>
                    <a:pt x="143" y="2405"/>
                    <a:pt x="0" y="2501"/>
                  </a:cubicBezTo>
                  <a:cubicBezTo>
                    <a:pt x="48" y="2525"/>
                    <a:pt x="143" y="2572"/>
                    <a:pt x="238" y="2572"/>
                  </a:cubicBezTo>
                  <a:cubicBezTo>
                    <a:pt x="500" y="2572"/>
                    <a:pt x="715" y="2358"/>
                    <a:pt x="739" y="2096"/>
                  </a:cubicBezTo>
                  <a:lnTo>
                    <a:pt x="905" y="262"/>
                  </a:lnTo>
                  <a:cubicBezTo>
                    <a:pt x="953" y="119"/>
                    <a:pt x="834" y="0"/>
                    <a:pt x="667" y="0"/>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268754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120"/>
        <p:cNvGrpSpPr/>
        <p:nvPr/>
      </p:nvGrpSpPr>
      <p:grpSpPr>
        <a:xfrm>
          <a:off x="0" y="0"/>
          <a:ext cx="0" cy="0"/>
          <a:chOff x="0" y="0"/>
          <a:chExt cx="0" cy="0"/>
        </a:xfrm>
      </p:grpSpPr>
      <p:sp>
        <p:nvSpPr>
          <p:cNvPr id="2123" name="Google Shape;2123;p42"/>
          <p:cNvSpPr txBox="1">
            <a:spLocks noGrp="1"/>
          </p:cNvSpPr>
          <p:nvPr>
            <p:ph type="subTitle" idx="1"/>
          </p:nvPr>
        </p:nvSpPr>
        <p:spPr>
          <a:xfrm>
            <a:off x="2314070" y="1017725"/>
            <a:ext cx="4206471" cy="73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How to stay strong and safe?</a:t>
            </a:r>
            <a:endParaRPr dirty="0"/>
          </a:p>
        </p:txBody>
      </p:sp>
      <p:sp>
        <p:nvSpPr>
          <p:cNvPr id="4" name="Google Shape;2128;p43">
            <a:extLst>
              <a:ext uri="{FF2B5EF4-FFF2-40B4-BE49-F238E27FC236}">
                <a16:creationId xmlns:a16="http://schemas.microsoft.com/office/drawing/2014/main" id="{15E4FE99-9E04-F5AB-86CD-4AD4A1C70C47}"/>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Passion One"/>
              <a:buNone/>
              <a:defRPr sz="4300" b="0" i="0" u="none" strike="noStrike" cap="none">
                <a:solidFill>
                  <a:schemeClr val="dk1"/>
                </a:solidFill>
                <a:latin typeface="Passion One"/>
                <a:ea typeface="Passion One"/>
                <a:cs typeface="Passion One"/>
                <a:sym typeface="Passion One"/>
              </a:defRPr>
            </a:lvl1pPr>
            <a:lvl2pPr marR="0" lvl="1"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2pPr>
            <a:lvl3pPr marR="0" lvl="2"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3pPr>
            <a:lvl4pPr marR="0" lvl="3"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4pPr>
            <a:lvl5pPr marR="0" lvl="4"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5pPr>
            <a:lvl6pPr marR="0" lvl="5"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6pPr>
            <a:lvl7pPr marR="0" lvl="6"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7pPr>
            <a:lvl8pPr marR="0" lvl="7"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8pPr>
            <a:lvl9pPr marR="0" lvl="8"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9pPr>
          </a:lstStyle>
          <a:p>
            <a:r>
              <a:rPr lang="en-GB" dirty="0"/>
              <a:t>PROTECTIVE FACTORS</a:t>
            </a:r>
          </a:p>
        </p:txBody>
      </p:sp>
      <p:sp>
        <p:nvSpPr>
          <p:cNvPr id="7" name="Google Shape;2123;p42">
            <a:extLst>
              <a:ext uri="{FF2B5EF4-FFF2-40B4-BE49-F238E27FC236}">
                <a16:creationId xmlns:a16="http://schemas.microsoft.com/office/drawing/2014/main" id="{97E6B76F-AAFB-E3F8-5C5E-1214CDAB7B8E}"/>
              </a:ext>
            </a:extLst>
          </p:cNvPr>
          <p:cNvSpPr txBox="1">
            <a:spLocks/>
          </p:cNvSpPr>
          <p:nvPr/>
        </p:nvSpPr>
        <p:spPr>
          <a:xfrm>
            <a:off x="1715356" y="1590425"/>
            <a:ext cx="4206471" cy="73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Asap"/>
              <a:buNone/>
              <a:defRPr sz="18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endParaRPr lang="en-GB" dirty="0"/>
          </a:p>
        </p:txBody>
      </p:sp>
      <p:sp>
        <p:nvSpPr>
          <p:cNvPr id="9" name="Google Shape;2130;p43">
            <a:extLst>
              <a:ext uri="{FF2B5EF4-FFF2-40B4-BE49-F238E27FC236}">
                <a16:creationId xmlns:a16="http://schemas.microsoft.com/office/drawing/2014/main" id="{E2C9D330-C24A-88E5-A8D2-51B638842271}"/>
              </a:ext>
            </a:extLst>
          </p:cNvPr>
          <p:cNvSpPr txBox="1">
            <a:spLocks/>
          </p:cNvSpPr>
          <p:nvPr/>
        </p:nvSpPr>
        <p:spPr>
          <a:xfrm>
            <a:off x="720001" y="1590425"/>
            <a:ext cx="7703999" cy="13487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assion One"/>
              <a:buNone/>
              <a:defRPr sz="6000" b="0" i="0" u="none" strike="noStrike" cap="none">
                <a:solidFill>
                  <a:schemeClr val="accent3"/>
                </a:solidFill>
                <a:latin typeface="Passion One"/>
                <a:ea typeface="Passion One"/>
                <a:cs typeface="Passion One"/>
                <a:sym typeface="Passion One"/>
              </a:defRPr>
            </a:lvl1pPr>
            <a:lvl2pPr marR="0" lvl="1"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2pPr>
            <a:lvl3pPr marR="0" lvl="2"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3pPr>
            <a:lvl4pPr marR="0" lvl="3"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4pPr>
            <a:lvl5pPr marR="0" lvl="4"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5pPr>
            <a:lvl6pPr marR="0" lvl="5"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6pPr>
            <a:lvl7pPr marR="0" lvl="6"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7pPr>
            <a:lvl8pPr marR="0" lvl="7"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8pPr>
            <a:lvl9pPr marR="0" lvl="8"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9pPr>
          </a:lstStyle>
          <a:p>
            <a:pPr marL="285750" indent="-285750">
              <a:buFont typeface="Arial" panose="020B0604020202020204" pitchFamily="34" charset="0"/>
              <a:buChar char="•"/>
            </a:pPr>
            <a:r>
              <a:rPr lang="en-GB" sz="1800" kern="100" dirty="0">
                <a:solidFill>
                  <a:schemeClr val="tx1"/>
                </a:solidFill>
                <a:latin typeface="Calibri" panose="020F0502020204030204" pitchFamily="34" charset="0"/>
                <a:ea typeface="Calibri" panose="020F0502020204030204" pitchFamily="34" charset="0"/>
                <a:cs typeface="Calibri" panose="020F0502020204030204" pitchFamily="34" charset="0"/>
              </a:rPr>
              <a:t>Having people who care about you, like friends and family, is a big protective factor.</a:t>
            </a:r>
            <a:endPar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endParaRPr>
          </a:p>
          <a:p>
            <a:pPr marL="285750" indent="-285750">
              <a:buFont typeface="Arial" panose="020B0604020202020204" pitchFamily="34" charset="0"/>
              <a:buChar char="•"/>
            </a:pPr>
            <a:r>
              <a:rPr lang="en-GB" sz="1800" kern="100" dirty="0">
                <a:solidFill>
                  <a:schemeClr val="tx1"/>
                </a:solidFill>
                <a:latin typeface="Calibri" panose="020F0502020204030204" pitchFamily="34" charset="0"/>
                <a:ea typeface="Calibri" panose="020F0502020204030204" pitchFamily="34" charset="0"/>
                <a:cs typeface="Calibri" panose="020F0502020204030204" pitchFamily="34" charset="0"/>
              </a:rPr>
              <a:t>Feeling good about yourself and having hope for the future can protect you from feeling suicidal.</a:t>
            </a:r>
            <a:endPar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endParaRPr>
          </a:p>
          <a:p>
            <a:pPr marL="857250" indent="-857250" algn="l">
              <a:buFont typeface="Arial" panose="020B0604020202020204" pitchFamily="34" charset="0"/>
              <a:buChar char="•"/>
            </a:pPr>
            <a:endParaRPr lang="en-GB" sz="900" dirty="0">
              <a:solidFill>
                <a:schemeClr val="tx1"/>
              </a:solidFill>
            </a:endParaRPr>
          </a:p>
        </p:txBody>
      </p:sp>
      <p:pic>
        <p:nvPicPr>
          <p:cNvPr id="11" name="Picture 10">
            <a:extLst>
              <a:ext uri="{FF2B5EF4-FFF2-40B4-BE49-F238E27FC236}">
                <a16:creationId xmlns:a16="http://schemas.microsoft.com/office/drawing/2014/main" id="{5A966402-D0FB-D503-E437-548909FC6BA2}"/>
              </a:ext>
            </a:extLst>
          </p:cNvPr>
          <p:cNvPicPr>
            <a:picLocks noChangeAspect="1"/>
          </p:cNvPicPr>
          <p:nvPr/>
        </p:nvPicPr>
        <p:blipFill>
          <a:blip r:embed="rId3"/>
          <a:stretch>
            <a:fillRect/>
          </a:stretch>
        </p:blipFill>
        <p:spPr>
          <a:xfrm>
            <a:off x="3573004" y="2898125"/>
            <a:ext cx="2599196" cy="1758279"/>
          </a:xfrm>
          <a:prstGeom prst="rect">
            <a:avLst/>
          </a:prstGeom>
        </p:spPr>
      </p:pic>
      <p:grpSp>
        <p:nvGrpSpPr>
          <p:cNvPr id="12" name="Google Shape;7324;p84">
            <a:extLst>
              <a:ext uri="{FF2B5EF4-FFF2-40B4-BE49-F238E27FC236}">
                <a16:creationId xmlns:a16="http://schemas.microsoft.com/office/drawing/2014/main" id="{53BE4079-6192-1D3A-FA37-FDAF46266213}"/>
              </a:ext>
            </a:extLst>
          </p:cNvPr>
          <p:cNvGrpSpPr/>
          <p:nvPr/>
        </p:nvGrpSpPr>
        <p:grpSpPr>
          <a:xfrm rot="2946778">
            <a:off x="-317490" y="3287245"/>
            <a:ext cx="2632325" cy="1618422"/>
            <a:chOff x="2496310" y="3693351"/>
            <a:chExt cx="1342906" cy="688926"/>
          </a:xfrm>
          <a:solidFill>
            <a:schemeClr val="tx2">
              <a:lumMod val="90000"/>
            </a:schemeClr>
          </a:solidFill>
        </p:grpSpPr>
        <p:grpSp>
          <p:nvGrpSpPr>
            <p:cNvPr id="13" name="Google Shape;7325;p84">
              <a:extLst>
                <a:ext uri="{FF2B5EF4-FFF2-40B4-BE49-F238E27FC236}">
                  <a16:creationId xmlns:a16="http://schemas.microsoft.com/office/drawing/2014/main" id="{DB01E2C2-6BA7-504B-9F4A-FED3A7D19D7E}"/>
                </a:ext>
              </a:extLst>
            </p:cNvPr>
            <p:cNvGrpSpPr/>
            <p:nvPr/>
          </p:nvGrpSpPr>
          <p:grpSpPr>
            <a:xfrm>
              <a:off x="2496310" y="3693351"/>
              <a:ext cx="1342906" cy="688875"/>
              <a:chOff x="2496310" y="3693351"/>
              <a:chExt cx="1342906" cy="688875"/>
            </a:xfrm>
            <a:grpFill/>
          </p:grpSpPr>
          <p:sp>
            <p:nvSpPr>
              <p:cNvPr id="18" name="Google Shape;7326;p84">
                <a:extLst>
                  <a:ext uri="{FF2B5EF4-FFF2-40B4-BE49-F238E27FC236}">
                    <a16:creationId xmlns:a16="http://schemas.microsoft.com/office/drawing/2014/main" id="{2D20EB2A-3D6D-EBA0-278A-F8E497C2444D}"/>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327;p84">
                <a:extLst>
                  <a:ext uri="{FF2B5EF4-FFF2-40B4-BE49-F238E27FC236}">
                    <a16:creationId xmlns:a16="http://schemas.microsoft.com/office/drawing/2014/main" id="{75565A99-007E-887A-5EAA-C1ABCCCFB3DD}"/>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328;p84">
                <a:extLst>
                  <a:ext uri="{FF2B5EF4-FFF2-40B4-BE49-F238E27FC236}">
                    <a16:creationId xmlns:a16="http://schemas.microsoft.com/office/drawing/2014/main" id="{857DA91E-8419-224F-2164-3FBE622B0EA2}"/>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329;p84">
                <a:extLst>
                  <a:ext uri="{FF2B5EF4-FFF2-40B4-BE49-F238E27FC236}">
                    <a16:creationId xmlns:a16="http://schemas.microsoft.com/office/drawing/2014/main" id="{35A98CCB-2476-B1A9-6361-E179255279F1}"/>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330;p84">
                <a:extLst>
                  <a:ext uri="{FF2B5EF4-FFF2-40B4-BE49-F238E27FC236}">
                    <a16:creationId xmlns:a16="http://schemas.microsoft.com/office/drawing/2014/main" id="{E766719A-FEE6-8884-2A91-917F63BBB345}"/>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331;p84">
                <a:extLst>
                  <a:ext uri="{FF2B5EF4-FFF2-40B4-BE49-F238E27FC236}">
                    <a16:creationId xmlns:a16="http://schemas.microsoft.com/office/drawing/2014/main" id="{C95A55AB-8D64-DAD0-C938-60B561A16BDE}"/>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7332;p84">
                <a:extLst>
                  <a:ext uri="{FF2B5EF4-FFF2-40B4-BE49-F238E27FC236}">
                    <a16:creationId xmlns:a16="http://schemas.microsoft.com/office/drawing/2014/main" id="{9F15DA34-6A0F-B090-109E-9740FBF8FEC0}"/>
                  </a:ext>
                </a:extLst>
              </p:cNvPr>
              <p:cNvCxnSpPr>
                <a:stCxn id="22"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25" name="Google Shape;7333;p84">
                <a:extLst>
                  <a:ext uri="{FF2B5EF4-FFF2-40B4-BE49-F238E27FC236}">
                    <a16:creationId xmlns:a16="http://schemas.microsoft.com/office/drawing/2014/main" id="{1ED9E764-25C6-BD6D-3527-AFE1A00CF17D}"/>
                  </a:ext>
                </a:extLst>
              </p:cNvPr>
              <p:cNvCxnSpPr>
                <a:stCxn id="19"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26" name="Google Shape;7334;p84">
                <a:extLst>
                  <a:ext uri="{FF2B5EF4-FFF2-40B4-BE49-F238E27FC236}">
                    <a16:creationId xmlns:a16="http://schemas.microsoft.com/office/drawing/2014/main" id="{75BA63DE-B5F6-C1F4-B2B3-66A9A86E4660}"/>
                  </a:ext>
                </a:extLst>
              </p:cNvPr>
              <p:cNvCxnSpPr>
                <a:stCxn id="20"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7" name="Google Shape;7335;p84">
                <a:extLst>
                  <a:ext uri="{FF2B5EF4-FFF2-40B4-BE49-F238E27FC236}">
                    <a16:creationId xmlns:a16="http://schemas.microsoft.com/office/drawing/2014/main" id="{59C9994E-4568-5261-3617-60329330436D}"/>
                  </a:ext>
                </a:extLst>
              </p:cNvPr>
              <p:cNvCxnSpPr>
                <a:stCxn id="23"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8" name="Google Shape;7336;p84">
                <a:extLst>
                  <a:ext uri="{FF2B5EF4-FFF2-40B4-BE49-F238E27FC236}">
                    <a16:creationId xmlns:a16="http://schemas.microsoft.com/office/drawing/2014/main" id="{5045509E-0659-D226-0BA5-D4DD2DD2A8AF}"/>
                  </a:ext>
                </a:extLst>
              </p:cNvPr>
              <p:cNvCxnSpPr>
                <a:stCxn id="21"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14" name="Google Shape;7337;p84">
              <a:extLst>
                <a:ext uri="{FF2B5EF4-FFF2-40B4-BE49-F238E27FC236}">
                  <a16:creationId xmlns:a16="http://schemas.microsoft.com/office/drawing/2014/main" id="{CCE05CE5-7DE2-B7A1-E046-6EFFBA32861D}"/>
                </a:ext>
              </a:extLst>
            </p:cNvPr>
            <p:cNvGrpSpPr/>
            <p:nvPr/>
          </p:nvGrpSpPr>
          <p:grpSpPr>
            <a:xfrm>
              <a:off x="2675275" y="3930557"/>
              <a:ext cx="1003306" cy="451719"/>
              <a:chOff x="2675275" y="4174282"/>
              <a:chExt cx="1003306" cy="451719"/>
            </a:xfrm>
            <a:grpFill/>
          </p:grpSpPr>
          <p:sp>
            <p:nvSpPr>
              <p:cNvPr id="15" name="Google Shape;7338;p84">
                <a:extLst>
                  <a:ext uri="{FF2B5EF4-FFF2-40B4-BE49-F238E27FC236}">
                    <a16:creationId xmlns:a16="http://schemas.microsoft.com/office/drawing/2014/main" id="{A1A0CCD3-FFBA-857A-A4CB-21E8F715858C}"/>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339;p84">
                <a:extLst>
                  <a:ext uri="{FF2B5EF4-FFF2-40B4-BE49-F238E27FC236}">
                    <a16:creationId xmlns:a16="http://schemas.microsoft.com/office/drawing/2014/main" id="{3015251C-F024-4622-C2D2-EE5D3F76A9F2}"/>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340;p84">
                <a:extLst>
                  <a:ext uri="{FF2B5EF4-FFF2-40B4-BE49-F238E27FC236}">
                    <a16:creationId xmlns:a16="http://schemas.microsoft.com/office/drawing/2014/main" id="{85A45C8C-D255-4D47-6143-4E10781AAECC}"/>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120"/>
        <p:cNvGrpSpPr/>
        <p:nvPr/>
      </p:nvGrpSpPr>
      <p:grpSpPr>
        <a:xfrm>
          <a:off x="0" y="0"/>
          <a:ext cx="0" cy="0"/>
          <a:chOff x="0" y="0"/>
          <a:chExt cx="0" cy="0"/>
        </a:xfrm>
      </p:grpSpPr>
      <p:sp>
        <p:nvSpPr>
          <p:cNvPr id="2123" name="Google Shape;2123;p42"/>
          <p:cNvSpPr txBox="1">
            <a:spLocks noGrp="1"/>
          </p:cNvSpPr>
          <p:nvPr>
            <p:ph type="subTitle" idx="1"/>
          </p:nvPr>
        </p:nvSpPr>
        <p:spPr>
          <a:xfrm>
            <a:off x="2966442" y="1001307"/>
            <a:ext cx="4206471" cy="7350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dirty="0"/>
              <a:t>Sing that shows someone needs help</a:t>
            </a:r>
            <a:endParaRPr dirty="0"/>
          </a:p>
        </p:txBody>
      </p:sp>
      <p:sp>
        <p:nvSpPr>
          <p:cNvPr id="4" name="Google Shape;2128;p43">
            <a:extLst>
              <a:ext uri="{FF2B5EF4-FFF2-40B4-BE49-F238E27FC236}">
                <a16:creationId xmlns:a16="http://schemas.microsoft.com/office/drawing/2014/main" id="{15E4FE99-9E04-F5AB-86CD-4AD4A1C70C47}"/>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Passion One"/>
              <a:buNone/>
              <a:defRPr sz="4300" b="0" i="0" u="none" strike="noStrike" cap="none">
                <a:solidFill>
                  <a:schemeClr val="dk1"/>
                </a:solidFill>
                <a:latin typeface="Passion One"/>
                <a:ea typeface="Passion One"/>
                <a:cs typeface="Passion One"/>
                <a:sym typeface="Passion One"/>
              </a:defRPr>
            </a:lvl1pPr>
            <a:lvl2pPr marR="0" lvl="1"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2pPr>
            <a:lvl3pPr marR="0" lvl="2"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3pPr>
            <a:lvl4pPr marR="0" lvl="3"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4pPr>
            <a:lvl5pPr marR="0" lvl="4"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5pPr>
            <a:lvl6pPr marR="0" lvl="5"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6pPr>
            <a:lvl7pPr marR="0" lvl="6"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7pPr>
            <a:lvl8pPr marR="0" lvl="7"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8pPr>
            <a:lvl9pPr marR="0" lvl="8"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9pPr>
          </a:lstStyle>
          <a:p>
            <a:r>
              <a:rPr lang="en-GB" dirty="0"/>
              <a:t>	WARNING SINGS </a:t>
            </a:r>
          </a:p>
        </p:txBody>
      </p:sp>
      <p:sp>
        <p:nvSpPr>
          <p:cNvPr id="7" name="Google Shape;2123;p42">
            <a:extLst>
              <a:ext uri="{FF2B5EF4-FFF2-40B4-BE49-F238E27FC236}">
                <a16:creationId xmlns:a16="http://schemas.microsoft.com/office/drawing/2014/main" id="{97E6B76F-AAFB-E3F8-5C5E-1214CDAB7B8E}"/>
              </a:ext>
            </a:extLst>
          </p:cNvPr>
          <p:cNvSpPr txBox="1">
            <a:spLocks/>
          </p:cNvSpPr>
          <p:nvPr/>
        </p:nvSpPr>
        <p:spPr>
          <a:xfrm>
            <a:off x="1715356" y="1590425"/>
            <a:ext cx="4206471" cy="73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Asap"/>
              <a:buNone/>
              <a:defRPr sz="18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endParaRPr lang="en-GB" dirty="0"/>
          </a:p>
        </p:txBody>
      </p:sp>
      <p:sp>
        <p:nvSpPr>
          <p:cNvPr id="9" name="Google Shape;2130;p43">
            <a:extLst>
              <a:ext uri="{FF2B5EF4-FFF2-40B4-BE49-F238E27FC236}">
                <a16:creationId xmlns:a16="http://schemas.microsoft.com/office/drawing/2014/main" id="{E2C9D330-C24A-88E5-A8D2-51B638842271}"/>
              </a:ext>
            </a:extLst>
          </p:cNvPr>
          <p:cNvSpPr txBox="1">
            <a:spLocks/>
          </p:cNvSpPr>
          <p:nvPr/>
        </p:nvSpPr>
        <p:spPr>
          <a:xfrm>
            <a:off x="720001" y="1574007"/>
            <a:ext cx="7703999" cy="13487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assion One"/>
              <a:buNone/>
              <a:defRPr sz="6000" b="0" i="0" u="none" strike="noStrike" cap="none">
                <a:solidFill>
                  <a:schemeClr val="accent3"/>
                </a:solidFill>
                <a:latin typeface="Passion One"/>
                <a:ea typeface="Passion One"/>
                <a:cs typeface="Passion One"/>
                <a:sym typeface="Passion One"/>
              </a:defRPr>
            </a:lvl1pPr>
            <a:lvl2pPr marR="0" lvl="1"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2pPr>
            <a:lvl3pPr marR="0" lvl="2"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3pPr>
            <a:lvl4pPr marR="0" lvl="3"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4pPr>
            <a:lvl5pPr marR="0" lvl="4"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5pPr>
            <a:lvl6pPr marR="0" lvl="5"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6pPr>
            <a:lvl7pPr marR="0" lvl="6"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7pPr>
            <a:lvl8pPr marR="0" lvl="7"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8pPr>
            <a:lvl9pPr marR="0" lvl="8"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9pPr>
          </a:lstStyle>
          <a:p>
            <a:pPr marL="285750" indent="-285750">
              <a:buFont typeface="Arial" panose="020B0604020202020204" pitchFamily="34" charset="0"/>
              <a:buChar char="•"/>
            </a:pPr>
            <a:r>
              <a:rPr lang="en-GB" sz="1800" kern="100" dirty="0">
                <a:solidFill>
                  <a:schemeClr val="tx1"/>
                </a:solidFill>
                <a:latin typeface="Calibri" panose="020F0502020204030204" pitchFamily="34" charset="0"/>
                <a:ea typeface="Calibri" panose="020F0502020204030204" pitchFamily="34" charset="0"/>
                <a:cs typeface="Calibri" panose="020F0502020204030204" pitchFamily="34" charset="0"/>
              </a:rPr>
              <a:t>If someone talks about feeling very sad, hopeless, or wanting to die, it's a warning sign.</a:t>
            </a:r>
            <a:endPar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endParaRPr>
          </a:p>
          <a:p>
            <a:pPr marL="285750" indent="-285750">
              <a:buFont typeface="Arial" panose="020B0604020202020204" pitchFamily="34" charset="0"/>
              <a:buChar char="•"/>
            </a:pPr>
            <a:r>
              <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rPr>
              <a:t>When someone starts giving away their things or avoids friends, it's a sign they might be struggling.</a:t>
            </a:r>
          </a:p>
          <a:p>
            <a:pPr marL="285750" indent="-285750">
              <a:buFont typeface="Arial" panose="020B0604020202020204" pitchFamily="34" charset="0"/>
              <a:buChar char="•"/>
            </a:pPr>
            <a:endPar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endParaRPr>
          </a:p>
          <a:p>
            <a:pPr marL="857250" indent="-857250">
              <a:buFont typeface="Arial" panose="020B0604020202020204" pitchFamily="34" charset="0"/>
              <a:buChar char="•"/>
            </a:pPr>
            <a:endParaRPr lang="en-GB" sz="900" dirty="0">
              <a:solidFill>
                <a:schemeClr val="tx1"/>
              </a:solidFill>
            </a:endParaRPr>
          </a:p>
        </p:txBody>
      </p:sp>
      <p:pic>
        <p:nvPicPr>
          <p:cNvPr id="6" name="Picture 5">
            <a:extLst>
              <a:ext uri="{FF2B5EF4-FFF2-40B4-BE49-F238E27FC236}">
                <a16:creationId xmlns:a16="http://schemas.microsoft.com/office/drawing/2014/main" id="{BC10C977-812C-BB4E-54D7-1F51A7AA23FE}"/>
              </a:ext>
            </a:extLst>
          </p:cNvPr>
          <p:cNvPicPr>
            <a:picLocks noChangeAspect="1"/>
          </p:cNvPicPr>
          <p:nvPr/>
        </p:nvPicPr>
        <p:blipFill>
          <a:blip r:embed="rId3"/>
          <a:stretch>
            <a:fillRect/>
          </a:stretch>
        </p:blipFill>
        <p:spPr>
          <a:xfrm>
            <a:off x="3838897" y="2944497"/>
            <a:ext cx="2461559" cy="1635050"/>
          </a:xfrm>
          <a:prstGeom prst="rect">
            <a:avLst/>
          </a:prstGeom>
        </p:spPr>
      </p:pic>
      <p:grpSp>
        <p:nvGrpSpPr>
          <p:cNvPr id="8" name="Google Shape;7324;p84">
            <a:extLst>
              <a:ext uri="{FF2B5EF4-FFF2-40B4-BE49-F238E27FC236}">
                <a16:creationId xmlns:a16="http://schemas.microsoft.com/office/drawing/2014/main" id="{0D8E520E-EE03-7934-887D-3D4734C1316F}"/>
              </a:ext>
            </a:extLst>
          </p:cNvPr>
          <p:cNvGrpSpPr/>
          <p:nvPr/>
        </p:nvGrpSpPr>
        <p:grpSpPr>
          <a:xfrm rot="2946778">
            <a:off x="-317490" y="3287245"/>
            <a:ext cx="2632325" cy="1618422"/>
            <a:chOff x="2496310" y="3693351"/>
            <a:chExt cx="1342906" cy="688926"/>
          </a:xfrm>
          <a:solidFill>
            <a:schemeClr val="tx2">
              <a:lumMod val="90000"/>
            </a:schemeClr>
          </a:solidFill>
        </p:grpSpPr>
        <p:grpSp>
          <p:nvGrpSpPr>
            <p:cNvPr id="10" name="Google Shape;7325;p84">
              <a:extLst>
                <a:ext uri="{FF2B5EF4-FFF2-40B4-BE49-F238E27FC236}">
                  <a16:creationId xmlns:a16="http://schemas.microsoft.com/office/drawing/2014/main" id="{65DC07C7-6D72-6D79-E7B8-10886CDA0693}"/>
                </a:ext>
              </a:extLst>
            </p:cNvPr>
            <p:cNvGrpSpPr/>
            <p:nvPr/>
          </p:nvGrpSpPr>
          <p:grpSpPr>
            <a:xfrm>
              <a:off x="2496310" y="3693351"/>
              <a:ext cx="1342906" cy="688875"/>
              <a:chOff x="2496310" y="3693351"/>
              <a:chExt cx="1342906" cy="688875"/>
            </a:xfrm>
            <a:grpFill/>
          </p:grpSpPr>
          <p:sp>
            <p:nvSpPr>
              <p:cNvPr id="16" name="Google Shape;7326;p84">
                <a:extLst>
                  <a:ext uri="{FF2B5EF4-FFF2-40B4-BE49-F238E27FC236}">
                    <a16:creationId xmlns:a16="http://schemas.microsoft.com/office/drawing/2014/main" id="{DC8D71C2-9379-0C5B-EF99-8D2EB325D5B9}"/>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327;p84">
                <a:extLst>
                  <a:ext uri="{FF2B5EF4-FFF2-40B4-BE49-F238E27FC236}">
                    <a16:creationId xmlns:a16="http://schemas.microsoft.com/office/drawing/2014/main" id="{F0345D7A-4DC0-B80D-BAA3-4EF54C08092D}"/>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328;p84">
                <a:extLst>
                  <a:ext uri="{FF2B5EF4-FFF2-40B4-BE49-F238E27FC236}">
                    <a16:creationId xmlns:a16="http://schemas.microsoft.com/office/drawing/2014/main" id="{EA95574C-677E-83AC-15BC-291089595C33}"/>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329;p84">
                <a:extLst>
                  <a:ext uri="{FF2B5EF4-FFF2-40B4-BE49-F238E27FC236}">
                    <a16:creationId xmlns:a16="http://schemas.microsoft.com/office/drawing/2014/main" id="{66CE2560-FEBE-596D-DF88-699230CA9160}"/>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330;p84">
                <a:extLst>
                  <a:ext uri="{FF2B5EF4-FFF2-40B4-BE49-F238E27FC236}">
                    <a16:creationId xmlns:a16="http://schemas.microsoft.com/office/drawing/2014/main" id="{E92665AF-2300-D104-C22B-45AB4DA45CE1}"/>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331;p84">
                <a:extLst>
                  <a:ext uri="{FF2B5EF4-FFF2-40B4-BE49-F238E27FC236}">
                    <a16:creationId xmlns:a16="http://schemas.microsoft.com/office/drawing/2014/main" id="{E252AD69-32EE-8FF6-5A57-E8E1FED57F87}"/>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 name="Google Shape;7332;p84">
                <a:extLst>
                  <a:ext uri="{FF2B5EF4-FFF2-40B4-BE49-F238E27FC236}">
                    <a16:creationId xmlns:a16="http://schemas.microsoft.com/office/drawing/2014/main" id="{53A7D286-72ED-15D7-1DBF-9BD679F4DD37}"/>
                  </a:ext>
                </a:extLst>
              </p:cNvPr>
              <p:cNvCxnSpPr>
                <a:stCxn id="20"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23" name="Google Shape;7333;p84">
                <a:extLst>
                  <a:ext uri="{FF2B5EF4-FFF2-40B4-BE49-F238E27FC236}">
                    <a16:creationId xmlns:a16="http://schemas.microsoft.com/office/drawing/2014/main" id="{7E1FC132-C7EE-BAC3-923A-1FFBDF876753}"/>
                  </a:ext>
                </a:extLst>
              </p:cNvPr>
              <p:cNvCxnSpPr>
                <a:stCxn id="17"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24" name="Google Shape;7334;p84">
                <a:extLst>
                  <a:ext uri="{FF2B5EF4-FFF2-40B4-BE49-F238E27FC236}">
                    <a16:creationId xmlns:a16="http://schemas.microsoft.com/office/drawing/2014/main" id="{FD2EF94B-3E4E-2366-69FC-8E98DB28C3EA}"/>
                  </a:ext>
                </a:extLst>
              </p:cNvPr>
              <p:cNvCxnSpPr>
                <a:stCxn id="18"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5" name="Google Shape;7335;p84">
                <a:extLst>
                  <a:ext uri="{FF2B5EF4-FFF2-40B4-BE49-F238E27FC236}">
                    <a16:creationId xmlns:a16="http://schemas.microsoft.com/office/drawing/2014/main" id="{A83A8F46-E1EF-4D54-9958-06B1D75BCE8E}"/>
                  </a:ext>
                </a:extLst>
              </p:cNvPr>
              <p:cNvCxnSpPr>
                <a:stCxn id="21"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6" name="Google Shape;7336;p84">
                <a:extLst>
                  <a:ext uri="{FF2B5EF4-FFF2-40B4-BE49-F238E27FC236}">
                    <a16:creationId xmlns:a16="http://schemas.microsoft.com/office/drawing/2014/main" id="{7F7A9025-FF3E-A455-34BB-FF4F7A1C339F}"/>
                  </a:ext>
                </a:extLst>
              </p:cNvPr>
              <p:cNvCxnSpPr>
                <a:stCxn id="19"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12" name="Google Shape;7337;p84">
              <a:extLst>
                <a:ext uri="{FF2B5EF4-FFF2-40B4-BE49-F238E27FC236}">
                  <a16:creationId xmlns:a16="http://schemas.microsoft.com/office/drawing/2014/main" id="{800A1CE4-CB90-B464-448C-8CFE9DFD0933}"/>
                </a:ext>
              </a:extLst>
            </p:cNvPr>
            <p:cNvGrpSpPr/>
            <p:nvPr/>
          </p:nvGrpSpPr>
          <p:grpSpPr>
            <a:xfrm>
              <a:off x="2675275" y="3930557"/>
              <a:ext cx="1003306" cy="451719"/>
              <a:chOff x="2675275" y="4174282"/>
              <a:chExt cx="1003306" cy="451719"/>
            </a:xfrm>
            <a:grpFill/>
          </p:grpSpPr>
          <p:sp>
            <p:nvSpPr>
              <p:cNvPr id="13" name="Google Shape;7338;p84">
                <a:extLst>
                  <a:ext uri="{FF2B5EF4-FFF2-40B4-BE49-F238E27FC236}">
                    <a16:creationId xmlns:a16="http://schemas.microsoft.com/office/drawing/2014/main" id="{49046619-511D-A849-9CFF-83019B570498}"/>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339;p84">
                <a:extLst>
                  <a:ext uri="{FF2B5EF4-FFF2-40B4-BE49-F238E27FC236}">
                    <a16:creationId xmlns:a16="http://schemas.microsoft.com/office/drawing/2014/main" id="{FDD1E521-0C45-6D22-F768-C9151B92771F}"/>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340;p84">
                <a:extLst>
                  <a:ext uri="{FF2B5EF4-FFF2-40B4-BE49-F238E27FC236}">
                    <a16:creationId xmlns:a16="http://schemas.microsoft.com/office/drawing/2014/main" id="{AB8E47EE-3CDE-4FE2-6A80-C7CE2DC3A850}"/>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85993180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821"/>
        <p:cNvGrpSpPr/>
        <p:nvPr/>
      </p:nvGrpSpPr>
      <p:grpSpPr>
        <a:xfrm>
          <a:off x="0" y="0"/>
          <a:ext cx="0" cy="0"/>
          <a:chOff x="0" y="0"/>
          <a:chExt cx="0" cy="0"/>
        </a:xfrm>
      </p:grpSpPr>
      <p:sp>
        <p:nvSpPr>
          <p:cNvPr id="2822" name="Google Shape;2822;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MYTH vs FACTS</a:t>
            </a:r>
            <a:endParaRPr dirty="0"/>
          </a:p>
        </p:txBody>
      </p:sp>
      <p:graphicFrame>
        <p:nvGraphicFramePr>
          <p:cNvPr id="2823" name="Google Shape;2823;p70"/>
          <p:cNvGraphicFramePr/>
          <p:nvPr>
            <p:extLst>
              <p:ext uri="{D42A27DB-BD31-4B8C-83A1-F6EECF244321}">
                <p14:modId xmlns:p14="http://schemas.microsoft.com/office/powerpoint/2010/main" val="2132004163"/>
              </p:ext>
            </p:extLst>
          </p:nvPr>
        </p:nvGraphicFramePr>
        <p:xfrm>
          <a:off x="716606" y="1237957"/>
          <a:ext cx="7344182" cy="3366041"/>
        </p:xfrm>
        <a:graphic>
          <a:graphicData uri="http://schemas.openxmlformats.org/drawingml/2006/table">
            <a:tbl>
              <a:tblPr>
                <a:noFill/>
                <a:tableStyleId>{D484C0A3-B571-4290-852F-0440D858BDD0}</a:tableStyleId>
              </a:tblPr>
              <a:tblGrid>
                <a:gridCol w="3039468">
                  <a:extLst>
                    <a:ext uri="{9D8B030D-6E8A-4147-A177-3AD203B41FA5}">
                      <a16:colId xmlns:a16="http://schemas.microsoft.com/office/drawing/2014/main" val="20000"/>
                    </a:ext>
                  </a:extLst>
                </a:gridCol>
                <a:gridCol w="1125415">
                  <a:extLst>
                    <a:ext uri="{9D8B030D-6E8A-4147-A177-3AD203B41FA5}">
                      <a16:colId xmlns:a16="http://schemas.microsoft.com/office/drawing/2014/main" val="20001"/>
                    </a:ext>
                  </a:extLst>
                </a:gridCol>
                <a:gridCol w="3179299">
                  <a:extLst>
                    <a:ext uri="{9D8B030D-6E8A-4147-A177-3AD203B41FA5}">
                      <a16:colId xmlns:a16="http://schemas.microsoft.com/office/drawing/2014/main" val="20002"/>
                    </a:ext>
                  </a:extLst>
                </a:gridCol>
              </a:tblGrid>
              <a:tr h="690428">
                <a:tc>
                  <a:txBody>
                    <a:bodyPr/>
                    <a:lstStyle/>
                    <a:p>
                      <a:pPr marL="0" lvl="0" indent="0" algn="ctr" rtl="0">
                        <a:lnSpc>
                          <a:spcPct val="115000"/>
                        </a:lnSpc>
                        <a:spcBef>
                          <a:spcPts val="0"/>
                        </a:spcBef>
                        <a:spcAft>
                          <a:spcPts val="0"/>
                        </a:spcAft>
                        <a:buNone/>
                      </a:pPr>
                      <a:r>
                        <a:rPr lang="en" sz="2000" dirty="0">
                          <a:solidFill>
                            <a:schemeClr val="dk1"/>
                          </a:solidFill>
                          <a:latin typeface="Passion One"/>
                          <a:ea typeface="Passion One"/>
                          <a:cs typeface="Passion One"/>
                          <a:sym typeface="Passion One"/>
                        </a:rPr>
                        <a:t>Myth </a:t>
                      </a:r>
                      <a:endParaRPr sz="2000" dirty="0">
                        <a:solidFill>
                          <a:schemeClr val="dk1"/>
                        </a:solidFill>
                        <a:latin typeface="Passion One"/>
                        <a:ea typeface="Passion One"/>
                        <a:cs typeface="Passion One"/>
                        <a:sym typeface="Passion One"/>
                      </a:endParaRPr>
                    </a:p>
                  </a:txBody>
                  <a:tcPr marL="91425" marR="91425" marT="68575" marB="6857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GB" sz="2000" dirty="0">
                          <a:solidFill>
                            <a:schemeClr val="dk1"/>
                          </a:solidFill>
                          <a:latin typeface="Passion One"/>
                          <a:ea typeface="Passion One"/>
                          <a:cs typeface="Passion One"/>
                          <a:sym typeface="Passion One"/>
                        </a:rPr>
                        <a:t>Vs </a:t>
                      </a:r>
                    </a:p>
                  </a:txBody>
                  <a:tcPr marL="91425" marR="91425" marT="68575" marB="6857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lt1"/>
                    </a:solidFill>
                  </a:tcPr>
                </a:tc>
                <a:tc>
                  <a:txBody>
                    <a:bodyPr/>
                    <a:lstStyle/>
                    <a:p>
                      <a:pPr marL="0" lvl="0" indent="0" algn="ctr" rtl="0">
                        <a:lnSpc>
                          <a:spcPct val="115000"/>
                        </a:lnSpc>
                        <a:spcBef>
                          <a:spcPts val="0"/>
                        </a:spcBef>
                        <a:spcAft>
                          <a:spcPts val="0"/>
                        </a:spcAft>
                        <a:buClr>
                          <a:srgbClr val="000000"/>
                        </a:buClr>
                        <a:buSzPts val="1100"/>
                        <a:buFont typeface="Arial"/>
                        <a:buNone/>
                      </a:pPr>
                      <a:r>
                        <a:rPr lang="en" sz="2000" dirty="0">
                          <a:solidFill>
                            <a:schemeClr val="dk1"/>
                          </a:solidFill>
                          <a:latin typeface="Passion One"/>
                          <a:ea typeface="Passion One"/>
                          <a:cs typeface="Passion One"/>
                          <a:sym typeface="Passion One"/>
                        </a:rPr>
                        <a:t>Facts</a:t>
                      </a:r>
                      <a:endParaRPr sz="2000" dirty="0">
                        <a:solidFill>
                          <a:schemeClr val="dk1"/>
                        </a:solidFill>
                        <a:latin typeface="Passion One"/>
                        <a:ea typeface="Passion One"/>
                        <a:cs typeface="Passion One"/>
                        <a:sym typeface="Passion One"/>
                      </a:endParaRPr>
                    </a:p>
                  </a:txBody>
                  <a:tcPr marL="91425" marR="91425" marT="68575" marB="68575" anchor="ctr">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675613">
                <a:tc>
                  <a:txBody>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lang="en-GB" sz="2000" dirty="0">
                          <a:solidFill>
                            <a:schemeClr val="dk1"/>
                          </a:solidFill>
                          <a:latin typeface="Asap"/>
                          <a:ea typeface="Asap"/>
                          <a:cs typeface="Asap"/>
                          <a:sym typeface="Asap"/>
                        </a:rPr>
                        <a:t>Talking about suicide will make someone do it </a:t>
                      </a:r>
                    </a:p>
                    <a:p>
                      <a:pPr marL="285750" marR="0" lvl="0" indent="-285750" algn="l" defTabSz="914400" rtl="0" eaLnBrk="1" fontAlgn="auto" latinLnBrk="0" hangingPunct="1">
                        <a:lnSpc>
                          <a:spcPct val="115000"/>
                        </a:lnSpc>
                        <a:spcBef>
                          <a:spcPts val="0"/>
                        </a:spcBef>
                        <a:spcAft>
                          <a:spcPts val="0"/>
                        </a:spcAft>
                        <a:buClr>
                          <a:srgbClr val="000000"/>
                        </a:buClr>
                        <a:buSzTx/>
                        <a:buFont typeface="Arial" panose="020B0604020202020204" pitchFamily="34" charset="0"/>
                        <a:buChar char="•"/>
                        <a:tabLst/>
                        <a:defRPr/>
                      </a:pPr>
                      <a:r>
                        <a:rPr lang="en-GB" sz="2000" dirty="0">
                          <a:solidFill>
                            <a:schemeClr val="dk1"/>
                          </a:solidFill>
                          <a:latin typeface="Asap"/>
                          <a:ea typeface="Asap"/>
                          <a:cs typeface="Asap"/>
                          <a:sym typeface="Asap"/>
                        </a:rPr>
                        <a:t>Nothing can help a person who's suicidal. </a:t>
                      </a:r>
                      <a:endParaRPr sz="2000" dirty="0">
                        <a:solidFill>
                          <a:schemeClr val="dk1"/>
                        </a:solidFill>
                        <a:latin typeface="Asap"/>
                        <a:ea typeface="Asap"/>
                        <a:cs typeface="Asap"/>
                        <a:sym typeface="Asap"/>
                      </a:endParaRPr>
                    </a:p>
                  </a:txBody>
                  <a:tcPr marL="91425" marR="91425" marT="68575" marB="6857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endParaRPr lang="en-GB" sz="1600" dirty="0">
                        <a:solidFill>
                          <a:schemeClr val="dk1"/>
                        </a:solidFill>
                        <a:latin typeface="Passion One"/>
                        <a:ea typeface="Passion One"/>
                        <a:cs typeface="Passion One"/>
                        <a:sym typeface="Passion One"/>
                      </a:endParaRPr>
                    </a:p>
                    <a:p>
                      <a:pPr marL="0" lvl="0" indent="0" algn="ctr" rtl="0">
                        <a:lnSpc>
                          <a:spcPct val="115000"/>
                        </a:lnSpc>
                        <a:spcBef>
                          <a:spcPts val="0"/>
                        </a:spcBef>
                        <a:spcAft>
                          <a:spcPts val="0"/>
                        </a:spcAft>
                        <a:buNone/>
                      </a:pPr>
                      <a:r>
                        <a:rPr lang="en-US" sz="1600" b="1" dirty="0">
                          <a:solidFill>
                            <a:schemeClr val="dk1"/>
                          </a:solidFill>
                          <a:latin typeface="Asap"/>
                          <a:ea typeface="Asap"/>
                          <a:cs typeface="Asap"/>
                          <a:sym typeface="Asap"/>
                        </a:rPr>
                        <a:t>Vs</a:t>
                      </a:r>
                    </a:p>
                    <a:p>
                      <a:pPr marL="0" lvl="0" indent="0" algn="ctr" rtl="0">
                        <a:lnSpc>
                          <a:spcPct val="115000"/>
                        </a:lnSpc>
                        <a:spcBef>
                          <a:spcPts val="0"/>
                        </a:spcBef>
                        <a:spcAft>
                          <a:spcPts val="0"/>
                        </a:spcAft>
                        <a:buNone/>
                      </a:pPr>
                      <a:endParaRPr lang="en-GB" sz="1600" dirty="0">
                        <a:solidFill>
                          <a:schemeClr val="dk1"/>
                        </a:solidFill>
                        <a:latin typeface="Asap"/>
                        <a:ea typeface="Asap"/>
                        <a:cs typeface="Asap"/>
                        <a:sym typeface="Asap"/>
                      </a:endParaRPr>
                    </a:p>
                    <a:p>
                      <a:pPr marL="0" lvl="0" indent="0" algn="ctr" rtl="0">
                        <a:lnSpc>
                          <a:spcPct val="115000"/>
                        </a:lnSpc>
                        <a:spcBef>
                          <a:spcPts val="0"/>
                        </a:spcBef>
                        <a:spcAft>
                          <a:spcPts val="0"/>
                        </a:spcAft>
                        <a:buNone/>
                      </a:pPr>
                      <a:endParaRPr lang="en-GB" sz="1600" dirty="0">
                        <a:solidFill>
                          <a:schemeClr val="dk1"/>
                        </a:solidFill>
                        <a:latin typeface="Asap"/>
                        <a:ea typeface="Asap"/>
                        <a:cs typeface="Asap"/>
                        <a:sym typeface="Asap"/>
                      </a:endParaRPr>
                    </a:p>
                    <a:p>
                      <a:pPr marL="0" lvl="0" indent="0" algn="ctr" rtl="0">
                        <a:lnSpc>
                          <a:spcPct val="115000"/>
                        </a:lnSpc>
                        <a:spcBef>
                          <a:spcPts val="0"/>
                        </a:spcBef>
                        <a:spcAft>
                          <a:spcPts val="0"/>
                        </a:spcAft>
                        <a:buNone/>
                      </a:pPr>
                      <a:endParaRPr lang="en-GB" sz="1600" dirty="0">
                        <a:solidFill>
                          <a:schemeClr val="dk1"/>
                        </a:solidFill>
                        <a:latin typeface="Asap"/>
                        <a:ea typeface="Asap"/>
                        <a:cs typeface="Asap"/>
                        <a:sym typeface="Asap"/>
                      </a:endParaRP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GB" sz="1600" b="1" dirty="0">
                          <a:solidFill>
                            <a:schemeClr val="dk1"/>
                          </a:solidFill>
                          <a:latin typeface="Asap"/>
                          <a:ea typeface="Asap"/>
                          <a:cs typeface="Asap"/>
                          <a:sym typeface="Asap"/>
                        </a:rPr>
                        <a:t>Vs</a:t>
                      </a:r>
                      <a:r>
                        <a:rPr lang="en-GB" sz="1600" dirty="0">
                          <a:solidFill>
                            <a:schemeClr val="dk1"/>
                          </a:solidFill>
                          <a:latin typeface="Asap"/>
                          <a:ea typeface="Asap"/>
                          <a:cs typeface="Asap"/>
                          <a:sym typeface="Asap"/>
                        </a:rPr>
                        <a:t> </a:t>
                      </a:r>
                    </a:p>
                    <a:p>
                      <a:pPr marL="0" lvl="0" indent="0" algn="ctr" rtl="0">
                        <a:lnSpc>
                          <a:spcPct val="115000"/>
                        </a:lnSpc>
                        <a:spcBef>
                          <a:spcPts val="0"/>
                        </a:spcBef>
                        <a:spcAft>
                          <a:spcPts val="0"/>
                        </a:spcAft>
                        <a:buNone/>
                      </a:pPr>
                      <a:endParaRPr sz="1600" dirty="0">
                        <a:solidFill>
                          <a:schemeClr val="dk1"/>
                        </a:solidFill>
                        <a:latin typeface="Asap"/>
                        <a:ea typeface="Asap"/>
                        <a:cs typeface="Asap"/>
                        <a:sym typeface="Asap"/>
                      </a:endParaRPr>
                    </a:p>
                  </a:txBody>
                  <a:tcPr marL="91425" marR="91425" marT="68575" marB="6857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tc>
                  <a:txBody>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lang="en-GB" sz="2000" dirty="0">
                          <a:solidFill>
                            <a:schemeClr val="dk1"/>
                          </a:solidFill>
                          <a:latin typeface="Asap"/>
                          <a:ea typeface="Asap"/>
                          <a:cs typeface="Asap"/>
                          <a:sym typeface="Asap"/>
                        </a:rPr>
                        <a:t>Talking can help them find support. </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lang="en-GB" sz="2000" dirty="0">
                          <a:solidFill>
                            <a:schemeClr val="dk1"/>
                          </a:solidFill>
                          <a:latin typeface="Asap"/>
                          <a:ea typeface="Asap"/>
                          <a:cs typeface="Asap"/>
                          <a:sym typeface="Asap"/>
                        </a:rPr>
                        <a:t>Many people recover with the right help and care. </a:t>
                      </a:r>
                      <a:endParaRPr sz="2000" dirty="0">
                        <a:solidFill>
                          <a:schemeClr val="dk1"/>
                        </a:solidFill>
                        <a:latin typeface="Asap"/>
                        <a:ea typeface="Asap"/>
                        <a:cs typeface="Asap"/>
                        <a:sym typeface="Asap"/>
                      </a:endParaRPr>
                    </a:p>
                  </a:txBody>
                  <a:tcPr marL="91425" marR="91425" marT="68575" marB="68575">
                    <a:lnL w="19050" cap="flat" cmpd="sng">
                      <a:solidFill>
                        <a:schemeClr val="dk2"/>
                      </a:solidFill>
                      <a:prstDash val="solid"/>
                      <a:round/>
                      <a:headEnd type="none" w="sm" len="sm"/>
                      <a:tailEnd type="none" w="sm" len="sm"/>
                    </a:lnL>
                    <a:lnR w="19050" cap="flat" cmpd="sng">
                      <a:solidFill>
                        <a:schemeClr val="dk2"/>
                      </a:solidFill>
                      <a:prstDash val="solid"/>
                      <a:round/>
                      <a:headEnd type="none" w="sm" len="sm"/>
                      <a:tailEnd type="none" w="sm" len="sm"/>
                    </a:lnR>
                    <a:lnT w="19050" cap="flat" cmpd="sng">
                      <a:solidFill>
                        <a:schemeClr val="dk2"/>
                      </a:solidFill>
                      <a:prstDash val="solid"/>
                      <a:round/>
                      <a:headEnd type="none" w="sm" len="sm"/>
                      <a:tailEnd type="none" w="sm" len="sm"/>
                    </a:lnT>
                    <a:lnB w="19050"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339"/>
        <p:cNvGrpSpPr/>
        <p:nvPr/>
      </p:nvGrpSpPr>
      <p:grpSpPr>
        <a:xfrm>
          <a:off x="0" y="0"/>
          <a:ext cx="0" cy="0"/>
          <a:chOff x="0" y="0"/>
          <a:chExt cx="0" cy="0"/>
        </a:xfrm>
      </p:grpSpPr>
      <p:sp>
        <p:nvSpPr>
          <p:cNvPr id="2342" name="Google Shape;2342;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SUICIDE PREVENTION STRATEGIES </a:t>
            </a:r>
            <a:endParaRPr dirty="0"/>
          </a:p>
        </p:txBody>
      </p:sp>
      <p:sp>
        <p:nvSpPr>
          <p:cNvPr id="2347" name="Google Shape;2347;p48"/>
          <p:cNvSpPr txBox="1">
            <a:spLocks noGrp="1"/>
          </p:cNvSpPr>
          <p:nvPr>
            <p:ph type="subTitle" idx="7"/>
          </p:nvPr>
        </p:nvSpPr>
        <p:spPr>
          <a:xfrm>
            <a:off x="872998" y="1715900"/>
            <a:ext cx="2295300" cy="4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Raise Awareness</a:t>
            </a:r>
            <a:endParaRPr dirty="0"/>
          </a:p>
        </p:txBody>
      </p:sp>
      <p:sp>
        <p:nvSpPr>
          <p:cNvPr id="2348" name="Google Shape;2348;p48"/>
          <p:cNvSpPr txBox="1">
            <a:spLocks noGrp="1"/>
          </p:cNvSpPr>
          <p:nvPr>
            <p:ph type="subTitle" idx="8"/>
          </p:nvPr>
        </p:nvSpPr>
        <p:spPr>
          <a:xfrm>
            <a:off x="3463189" y="1976513"/>
            <a:ext cx="2295300" cy="4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Mental Health </a:t>
            </a:r>
          </a:p>
          <a:p>
            <a:pPr marL="0" lvl="0" indent="0" algn="ctr" rtl="0">
              <a:spcBef>
                <a:spcPts val="0"/>
              </a:spcBef>
              <a:spcAft>
                <a:spcPts val="0"/>
              </a:spcAft>
              <a:buNone/>
            </a:pPr>
            <a:r>
              <a:rPr lang="en" dirty="0"/>
              <a:t>Education</a:t>
            </a:r>
            <a:endParaRPr dirty="0"/>
          </a:p>
        </p:txBody>
      </p:sp>
      <p:sp>
        <p:nvSpPr>
          <p:cNvPr id="2349" name="Google Shape;2349;p48"/>
          <p:cNvSpPr txBox="1">
            <a:spLocks noGrp="1"/>
          </p:cNvSpPr>
          <p:nvPr>
            <p:ph type="subTitle" idx="9"/>
          </p:nvPr>
        </p:nvSpPr>
        <p:spPr>
          <a:xfrm>
            <a:off x="6053380" y="1715900"/>
            <a:ext cx="2297400" cy="4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Crisis Hotlines </a:t>
            </a:r>
            <a:endParaRPr dirty="0"/>
          </a:p>
        </p:txBody>
      </p:sp>
      <p:sp>
        <p:nvSpPr>
          <p:cNvPr id="2350" name="Google Shape;2350;p48"/>
          <p:cNvSpPr txBox="1">
            <a:spLocks noGrp="1"/>
          </p:cNvSpPr>
          <p:nvPr>
            <p:ph type="subTitle" idx="13"/>
          </p:nvPr>
        </p:nvSpPr>
        <p:spPr>
          <a:xfrm>
            <a:off x="793220" y="3737452"/>
            <a:ext cx="2295300" cy="4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School-Based Programs</a:t>
            </a:r>
            <a:endParaRPr dirty="0"/>
          </a:p>
        </p:txBody>
      </p:sp>
      <p:sp>
        <p:nvSpPr>
          <p:cNvPr id="2351" name="Google Shape;2351;p48"/>
          <p:cNvSpPr txBox="1">
            <a:spLocks noGrp="1"/>
          </p:cNvSpPr>
          <p:nvPr>
            <p:ph type="subTitle" idx="14"/>
          </p:nvPr>
        </p:nvSpPr>
        <p:spPr>
          <a:xfrm>
            <a:off x="3424350" y="3970364"/>
            <a:ext cx="2295300" cy="4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Training for healthcare professionals </a:t>
            </a:r>
            <a:endParaRPr dirty="0"/>
          </a:p>
        </p:txBody>
      </p:sp>
      <p:sp>
        <p:nvSpPr>
          <p:cNvPr id="2352" name="Google Shape;2352;p48"/>
          <p:cNvSpPr txBox="1">
            <a:spLocks noGrp="1"/>
          </p:cNvSpPr>
          <p:nvPr>
            <p:ph type="subTitle" idx="15"/>
          </p:nvPr>
        </p:nvSpPr>
        <p:spPr>
          <a:xfrm>
            <a:off x="6201575" y="3746763"/>
            <a:ext cx="2297400" cy="4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Research &amp; data collection</a:t>
            </a:r>
            <a:endParaRPr dirty="0"/>
          </a:p>
        </p:txBody>
      </p:sp>
      <p:grpSp>
        <p:nvGrpSpPr>
          <p:cNvPr id="14" name="Google Shape;3055;p73">
            <a:extLst>
              <a:ext uri="{FF2B5EF4-FFF2-40B4-BE49-F238E27FC236}">
                <a16:creationId xmlns:a16="http://schemas.microsoft.com/office/drawing/2014/main" id="{FF2F1EAF-003F-5590-9367-B05CB6165316}"/>
              </a:ext>
            </a:extLst>
          </p:cNvPr>
          <p:cNvGrpSpPr/>
          <p:nvPr/>
        </p:nvGrpSpPr>
        <p:grpSpPr>
          <a:xfrm>
            <a:off x="932378" y="1655524"/>
            <a:ext cx="230983" cy="401384"/>
            <a:chOff x="804394" y="3265034"/>
            <a:chExt cx="230983" cy="401384"/>
          </a:xfrm>
        </p:grpSpPr>
        <p:sp>
          <p:nvSpPr>
            <p:cNvPr id="15" name="Google Shape;3056;p73">
              <a:extLst>
                <a:ext uri="{FF2B5EF4-FFF2-40B4-BE49-F238E27FC236}">
                  <a16:creationId xmlns:a16="http://schemas.microsoft.com/office/drawing/2014/main" id="{34BD3F6F-0091-645E-A1AD-A198B34E4E43}"/>
                </a:ext>
              </a:extLst>
            </p:cNvPr>
            <p:cNvSpPr/>
            <p:nvPr/>
          </p:nvSpPr>
          <p:spPr>
            <a:xfrm>
              <a:off x="804394" y="3265535"/>
              <a:ext cx="230184" cy="400882"/>
            </a:xfrm>
            <a:custGeom>
              <a:avLst/>
              <a:gdLst/>
              <a:ahLst/>
              <a:cxnLst/>
              <a:rect l="l" t="t" r="r" b="b"/>
              <a:pathLst>
                <a:path w="6884" h="11989" extrusionOk="0">
                  <a:moveTo>
                    <a:pt x="2951" y="0"/>
                  </a:moveTo>
                  <a:cubicBezTo>
                    <a:pt x="2930" y="0"/>
                    <a:pt x="2908" y="3"/>
                    <a:pt x="2882" y="10"/>
                  </a:cubicBezTo>
                  <a:cubicBezTo>
                    <a:pt x="2549" y="10"/>
                    <a:pt x="2311" y="295"/>
                    <a:pt x="2311" y="605"/>
                  </a:cubicBezTo>
                  <a:lnTo>
                    <a:pt x="2311" y="1486"/>
                  </a:lnTo>
                  <a:cubicBezTo>
                    <a:pt x="2311" y="1437"/>
                    <a:pt x="2307" y="1429"/>
                    <a:pt x="2299" y="1429"/>
                  </a:cubicBezTo>
                  <a:cubicBezTo>
                    <a:pt x="2294" y="1429"/>
                    <a:pt x="2288" y="1432"/>
                    <a:pt x="2281" y="1432"/>
                  </a:cubicBezTo>
                  <a:cubicBezTo>
                    <a:pt x="2270" y="1432"/>
                    <a:pt x="2256" y="1425"/>
                    <a:pt x="2239" y="1391"/>
                  </a:cubicBezTo>
                  <a:cubicBezTo>
                    <a:pt x="2168" y="1296"/>
                    <a:pt x="2073" y="962"/>
                    <a:pt x="1954" y="938"/>
                  </a:cubicBezTo>
                  <a:cubicBezTo>
                    <a:pt x="1903" y="922"/>
                    <a:pt x="1853" y="905"/>
                    <a:pt x="1794" y="905"/>
                  </a:cubicBezTo>
                  <a:cubicBezTo>
                    <a:pt x="1769" y="905"/>
                    <a:pt x="1743" y="908"/>
                    <a:pt x="1716" y="915"/>
                  </a:cubicBezTo>
                  <a:cubicBezTo>
                    <a:pt x="1406" y="915"/>
                    <a:pt x="1168" y="1177"/>
                    <a:pt x="1168" y="1510"/>
                  </a:cubicBezTo>
                  <a:lnTo>
                    <a:pt x="1168" y="2367"/>
                  </a:lnTo>
                  <a:cubicBezTo>
                    <a:pt x="1168" y="2224"/>
                    <a:pt x="1096" y="2320"/>
                    <a:pt x="1001" y="2224"/>
                  </a:cubicBezTo>
                  <a:cubicBezTo>
                    <a:pt x="953" y="2153"/>
                    <a:pt x="882" y="1867"/>
                    <a:pt x="787" y="1843"/>
                  </a:cubicBezTo>
                  <a:cubicBezTo>
                    <a:pt x="734" y="1808"/>
                    <a:pt x="682" y="1786"/>
                    <a:pt x="630" y="1786"/>
                  </a:cubicBezTo>
                  <a:cubicBezTo>
                    <a:pt x="611" y="1786"/>
                    <a:pt x="592" y="1789"/>
                    <a:pt x="572" y="1796"/>
                  </a:cubicBezTo>
                  <a:cubicBezTo>
                    <a:pt x="239" y="1796"/>
                    <a:pt x="1" y="2081"/>
                    <a:pt x="1" y="2391"/>
                  </a:cubicBezTo>
                  <a:lnTo>
                    <a:pt x="1" y="7130"/>
                  </a:lnTo>
                  <a:cubicBezTo>
                    <a:pt x="1" y="7368"/>
                    <a:pt x="120" y="7583"/>
                    <a:pt x="287" y="7725"/>
                  </a:cubicBezTo>
                  <a:lnTo>
                    <a:pt x="787" y="8083"/>
                  </a:lnTo>
                  <a:cubicBezTo>
                    <a:pt x="858" y="8154"/>
                    <a:pt x="882" y="8202"/>
                    <a:pt x="882" y="8297"/>
                  </a:cubicBezTo>
                  <a:lnTo>
                    <a:pt x="882" y="11798"/>
                  </a:lnTo>
                  <a:cubicBezTo>
                    <a:pt x="882" y="11893"/>
                    <a:pt x="977" y="11988"/>
                    <a:pt x="1073" y="11988"/>
                  </a:cubicBezTo>
                  <a:lnTo>
                    <a:pt x="3263" y="11988"/>
                  </a:lnTo>
                  <a:lnTo>
                    <a:pt x="4002" y="11964"/>
                  </a:lnTo>
                  <a:cubicBezTo>
                    <a:pt x="4097" y="11964"/>
                    <a:pt x="4192" y="11893"/>
                    <a:pt x="4192" y="11798"/>
                  </a:cubicBezTo>
                  <a:lnTo>
                    <a:pt x="4192" y="8321"/>
                  </a:lnTo>
                  <a:cubicBezTo>
                    <a:pt x="4192" y="8226"/>
                    <a:pt x="4216" y="8178"/>
                    <a:pt x="4311" y="8107"/>
                  </a:cubicBezTo>
                  <a:lnTo>
                    <a:pt x="6717" y="6368"/>
                  </a:lnTo>
                  <a:cubicBezTo>
                    <a:pt x="6836" y="6297"/>
                    <a:pt x="6883" y="6154"/>
                    <a:pt x="6836" y="6035"/>
                  </a:cubicBezTo>
                  <a:cubicBezTo>
                    <a:pt x="6781" y="5760"/>
                    <a:pt x="6557" y="5612"/>
                    <a:pt x="6306" y="5612"/>
                  </a:cubicBezTo>
                  <a:cubicBezTo>
                    <a:pt x="6230" y="5612"/>
                    <a:pt x="6151" y="5626"/>
                    <a:pt x="6074" y="5654"/>
                  </a:cubicBezTo>
                  <a:lnTo>
                    <a:pt x="5859" y="5701"/>
                  </a:lnTo>
                  <a:lnTo>
                    <a:pt x="4788" y="6130"/>
                  </a:lnTo>
                  <a:cubicBezTo>
                    <a:pt x="4775" y="6133"/>
                    <a:pt x="4763" y="6135"/>
                    <a:pt x="4752" y="6135"/>
                  </a:cubicBezTo>
                  <a:cubicBezTo>
                    <a:pt x="4680" y="6135"/>
                    <a:pt x="4645" y="6073"/>
                    <a:pt x="4645" y="6011"/>
                  </a:cubicBezTo>
                  <a:lnTo>
                    <a:pt x="4645" y="1462"/>
                  </a:lnTo>
                  <a:cubicBezTo>
                    <a:pt x="4645" y="1129"/>
                    <a:pt x="4407" y="867"/>
                    <a:pt x="4073" y="867"/>
                  </a:cubicBezTo>
                  <a:cubicBezTo>
                    <a:pt x="3740" y="867"/>
                    <a:pt x="3478" y="1129"/>
                    <a:pt x="3478" y="1462"/>
                  </a:cubicBezTo>
                  <a:lnTo>
                    <a:pt x="3240" y="581"/>
                  </a:lnTo>
                  <a:cubicBezTo>
                    <a:pt x="3240" y="343"/>
                    <a:pt x="3335" y="153"/>
                    <a:pt x="3121" y="57"/>
                  </a:cubicBezTo>
                  <a:cubicBezTo>
                    <a:pt x="3051" y="22"/>
                    <a:pt x="3007" y="0"/>
                    <a:pt x="295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057;p73">
              <a:extLst>
                <a:ext uri="{FF2B5EF4-FFF2-40B4-BE49-F238E27FC236}">
                  <a16:creationId xmlns:a16="http://schemas.microsoft.com/office/drawing/2014/main" id="{9B26E89D-FE19-38FE-C974-278B1DBAFDC8}"/>
                </a:ext>
              </a:extLst>
            </p:cNvPr>
            <p:cNvSpPr/>
            <p:nvPr/>
          </p:nvSpPr>
          <p:spPr>
            <a:xfrm>
              <a:off x="913498" y="3452179"/>
              <a:ext cx="121880" cy="209453"/>
            </a:xfrm>
            <a:custGeom>
              <a:avLst/>
              <a:gdLst/>
              <a:ahLst/>
              <a:cxnLst/>
              <a:rect l="l" t="t" r="r" b="b"/>
              <a:pathLst>
                <a:path w="3645" h="6264" extrusionOk="0">
                  <a:moveTo>
                    <a:pt x="3025" y="0"/>
                  </a:moveTo>
                  <a:cubicBezTo>
                    <a:pt x="2953" y="0"/>
                    <a:pt x="2858" y="0"/>
                    <a:pt x="2811" y="48"/>
                  </a:cubicBezTo>
                  <a:lnTo>
                    <a:pt x="2596" y="119"/>
                  </a:lnTo>
                  <a:cubicBezTo>
                    <a:pt x="2715" y="191"/>
                    <a:pt x="2811" y="310"/>
                    <a:pt x="2834" y="453"/>
                  </a:cubicBezTo>
                  <a:cubicBezTo>
                    <a:pt x="2858" y="572"/>
                    <a:pt x="2834" y="715"/>
                    <a:pt x="2715" y="786"/>
                  </a:cubicBezTo>
                  <a:lnTo>
                    <a:pt x="310" y="2382"/>
                  </a:lnTo>
                  <a:cubicBezTo>
                    <a:pt x="215" y="2453"/>
                    <a:pt x="191" y="2501"/>
                    <a:pt x="191" y="2596"/>
                  </a:cubicBezTo>
                  <a:lnTo>
                    <a:pt x="191" y="6073"/>
                  </a:lnTo>
                  <a:cubicBezTo>
                    <a:pt x="191" y="6168"/>
                    <a:pt x="96" y="6263"/>
                    <a:pt x="0" y="6263"/>
                  </a:cubicBezTo>
                  <a:lnTo>
                    <a:pt x="786" y="6263"/>
                  </a:lnTo>
                  <a:cubicBezTo>
                    <a:pt x="882" y="6263"/>
                    <a:pt x="953" y="6168"/>
                    <a:pt x="953" y="6073"/>
                  </a:cubicBezTo>
                  <a:lnTo>
                    <a:pt x="953" y="2596"/>
                  </a:lnTo>
                  <a:cubicBezTo>
                    <a:pt x="953" y="2501"/>
                    <a:pt x="1024" y="2429"/>
                    <a:pt x="1072" y="2382"/>
                  </a:cubicBezTo>
                  <a:lnTo>
                    <a:pt x="3501" y="786"/>
                  </a:lnTo>
                  <a:cubicBezTo>
                    <a:pt x="3573" y="691"/>
                    <a:pt x="3644" y="572"/>
                    <a:pt x="3620" y="453"/>
                  </a:cubicBezTo>
                  <a:cubicBezTo>
                    <a:pt x="3525" y="191"/>
                    <a:pt x="3287" y="0"/>
                    <a:pt x="302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058;p73">
              <a:extLst>
                <a:ext uri="{FF2B5EF4-FFF2-40B4-BE49-F238E27FC236}">
                  <a16:creationId xmlns:a16="http://schemas.microsoft.com/office/drawing/2014/main" id="{6BF7C50E-AF8B-6EAF-B612-E291E4528660}"/>
                </a:ext>
              </a:extLst>
            </p:cNvPr>
            <p:cNvSpPr/>
            <p:nvPr/>
          </p:nvSpPr>
          <p:spPr>
            <a:xfrm>
              <a:off x="907914" y="3265034"/>
              <a:ext cx="11971" cy="144985"/>
            </a:xfrm>
            <a:custGeom>
              <a:avLst/>
              <a:gdLst/>
              <a:ahLst/>
              <a:cxnLst/>
              <a:rect l="l" t="t" r="r" b="b"/>
              <a:pathLst>
                <a:path w="358" h="4336" extrusionOk="0">
                  <a:moveTo>
                    <a:pt x="1" y="1"/>
                  </a:moveTo>
                  <a:lnTo>
                    <a:pt x="1" y="4145"/>
                  </a:lnTo>
                  <a:cubicBezTo>
                    <a:pt x="1" y="4240"/>
                    <a:pt x="96" y="4335"/>
                    <a:pt x="167" y="4335"/>
                  </a:cubicBezTo>
                  <a:cubicBezTo>
                    <a:pt x="263" y="4335"/>
                    <a:pt x="358" y="4240"/>
                    <a:pt x="358" y="4145"/>
                  </a:cubicBezTo>
                  <a:lnTo>
                    <a:pt x="358" y="549"/>
                  </a:lnTo>
                  <a:cubicBezTo>
                    <a:pt x="358" y="310"/>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059;p73">
              <a:extLst>
                <a:ext uri="{FF2B5EF4-FFF2-40B4-BE49-F238E27FC236}">
                  <a16:creationId xmlns:a16="http://schemas.microsoft.com/office/drawing/2014/main" id="{B8E80B48-CFCE-15BC-485A-62D76B6AE4AC}"/>
                </a:ext>
              </a:extLst>
            </p:cNvPr>
            <p:cNvSpPr/>
            <p:nvPr/>
          </p:nvSpPr>
          <p:spPr>
            <a:xfrm>
              <a:off x="868893" y="3295294"/>
              <a:ext cx="12004" cy="115493"/>
            </a:xfrm>
            <a:custGeom>
              <a:avLst/>
              <a:gdLst/>
              <a:ahLst/>
              <a:cxnLst/>
              <a:rect l="l" t="t" r="r" b="b"/>
              <a:pathLst>
                <a:path w="359" h="3454" extrusionOk="0">
                  <a:moveTo>
                    <a:pt x="1" y="1"/>
                  </a:moveTo>
                  <a:lnTo>
                    <a:pt x="1" y="3263"/>
                  </a:lnTo>
                  <a:cubicBezTo>
                    <a:pt x="1" y="3359"/>
                    <a:pt x="96" y="3454"/>
                    <a:pt x="191" y="3454"/>
                  </a:cubicBezTo>
                  <a:cubicBezTo>
                    <a:pt x="263" y="3454"/>
                    <a:pt x="358" y="3359"/>
                    <a:pt x="358" y="3263"/>
                  </a:cubicBezTo>
                  <a:lnTo>
                    <a:pt x="358" y="525"/>
                  </a:lnTo>
                  <a:cubicBezTo>
                    <a:pt x="358" y="287"/>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060;p73">
              <a:extLst>
                <a:ext uri="{FF2B5EF4-FFF2-40B4-BE49-F238E27FC236}">
                  <a16:creationId xmlns:a16="http://schemas.microsoft.com/office/drawing/2014/main" id="{776FA554-3189-10D1-93E8-A622D52E6C3A}"/>
                </a:ext>
              </a:extLst>
            </p:cNvPr>
            <p:cNvSpPr/>
            <p:nvPr/>
          </p:nvSpPr>
          <p:spPr>
            <a:xfrm>
              <a:off x="829873" y="3323180"/>
              <a:ext cx="12004" cy="86837"/>
            </a:xfrm>
            <a:custGeom>
              <a:avLst/>
              <a:gdLst/>
              <a:ahLst/>
              <a:cxnLst/>
              <a:rect l="l" t="t" r="r" b="b"/>
              <a:pathLst>
                <a:path w="359" h="2597" extrusionOk="0">
                  <a:moveTo>
                    <a:pt x="1" y="0"/>
                  </a:moveTo>
                  <a:lnTo>
                    <a:pt x="1" y="2406"/>
                  </a:lnTo>
                  <a:cubicBezTo>
                    <a:pt x="1" y="2501"/>
                    <a:pt x="96" y="2596"/>
                    <a:pt x="191" y="2596"/>
                  </a:cubicBezTo>
                  <a:cubicBezTo>
                    <a:pt x="287" y="2596"/>
                    <a:pt x="358" y="2501"/>
                    <a:pt x="358" y="2406"/>
                  </a:cubicBezTo>
                  <a:lnTo>
                    <a:pt x="358" y="572"/>
                  </a:lnTo>
                  <a:cubicBezTo>
                    <a:pt x="358" y="334"/>
                    <a:pt x="215" y="119"/>
                    <a:pt x="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061;p73">
              <a:extLst>
                <a:ext uri="{FF2B5EF4-FFF2-40B4-BE49-F238E27FC236}">
                  <a16:creationId xmlns:a16="http://schemas.microsoft.com/office/drawing/2014/main" id="{829A0308-E769-5735-5D41-B592DDB53657}"/>
                </a:ext>
              </a:extLst>
            </p:cNvPr>
            <p:cNvSpPr/>
            <p:nvPr/>
          </p:nvSpPr>
          <p:spPr>
            <a:xfrm>
              <a:off x="858561" y="3569608"/>
              <a:ext cx="60555" cy="58582"/>
            </a:xfrm>
            <a:custGeom>
              <a:avLst/>
              <a:gdLst/>
              <a:ahLst/>
              <a:cxnLst/>
              <a:rect l="l" t="t" r="r" b="b"/>
              <a:pathLst>
                <a:path w="1811" h="1752" extrusionOk="0">
                  <a:moveTo>
                    <a:pt x="221" y="1"/>
                  </a:moveTo>
                  <a:cubicBezTo>
                    <a:pt x="173" y="1"/>
                    <a:pt x="119" y="13"/>
                    <a:pt x="72" y="37"/>
                  </a:cubicBezTo>
                  <a:cubicBezTo>
                    <a:pt x="0" y="108"/>
                    <a:pt x="0" y="227"/>
                    <a:pt x="72" y="298"/>
                  </a:cubicBezTo>
                  <a:lnTo>
                    <a:pt x="643" y="870"/>
                  </a:lnTo>
                  <a:lnTo>
                    <a:pt x="72" y="1442"/>
                  </a:lnTo>
                  <a:cubicBezTo>
                    <a:pt x="0" y="1489"/>
                    <a:pt x="0" y="1608"/>
                    <a:pt x="72" y="1704"/>
                  </a:cubicBezTo>
                  <a:cubicBezTo>
                    <a:pt x="96" y="1727"/>
                    <a:pt x="167" y="1751"/>
                    <a:pt x="191" y="1751"/>
                  </a:cubicBezTo>
                  <a:cubicBezTo>
                    <a:pt x="262" y="1751"/>
                    <a:pt x="286" y="1727"/>
                    <a:pt x="310" y="1704"/>
                  </a:cubicBezTo>
                  <a:lnTo>
                    <a:pt x="881" y="1132"/>
                  </a:lnTo>
                  <a:lnTo>
                    <a:pt x="1453" y="1704"/>
                  </a:lnTo>
                  <a:cubicBezTo>
                    <a:pt x="1477" y="1727"/>
                    <a:pt x="1524" y="1751"/>
                    <a:pt x="1572" y="1751"/>
                  </a:cubicBezTo>
                  <a:cubicBezTo>
                    <a:pt x="1620" y="1751"/>
                    <a:pt x="1643" y="1727"/>
                    <a:pt x="1691" y="1704"/>
                  </a:cubicBezTo>
                  <a:cubicBezTo>
                    <a:pt x="1739" y="1632"/>
                    <a:pt x="1739" y="1513"/>
                    <a:pt x="1691" y="1442"/>
                  </a:cubicBezTo>
                  <a:lnTo>
                    <a:pt x="1167" y="870"/>
                  </a:lnTo>
                  <a:lnTo>
                    <a:pt x="1739" y="298"/>
                  </a:lnTo>
                  <a:cubicBezTo>
                    <a:pt x="1810" y="251"/>
                    <a:pt x="1810" y="132"/>
                    <a:pt x="1739" y="37"/>
                  </a:cubicBezTo>
                  <a:cubicBezTo>
                    <a:pt x="1715" y="13"/>
                    <a:pt x="1673" y="1"/>
                    <a:pt x="1626" y="1"/>
                  </a:cubicBezTo>
                  <a:cubicBezTo>
                    <a:pt x="1578" y="1"/>
                    <a:pt x="1524" y="13"/>
                    <a:pt x="1477" y="37"/>
                  </a:cubicBezTo>
                  <a:lnTo>
                    <a:pt x="905" y="608"/>
                  </a:lnTo>
                  <a:lnTo>
                    <a:pt x="334" y="37"/>
                  </a:lnTo>
                  <a:cubicBezTo>
                    <a:pt x="310" y="13"/>
                    <a:pt x="268" y="1"/>
                    <a:pt x="221" y="1"/>
                  </a:cubicBezTo>
                  <a:close/>
                </a:path>
              </a:pathLst>
            </a:custGeom>
            <a:solidFill>
              <a:srgbClr val="B73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3055;p73">
            <a:extLst>
              <a:ext uri="{FF2B5EF4-FFF2-40B4-BE49-F238E27FC236}">
                <a16:creationId xmlns:a16="http://schemas.microsoft.com/office/drawing/2014/main" id="{825C2921-7C03-B19B-4741-67C6A137F534}"/>
              </a:ext>
            </a:extLst>
          </p:cNvPr>
          <p:cNvGrpSpPr/>
          <p:nvPr/>
        </p:nvGrpSpPr>
        <p:grpSpPr>
          <a:xfrm>
            <a:off x="935518" y="3545821"/>
            <a:ext cx="230983" cy="401384"/>
            <a:chOff x="804394" y="3265034"/>
            <a:chExt cx="230983" cy="401384"/>
          </a:xfrm>
        </p:grpSpPr>
        <p:sp>
          <p:nvSpPr>
            <p:cNvPr id="22" name="Google Shape;3056;p73">
              <a:extLst>
                <a:ext uri="{FF2B5EF4-FFF2-40B4-BE49-F238E27FC236}">
                  <a16:creationId xmlns:a16="http://schemas.microsoft.com/office/drawing/2014/main" id="{1B48077A-5643-25D0-086A-EF7D3BB699F5}"/>
                </a:ext>
              </a:extLst>
            </p:cNvPr>
            <p:cNvSpPr/>
            <p:nvPr/>
          </p:nvSpPr>
          <p:spPr>
            <a:xfrm>
              <a:off x="804394" y="3265535"/>
              <a:ext cx="230184" cy="400882"/>
            </a:xfrm>
            <a:custGeom>
              <a:avLst/>
              <a:gdLst/>
              <a:ahLst/>
              <a:cxnLst/>
              <a:rect l="l" t="t" r="r" b="b"/>
              <a:pathLst>
                <a:path w="6884" h="11989" extrusionOk="0">
                  <a:moveTo>
                    <a:pt x="2951" y="0"/>
                  </a:moveTo>
                  <a:cubicBezTo>
                    <a:pt x="2930" y="0"/>
                    <a:pt x="2908" y="3"/>
                    <a:pt x="2882" y="10"/>
                  </a:cubicBezTo>
                  <a:cubicBezTo>
                    <a:pt x="2549" y="10"/>
                    <a:pt x="2311" y="295"/>
                    <a:pt x="2311" y="605"/>
                  </a:cubicBezTo>
                  <a:lnTo>
                    <a:pt x="2311" y="1486"/>
                  </a:lnTo>
                  <a:cubicBezTo>
                    <a:pt x="2311" y="1437"/>
                    <a:pt x="2307" y="1429"/>
                    <a:pt x="2299" y="1429"/>
                  </a:cubicBezTo>
                  <a:cubicBezTo>
                    <a:pt x="2294" y="1429"/>
                    <a:pt x="2288" y="1432"/>
                    <a:pt x="2281" y="1432"/>
                  </a:cubicBezTo>
                  <a:cubicBezTo>
                    <a:pt x="2270" y="1432"/>
                    <a:pt x="2256" y="1425"/>
                    <a:pt x="2239" y="1391"/>
                  </a:cubicBezTo>
                  <a:cubicBezTo>
                    <a:pt x="2168" y="1296"/>
                    <a:pt x="2073" y="962"/>
                    <a:pt x="1954" y="938"/>
                  </a:cubicBezTo>
                  <a:cubicBezTo>
                    <a:pt x="1903" y="922"/>
                    <a:pt x="1853" y="905"/>
                    <a:pt x="1794" y="905"/>
                  </a:cubicBezTo>
                  <a:cubicBezTo>
                    <a:pt x="1769" y="905"/>
                    <a:pt x="1743" y="908"/>
                    <a:pt x="1716" y="915"/>
                  </a:cubicBezTo>
                  <a:cubicBezTo>
                    <a:pt x="1406" y="915"/>
                    <a:pt x="1168" y="1177"/>
                    <a:pt x="1168" y="1510"/>
                  </a:cubicBezTo>
                  <a:lnTo>
                    <a:pt x="1168" y="2367"/>
                  </a:lnTo>
                  <a:cubicBezTo>
                    <a:pt x="1168" y="2224"/>
                    <a:pt x="1096" y="2320"/>
                    <a:pt x="1001" y="2224"/>
                  </a:cubicBezTo>
                  <a:cubicBezTo>
                    <a:pt x="953" y="2153"/>
                    <a:pt x="882" y="1867"/>
                    <a:pt x="787" y="1843"/>
                  </a:cubicBezTo>
                  <a:cubicBezTo>
                    <a:pt x="734" y="1808"/>
                    <a:pt x="682" y="1786"/>
                    <a:pt x="630" y="1786"/>
                  </a:cubicBezTo>
                  <a:cubicBezTo>
                    <a:pt x="611" y="1786"/>
                    <a:pt x="592" y="1789"/>
                    <a:pt x="572" y="1796"/>
                  </a:cubicBezTo>
                  <a:cubicBezTo>
                    <a:pt x="239" y="1796"/>
                    <a:pt x="1" y="2081"/>
                    <a:pt x="1" y="2391"/>
                  </a:cubicBezTo>
                  <a:lnTo>
                    <a:pt x="1" y="7130"/>
                  </a:lnTo>
                  <a:cubicBezTo>
                    <a:pt x="1" y="7368"/>
                    <a:pt x="120" y="7583"/>
                    <a:pt x="287" y="7725"/>
                  </a:cubicBezTo>
                  <a:lnTo>
                    <a:pt x="787" y="8083"/>
                  </a:lnTo>
                  <a:cubicBezTo>
                    <a:pt x="858" y="8154"/>
                    <a:pt x="882" y="8202"/>
                    <a:pt x="882" y="8297"/>
                  </a:cubicBezTo>
                  <a:lnTo>
                    <a:pt x="882" y="11798"/>
                  </a:lnTo>
                  <a:cubicBezTo>
                    <a:pt x="882" y="11893"/>
                    <a:pt x="977" y="11988"/>
                    <a:pt x="1073" y="11988"/>
                  </a:cubicBezTo>
                  <a:lnTo>
                    <a:pt x="3263" y="11988"/>
                  </a:lnTo>
                  <a:lnTo>
                    <a:pt x="4002" y="11964"/>
                  </a:lnTo>
                  <a:cubicBezTo>
                    <a:pt x="4097" y="11964"/>
                    <a:pt x="4192" y="11893"/>
                    <a:pt x="4192" y="11798"/>
                  </a:cubicBezTo>
                  <a:lnTo>
                    <a:pt x="4192" y="8321"/>
                  </a:lnTo>
                  <a:cubicBezTo>
                    <a:pt x="4192" y="8226"/>
                    <a:pt x="4216" y="8178"/>
                    <a:pt x="4311" y="8107"/>
                  </a:cubicBezTo>
                  <a:lnTo>
                    <a:pt x="6717" y="6368"/>
                  </a:lnTo>
                  <a:cubicBezTo>
                    <a:pt x="6836" y="6297"/>
                    <a:pt x="6883" y="6154"/>
                    <a:pt x="6836" y="6035"/>
                  </a:cubicBezTo>
                  <a:cubicBezTo>
                    <a:pt x="6781" y="5760"/>
                    <a:pt x="6557" y="5612"/>
                    <a:pt x="6306" y="5612"/>
                  </a:cubicBezTo>
                  <a:cubicBezTo>
                    <a:pt x="6230" y="5612"/>
                    <a:pt x="6151" y="5626"/>
                    <a:pt x="6074" y="5654"/>
                  </a:cubicBezTo>
                  <a:lnTo>
                    <a:pt x="5859" y="5701"/>
                  </a:lnTo>
                  <a:lnTo>
                    <a:pt x="4788" y="6130"/>
                  </a:lnTo>
                  <a:cubicBezTo>
                    <a:pt x="4775" y="6133"/>
                    <a:pt x="4763" y="6135"/>
                    <a:pt x="4752" y="6135"/>
                  </a:cubicBezTo>
                  <a:cubicBezTo>
                    <a:pt x="4680" y="6135"/>
                    <a:pt x="4645" y="6073"/>
                    <a:pt x="4645" y="6011"/>
                  </a:cubicBezTo>
                  <a:lnTo>
                    <a:pt x="4645" y="1462"/>
                  </a:lnTo>
                  <a:cubicBezTo>
                    <a:pt x="4645" y="1129"/>
                    <a:pt x="4407" y="867"/>
                    <a:pt x="4073" y="867"/>
                  </a:cubicBezTo>
                  <a:cubicBezTo>
                    <a:pt x="3740" y="867"/>
                    <a:pt x="3478" y="1129"/>
                    <a:pt x="3478" y="1462"/>
                  </a:cubicBezTo>
                  <a:lnTo>
                    <a:pt x="3240" y="581"/>
                  </a:lnTo>
                  <a:cubicBezTo>
                    <a:pt x="3240" y="343"/>
                    <a:pt x="3335" y="153"/>
                    <a:pt x="3121" y="57"/>
                  </a:cubicBezTo>
                  <a:cubicBezTo>
                    <a:pt x="3051" y="22"/>
                    <a:pt x="3007" y="0"/>
                    <a:pt x="295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057;p73">
              <a:extLst>
                <a:ext uri="{FF2B5EF4-FFF2-40B4-BE49-F238E27FC236}">
                  <a16:creationId xmlns:a16="http://schemas.microsoft.com/office/drawing/2014/main" id="{4190498B-E0D1-BA72-58B7-AC1BDDE2A3B8}"/>
                </a:ext>
              </a:extLst>
            </p:cNvPr>
            <p:cNvSpPr/>
            <p:nvPr/>
          </p:nvSpPr>
          <p:spPr>
            <a:xfrm>
              <a:off x="913498" y="3452179"/>
              <a:ext cx="121880" cy="209453"/>
            </a:xfrm>
            <a:custGeom>
              <a:avLst/>
              <a:gdLst/>
              <a:ahLst/>
              <a:cxnLst/>
              <a:rect l="l" t="t" r="r" b="b"/>
              <a:pathLst>
                <a:path w="3645" h="6264" extrusionOk="0">
                  <a:moveTo>
                    <a:pt x="3025" y="0"/>
                  </a:moveTo>
                  <a:cubicBezTo>
                    <a:pt x="2953" y="0"/>
                    <a:pt x="2858" y="0"/>
                    <a:pt x="2811" y="48"/>
                  </a:cubicBezTo>
                  <a:lnTo>
                    <a:pt x="2596" y="119"/>
                  </a:lnTo>
                  <a:cubicBezTo>
                    <a:pt x="2715" y="191"/>
                    <a:pt x="2811" y="310"/>
                    <a:pt x="2834" y="453"/>
                  </a:cubicBezTo>
                  <a:cubicBezTo>
                    <a:pt x="2858" y="572"/>
                    <a:pt x="2834" y="715"/>
                    <a:pt x="2715" y="786"/>
                  </a:cubicBezTo>
                  <a:lnTo>
                    <a:pt x="310" y="2382"/>
                  </a:lnTo>
                  <a:cubicBezTo>
                    <a:pt x="215" y="2453"/>
                    <a:pt x="191" y="2501"/>
                    <a:pt x="191" y="2596"/>
                  </a:cubicBezTo>
                  <a:lnTo>
                    <a:pt x="191" y="6073"/>
                  </a:lnTo>
                  <a:cubicBezTo>
                    <a:pt x="191" y="6168"/>
                    <a:pt x="96" y="6263"/>
                    <a:pt x="0" y="6263"/>
                  </a:cubicBezTo>
                  <a:lnTo>
                    <a:pt x="786" y="6263"/>
                  </a:lnTo>
                  <a:cubicBezTo>
                    <a:pt x="882" y="6263"/>
                    <a:pt x="953" y="6168"/>
                    <a:pt x="953" y="6073"/>
                  </a:cubicBezTo>
                  <a:lnTo>
                    <a:pt x="953" y="2596"/>
                  </a:lnTo>
                  <a:cubicBezTo>
                    <a:pt x="953" y="2501"/>
                    <a:pt x="1024" y="2429"/>
                    <a:pt x="1072" y="2382"/>
                  </a:cubicBezTo>
                  <a:lnTo>
                    <a:pt x="3501" y="786"/>
                  </a:lnTo>
                  <a:cubicBezTo>
                    <a:pt x="3573" y="691"/>
                    <a:pt x="3644" y="572"/>
                    <a:pt x="3620" y="453"/>
                  </a:cubicBezTo>
                  <a:cubicBezTo>
                    <a:pt x="3525" y="191"/>
                    <a:pt x="3287" y="0"/>
                    <a:pt x="302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058;p73">
              <a:extLst>
                <a:ext uri="{FF2B5EF4-FFF2-40B4-BE49-F238E27FC236}">
                  <a16:creationId xmlns:a16="http://schemas.microsoft.com/office/drawing/2014/main" id="{F8731369-23CE-A817-392D-7B72C6ED4957}"/>
                </a:ext>
              </a:extLst>
            </p:cNvPr>
            <p:cNvSpPr/>
            <p:nvPr/>
          </p:nvSpPr>
          <p:spPr>
            <a:xfrm>
              <a:off x="907914" y="3265034"/>
              <a:ext cx="11971" cy="144985"/>
            </a:xfrm>
            <a:custGeom>
              <a:avLst/>
              <a:gdLst/>
              <a:ahLst/>
              <a:cxnLst/>
              <a:rect l="l" t="t" r="r" b="b"/>
              <a:pathLst>
                <a:path w="358" h="4336" extrusionOk="0">
                  <a:moveTo>
                    <a:pt x="1" y="1"/>
                  </a:moveTo>
                  <a:lnTo>
                    <a:pt x="1" y="4145"/>
                  </a:lnTo>
                  <a:cubicBezTo>
                    <a:pt x="1" y="4240"/>
                    <a:pt x="96" y="4335"/>
                    <a:pt x="167" y="4335"/>
                  </a:cubicBezTo>
                  <a:cubicBezTo>
                    <a:pt x="263" y="4335"/>
                    <a:pt x="358" y="4240"/>
                    <a:pt x="358" y="4145"/>
                  </a:cubicBezTo>
                  <a:lnTo>
                    <a:pt x="358" y="549"/>
                  </a:lnTo>
                  <a:cubicBezTo>
                    <a:pt x="358" y="310"/>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059;p73">
              <a:extLst>
                <a:ext uri="{FF2B5EF4-FFF2-40B4-BE49-F238E27FC236}">
                  <a16:creationId xmlns:a16="http://schemas.microsoft.com/office/drawing/2014/main" id="{9A202B49-BC0C-8D63-7F32-FA0179E57285}"/>
                </a:ext>
              </a:extLst>
            </p:cNvPr>
            <p:cNvSpPr/>
            <p:nvPr/>
          </p:nvSpPr>
          <p:spPr>
            <a:xfrm>
              <a:off x="868893" y="3295294"/>
              <a:ext cx="12004" cy="115493"/>
            </a:xfrm>
            <a:custGeom>
              <a:avLst/>
              <a:gdLst/>
              <a:ahLst/>
              <a:cxnLst/>
              <a:rect l="l" t="t" r="r" b="b"/>
              <a:pathLst>
                <a:path w="359" h="3454" extrusionOk="0">
                  <a:moveTo>
                    <a:pt x="1" y="1"/>
                  </a:moveTo>
                  <a:lnTo>
                    <a:pt x="1" y="3263"/>
                  </a:lnTo>
                  <a:cubicBezTo>
                    <a:pt x="1" y="3359"/>
                    <a:pt x="96" y="3454"/>
                    <a:pt x="191" y="3454"/>
                  </a:cubicBezTo>
                  <a:cubicBezTo>
                    <a:pt x="263" y="3454"/>
                    <a:pt x="358" y="3359"/>
                    <a:pt x="358" y="3263"/>
                  </a:cubicBezTo>
                  <a:lnTo>
                    <a:pt x="358" y="525"/>
                  </a:lnTo>
                  <a:cubicBezTo>
                    <a:pt x="358" y="287"/>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060;p73">
              <a:extLst>
                <a:ext uri="{FF2B5EF4-FFF2-40B4-BE49-F238E27FC236}">
                  <a16:creationId xmlns:a16="http://schemas.microsoft.com/office/drawing/2014/main" id="{BA963822-7084-9BF2-4D5A-87B73435883A}"/>
                </a:ext>
              </a:extLst>
            </p:cNvPr>
            <p:cNvSpPr/>
            <p:nvPr/>
          </p:nvSpPr>
          <p:spPr>
            <a:xfrm>
              <a:off x="829873" y="3323180"/>
              <a:ext cx="12004" cy="86837"/>
            </a:xfrm>
            <a:custGeom>
              <a:avLst/>
              <a:gdLst/>
              <a:ahLst/>
              <a:cxnLst/>
              <a:rect l="l" t="t" r="r" b="b"/>
              <a:pathLst>
                <a:path w="359" h="2597" extrusionOk="0">
                  <a:moveTo>
                    <a:pt x="1" y="0"/>
                  </a:moveTo>
                  <a:lnTo>
                    <a:pt x="1" y="2406"/>
                  </a:lnTo>
                  <a:cubicBezTo>
                    <a:pt x="1" y="2501"/>
                    <a:pt x="96" y="2596"/>
                    <a:pt x="191" y="2596"/>
                  </a:cubicBezTo>
                  <a:cubicBezTo>
                    <a:pt x="287" y="2596"/>
                    <a:pt x="358" y="2501"/>
                    <a:pt x="358" y="2406"/>
                  </a:cubicBezTo>
                  <a:lnTo>
                    <a:pt x="358" y="572"/>
                  </a:lnTo>
                  <a:cubicBezTo>
                    <a:pt x="358" y="334"/>
                    <a:pt x="215" y="119"/>
                    <a:pt x="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061;p73">
              <a:extLst>
                <a:ext uri="{FF2B5EF4-FFF2-40B4-BE49-F238E27FC236}">
                  <a16:creationId xmlns:a16="http://schemas.microsoft.com/office/drawing/2014/main" id="{8157F1E3-FC7D-F0AD-0978-B3AFD10907EA}"/>
                </a:ext>
              </a:extLst>
            </p:cNvPr>
            <p:cNvSpPr/>
            <p:nvPr/>
          </p:nvSpPr>
          <p:spPr>
            <a:xfrm>
              <a:off x="858561" y="3569608"/>
              <a:ext cx="60555" cy="58582"/>
            </a:xfrm>
            <a:custGeom>
              <a:avLst/>
              <a:gdLst/>
              <a:ahLst/>
              <a:cxnLst/>
              <a:rect l="l" t="t" r="r" b="b"/>
              <a:pathLst>
                <a:path w="1811" h="1752" extrusionOk="0">
                  <a:moveTo>
                    <a:pt x="221" y="1"/>
                  </a:moveTo>
                  <a:cubicBezTo>
                    <a:pt x="173" y="1"/>
                    <a:pt x="119" y="13"/>
                    <a:pt x="72" y="37"/>
                  </a:cubicBezTo>
                  <a:cubicBezTo>
                    <a:pt x="0" y="108"/>
                    <a:pt x="0" y="227"/>
                    <a:pt x="72" y="298"/>
                  </a:cubicBezTo>
                  <a:lnTo>
                    <a:pt x="643" y="870"/>
                  </a:lnTo>
                  <a:lnTo>
                    <a:pt x="72" y="1442"/>
                  </a:lnTo>
                  <a:cubicBezTo>
                    <a:pt x="0" y="1489"/>
                    <a:pt x="0" y="1608"/>
                    <a:pt x="72" y="1704"/>
                  </a:cubicBezTo>
                  <a:cubicBezTo>
                    <a:pt x="96" y="1727"/>
                    <a:pt x="167" y="1751"/>
                    <a:pt x="191" y="1751"/>
                  </a:cubicBezTo>
                  <a:cubicBezTo>
                    <a:pt x="262" y="1751"/>
                    <a:pt x="286" y="1727"/>
                    <a:pt x="310" y="1704"/>
                  </a:cubicBezTo>
                  <a:lnTo>
                    <a:pt x="881" y="1132"/>
                  </a:lnTo>
                  <a:lnTo>
                    <a:pt x="1453" y="1704"/>
                  </a:lnTo>
                  <a:cubicBezTo>
                    <a:pt x="1477" y="1727"/>
                    <a:pt x="1524" y="1751"/>
                    <a:pt x="1572" y="1751"/>
                  </a:cubicBezTo>
                  <a:cubicBezTo>
                    <a:pt x="1620" y="1751"/>
                    <a:pt x="1643" y="1727"/>
                    <a:pt x="1691" y="1704"/>
                  </a:cubicBezTo>
                  <a:cubicBezTo>
                    <a:pt x="1739" y="1632"/>
                    <a:pt x="1739" y="1513"/>
                    <a:pt x="1691" y="1442"/>
                  </a:cubicBezTo>
                  <a:lnTo>
                    <a:pt x="1167" y="870"/>
                  </a:lnTo>
                  <a:lnTo>
                    <a:pt x="1739" y="298"/>
                  </a:lnTo>
                  <a:cubicBezTo>
                    <a:pt x="1810" y="251"/>
                    <a:pt x="1810" y="132"/>
                    <a:pt x="1739" y="37"/>
                  </a:cubicBezTo>
                  <a:cubicBezTo>
                    <a:pt x="1715" y="13"/>
                    <a:pt x="1673" y="1"/>
                    <a:pt x="1626" y="1"/>
                  </a:cubicBezTo>
                  <a:cubicBezTo>
                    <a:pt x="1578" y="1"/>
                    <a:pt x="1524" y="13"/>
                    <a:pt x="1477" y="37"/>
                  </a:cubicBezTo>
                  <a:lnTo>
                    <a:pt x="905" y="608"/>
                  </a:lnTo>
                  <a:lnTo>
                    <a:pt x="334" y="37"/>
                  </a:lnTo>
                  <a:cubicBezTo>
                    <a:pt x="310" y="13"/>
                    <a:pt x="268" y="1"/>
                    <a:pt x="221" y="1"/>
                  </a:cubicBezTo>
                  <a:close/>
                </a:path>
              </a:pathLst>
            </a:custGeom>
            <a:solidFill>
              <a:srgbClr val="B73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 name="Google Shape;3055;p73">
            <a:extLst>
              <a:ext uri="{FF2B5EF4-FFF2-40B4-BE49-F238E27FC236}">
                <a16:creationId xmlns:a16="http://schemas.microsoft.com/office/drawing/2014/main" id="{6DADF3D2-60B5-5701-C61C-41E41B1C32C8}"/>
              </a:ext>
            </a:extLst>
          </p:cNvPr>
          <p:cNvGrpSpPr/>
          <p:nvPr/>
        </p:nvGrpSpPr>
        <p:grpSpPr>
          <a:xfrm>
            <a:off x="6176096" y="3550607"/>
            <a:ext cx="230983" cy="401384"/>
            <a:chOff x="804394" y="3265034"/>
            <a:chExt cx="230983" cy="401384"/>
          </a:xfrm>
        </p:grpSpPr>
        <p:sp>
          <p:nvSpPr>
            <p:cNvPr id="29" name="Google Shape;3056;p73">
              <a:extLst>
                <a:ext uri="{FF2B5EF4-FFF2-40B4-BE49-F238E27FC236}">
                  <a16:creationId xmlns:a16="http://schemas.microsoft.com/office/drawing/2014/main" id="{13F58DD2-8A9C-5685-39A4-9EB813466FFA}"/>
                </a:ext>
              </a:extLst>
            </p:cNvPr>
            <p:cNvSpPr/>
            <p:nvPr/>
          </p:nvSpPr>
          <p:spPr>
            <a:xfrm>
              <a:off x="804394" y="3265535"/>
              <a:ext cx="230184" cy="400882"/>
            </a:xfrm>
            <a:custGeom>
              <a:avLst/>
              <a:gdLst/>
              <a:ahLst/>
              <a:cxnLst/>
              <a:rect l="l" t="t" r="r" b="b"/>
              <a:pathLst>
                <a:path w="6884" h="11989" extrusionOk="0">
                  <a:moveTo>
                    <a:pt x="2951" y="0"/>
                  </a:moveTo>
                  <a:cubicBezTo>
                    <a:pt x="2930" y="0"/>
                    <a:pt x="2908" y="3"/>
                    <a:pt x="2882" y="10"/>
                  </a:cubicBezTo>
                  <a:cubicBezTo>
                    <a:pt x="2549" y="10"/>
                    <a:pt x="2311" y="295"/>
                    <a:pt x="2311" y="605"/>
                  </a:cubicBezTo>
                  <a:lnTo>
                    <a:pt x="2311" y="1486"/>
                  </a:lnTo>
                  <a:cubicBezTo>
                    <a:pt x="2311" y="1437"/>
                    <a:pt x="2307" y="1429"/>
                    <a:pt x="2299" y="1429"/>
                  </a:cubicBezTo>
                  <a:cubicBezTo>
                    <a:pt x="2294" y="1429"/>
                    <a:pt x="2288" y="1432"/>
                    <a:pt x="2281" y="1432"/>
                  </a:cubicBezTo>
                  <a:cubicBezTo>
                    <a:pt x="2270" y="1432"/>
                    <a:pt x="2256" y="1425"/>
                    <a:pt x="2239" y="1391"/>
                  </a:cubicBezTo>
                  <a:cubicBezTo>
                    <a:pt x="2168" y="1296"/>
                    <a:pt x="2073" y="962"/>
                    <a:pt x="1954" y="938"/>
                  </a:cubicBezTo>
                  <a:cubicBezTo>
                    <a:pt x="1903" y="922"/>
                    <a:pt x="1853" y="905"/>
                    <a:pt x="1794" y="905"/>
                  </a:cubicBezTo>
                  <a:cubicBezTo>
                    <a:pt x="1769" y="905"/>
                    <a:pt x="1743" y="908"/>
                    <a:pt x="1716" y="915"/>
                  </a:cubicBezTo>
                  <a:cubicBezTo>
                    <a:pt x="1406" y="915"/>
                    <a:pt x="1168" y="1177"/>
                    <a:pt x="1168" y="1510"/>
                  </a:cubicBezTo>
                  <a:lnTo>
                    <a:pt x="1168" y="2367"/>
                  </a:lnTo>
                  <a:cubicBezTo>
                    <a:pt x="1168" y="2224"/>
                    <a:pt x="1096" y="2320"/>
                    <a:pt x="1001" y="2224"/>
                  </a:cubicBezTo>
                  <a:cubicBezTo>
                    <a:pt x="953" y="2153"/>
                    <a:pt x="882" y="1867"/>
                    <a:pt x="787" y="1843"/>
                  </a:cubicBezTo>
                  <a:cubicBezTo>
                    <a:pt x="734" y="1808"/>
                    <a:pt x="682" y="1786"/>
                    <a:pt x="630" y="1786"/>
                  </a:cubicBezTo>
                  <a:cubicBezTo>
                    <a:pt x="611" y="1786"/>
                    <a:pt x="592" y="1789"/>
                    <a:pt x="572" y="1796"/>
                  </a:cubicBezTo>
                  <a:cubicBezTo>
                    <a:pt x="239" y="1796"/>
                    <a:pt x="1" y="2081"/>
                    <a:pt x="1" y="2391"/>
                  </a:cubicBezTo>
                  <a:lnTo>
                    <a:pt x="1" y="7130"/>
                  </a:lnTo>
                  <a:cubicBezTo>
                    <a:pt x="1" y="7368"/>
                    <a:pt x="120" y="7583"/>
                    <a:pt x="287" y="7725"/>
                  </a:cubicBezTo>
                  <a:lnTo>
                    <a:pt x="787" y="8083"/>
                  </a:lnTo>
                  <a:cubicBezTo>
                    <a:pt x="858" y="8154"/>
                    <a:pt x="882" y="8202"/>
                    <a:pt x="882" y="8297"/>
                  </a:cubicBezTo>
                  <a:lnTo>
                    <a:pt x="882" y="11798"/>
                  </a:lnTo>
                  <a:cubicBezTo>
                    <a:pt x="882" y="11893"/>
                    <a:pt x="977" y="11988"/>
                    <a:pt x="1073" y="11988"/>
                  </a:cubicBezTo>
                  <a:lnTo>
                    <a:pt x="3263" y="11988"/>
                  </a:lnTo>
                  <a:lnTo>
                    <a:pt x="4002" y="11964"/>
                  </a:lnTo>
                  <a:cubicBezTo>
                    <a:pt x="4097" y="11964"/>
                    <a:pt x="4192" y="11893"/>
                    <a:pt x="4192" y="11798"/>
                  </a:cubicBezTo>
                  <a:lnTo>
                    <a:pt x="4192" y="8321"/>
                  </a:lnTo>
                  <a:cubicBezTo>
                    <a:pt x="4192" y="8226"/>
                    <a:pt x="4216" y="8178"/>
                    <a:pt x="4311" y="8107"/>
                  </a:cubicBezTo>
                  <a:lnTo>
                    <a:pt x="6717" y="6368"/>
                  </a:lnTo>
                  <a:cubicBezTo>
                    <a:pt x="6836" y="6297"/>
                    <a:pt x="6883" y="6154"/>
                    <a:pt x="6836" y="6035"/>
                  </a:cubicBezTo>
                  <a:cubicBezTo>
                    <a:pt x="6781" y="5760"/>
                    <a:pt x="6557" y="5612"/>
                    <a:pt x="6306" y="5612"/>
                  </a:cubicBezTo>
                  <a:cubicBezTo>
                    <a:pt x="6230" y="5612"/>
                    <a:pt x="6151" y="5626"/>
                    <a:pt x="6074" y="5654"/>
                  </a:cubicBezTo>
                  <a:lnTo>
                    <a:pt x="5859" y="5701"/>
                  </a:lnTo>
                  <a:lnTo>
                    <a:pt x="4788" y="6130"/>
                  </a:lnTo>
                  <a:cubicBezTo>
                    <a:pt x="4775" y="6133"/>
                    <a:pt x="4763" y="6135"/>
                    <a:pt x="4752" y="6135"/>
                  </a:cubicBezTo>
                  <a:cubicBezTo>
                    <a:pt x="4680" y="6135"/>
                    <a:pt x="4645" y="6073"/>
                    <a:pt x="4645" y="6011"/>
                  </a:cubicBezTo>
                  <a:lnTo>
                    <a:pt x="4645" y="1462"/>
                  </a:lnTo>
                  <a:cubicBezTo>
                    <a:pt x="4645" y="1129"/>
                    <a:pt x="4407" y="867"/>
                    <a:pt x="4073" y="867"/>
                  </a:cubicBezTo>
                  <a:cubicBezTo>
                    <a:pt x="3740" y="867"/>
                    <a:pt x="3478" y="1129"/>
                    <a:pt x="3478" y="1462"/>
                  </a:cubicBezTo>
                  <a:lnTo>
                    <a:pt x="3240" y="581"/>
                  </a:lnTo>
                  <a:cubicBezTo>
                    <a:pt x="3240" y="343"/>
                    <a:pt x="3335" y="153"/>
                    <a:pt x="3121" y="57"/>
                  </a:cubicBezTo>
                  <a:cubicBezTo>
                    <a:pt x="3051" y="22"/>
                    <a:pt x="3007" y="0"/>
                    <a:pt x="295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57;p73">
              <a:extLst>
                <a:ext uri="{FF2B5EF4-FFF2-40B4-BE49-F238E27FC236}">
                  <a16:creationId xmlns:a16="http://schemas.microsoft.com/office/drawing/2014/main" id="{B2C437C1-6DD8-7B58-EA8B-39F9AD8D1F01}"/>
                </a:ext>
              </a:extLst>
            </p:cNvPr>
            <p:cNvSpPr/>
            <p:nvPr/>
          </p:nvSpPr>
          <p:spPr>
            <a:xfrm>
              <a:off x="913498" y="3452179"/>
              <a:ext cx="121880" cy="209453"/>
            </a:xfrm>
            <a:custGeom>
              <a:avLst/>
              <a:gdLst/>
              <a:ahLst/>
              <a:cxnLst/>
              <a:rect l="l" t="t" r="r" b="b"/>
              <a:pathLst>
                <a:path w="3645" h="6264" extrusionOk="0">
                  <a:moveTo>
                    <a:pt x="3025" y="0"/>
                  </a:moveTo>
                  <a:cubicBezTo>
                    <a:pt x="2953" y="0"/>
                    <a:pt x="2858" y="0"/>
                    <a:pt x="2811" y="48"/>
                  </a:cubicBezTo>
                  <a:lnTo>
                    <a:pt x="2596" y="119"/>
                  </a:lnTo>
                  <a:cubicBezTo>
                    <a:pt x="2715" y="191"/>
                    <a:pt x="2811" y="310"/>
                    <a:pt x="2834" y="453"/>
                  </a:cubicBezTo>
                  <a:cubicBezTo>
                    <a:pt x="2858" y="572"/>
                    <a:pt x="2834" y="715"/>
                    <a:pt x="2715" y="786"/>
                  </a:cubicBezTo>
                  <a:lnTo>
                    <a:pt x="310" y="2382"/>
                  </a:lnTo>
                  <a:cubicBezTo>
                    <a:pt x="215" y="2453"/>
                    <a:pt x="191" y="2501"/>
                    <a:pt x="191" y="2596"/>
                  </a:cubicBezTo>
                  <a:lnTo>
                    <a:pt x="191" y="6073"/>
                  </a:lnTo>
                  <a:cubicBezTo>
                    <a:pt x="191" y="6168"/>
                    <a:pt x="96" y="6263"/>
                    <a:pt x="0" y="6263"/>
                  </a:cubicBezTo>
                  <a:lnTo>
                    <a:pt x="786" y="6263"/>
                  </a:lnTo>
                  <a:cubicBezTo>
                    <a:pt x="882" y="6263"/>
                    <a:pt x="953" y="6168"/>
                    <a:pt x="953" y="6073"/>
                  </a:cubicBezTo>
                  <a:lnTo>
                    <a:pt x="953" y="2596"/>
                  </a:lnTo>
                  <a:cubicBezTo>
                    <a:pt x="953" y="2501"/>
                    <a:pt x="1024" y="2429"/>
                    <a:pt x="1072" y="2382"/>
                  </a:cubicBezTo>
                  <a:lnTo>
                    <a:pt x="3501" y="786"/>
                  </a:lnTo>
                  <a:cubicBezTo>
                    <a:pt x="3573" y="691"/>
                    <a:pt x="3644" y="572"/>
                    <a:pt x="3620" y="453"/>
                  </a:cubicBezTo>
                  <a:cubicBezTo>
                    <a:pt x="3525" y="191"/>
                    <a:pt x="3287" y="0"/>
                    <a:pt x="302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058;p73">
              <a:extLst>
                <a:ext uri="{FF2B5EF4-FFF2-40B4-BE49-F238E27FC236}">
                  <a16:creationId xmlns:a16="http://schemas.microsoft.com/office/drawing/2014/main" id="{ABF5C15F-7714-9D54-B894-EBAC3D81511D}"/>
                </a:ext>
              </a:extLst>
            </p:cNvPr>
            <p:cNvSpPr/>
            <p:nvPr/>
          </p:nvSpPr>
          <p:spPr>
            <a:xfrm>
              <a:off x="907914" y="3265034"/>
              <a:ext cx="11971" cy="144985"/>
            </a:xfrm>
            <a:custGeom>
              <a:avLst/>
              <a:gdLst/>
              <a:ahLst/>
              <a:cxnLst/>
              <a:rect l="l" t="t" r="r" b="b"/>
              <a:pathLst>
                <a:path w="358" h="4336" extrusionOk="0">
                  <a:moveTo>
                    <a:pt x="1" y="1"/>
                  </a:moveTo>
                  <a:lnTo>
                    <a:pt x="1" y="4145"/>
                  </a:lnTo>
                  <a:cubicBezTo>
                    <a:pt x="1" y="4240"/>
                    <a:pt x="96" y="4335"/>
                    <a:pt x="167" y="4335"/>
                  </a:cubicBezTo>
                  <a:cubicBezTo>
                    <a:pt x="263" y="4335"/>
                    <a:pt x="358" y="4240"/>
                    <a:pt x="358" y="4145"/>
                  </a:cubicBezTo>
                  <a:lnTo>
                    <a:pt x="358" y="549"/>
                  </a:lnTo>
                  <a:cubicBezTo>
                    <a:pt x="358" y="310"/>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059;p73">
              <a:extLst>
                <a:ext uri="{FF2B5EF4-FFF2-40B4-BE49-F238E27FC236}">
                  <a16:creationId xmlns:a16="http://schemas.microsoft.com/office/drawing/2014/main" id="{9235DAA8-25EA-C7D4-9BA6-628F88E4FB7B}"/>
                </a:ext>
              </a:extLst>
            </p:cNvPr>
            <p:cNvSpPr/>
            <p:nvPr/>
          </p:nvSpPr>
          <p:spPr>
            <a:xfrm>
              <a:off x="868893" y="3295294"/>
              <a:ext cx="12004" cy="115493"/>
            </a:xfrm>
            <a:custGeom>
              <a:avLst/>
              <a:gdLst/>
              <a:ahLst/>
              <a:cxnLst/>
              <a:rect l="l" t="t" r="r" b="b"/>
              <a:pathLst>
                <a:path w="359" h="3454" extrusionOk="0">
                  <a:moveTo>
                    <a:pt x="1" y="1"/>
                  </a:moveTo>
                  <a:lnTo>
                    <a:pt x="1" y="3263"/>
                  </a:lnTo>
                  <a:cubicBezTo>
                    <a:pt x="1" y="3359"/>
                    <a:pt x="96" y="3454"/>
                    <a:pt x="191" y="3454"/>
                  </a:cubicBezTo>
                  <a:cubicBezTo>
                    <a:pt x="263" y="3454"/>
                    <a:pt x="358" y="3359"/>
                    <a:pt x="358" y="3263"/>
                  </a:cubicBezTo>
                  <a:lnTo>
                    <a:pt x="358" y="525"/>
                  </a:lnTo>
                  <a:cubicBezTo>
                    <a:pt x="358" y="287"/>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060;p73">
              <a:extLst>
                <a:ext uri="{FF2B5EF4-FFF2-40B4-BE49-F238E27FC236}">
                  <a16:creationId xmlns:a16="http://schemas.microsoft.com/office/drawing/2014/main" id="{DA3E1F6C-9C4A-AE22-16E1-D27419D1ACBF}"/>
                </a:ext>
              </a:extLst>
            </p:cNvPr>
            <p:cNvSpPr/>
            <p:nvPr/>
          </p:nvSpPr>
          <p:spPr>
            <a:xfrm>
              <a:off x="829873" y="3323180"/>
              <a:ext cx="12004" cy="86837"/>
            </a:xfrm>
            <a:custGeom>
              <a:avLst/>
              <a:gdLst/>
              <a:ahLst/>
              <a:cxnLst/>
              <a:rect l="l" t="t" r="r" b="b"/>
              <a:pathLst>
                <a:path w="359" h="2597" extrusionOk="0">
                  <a:moveTo>
                    <a:pt x="1" y="0"/>
                  </a:moveTo>
                  <a:lnTo>
                    <a:pt x="1" y="2406"/>
                  </a:lnTo>
                  <a:cubicBezTo>
                    <a:pt x="1" y="2501"/>
                    <a:pt x="96" y="2596"/>
                    <a:pt x="191" y="2596"/>
                  </a:cubicBezTo>
                  <a:cubicBezTo>
                    <a:pt x="287" y="2596"/>
                    <a:pt x="358" y="2501"/>
                    <a:pt x="358" y="2406"/>
                  </a:cubicBezTo>
                  <a:lnTo>
                    <a:pt x="358" y="572"/>
                  </a:lnTo>
                  <a:cubicBezTo>
                    <a:pt x="358" y="334"/>
                    <a:pt x="215" y="119"/>
                    <a:pt x="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061;p73">
              <a:extLst>
                <a:ext uri="{FF2B5EF4-FFF2-40B4-BE49-F238E27FC236}">
                  <a16:creationId xmlns:a16="http://schemas.microsoft.com/office/drawing/2014/main" id="{DC7CF2C8-7237-3F64-DB9C-C7D96D2EF6C9}"/>
                </a:ext>
              </a:extLst>
            </p:cNvPr>
            <p:cNvSpPr/>
            <p:nvPr/>
          </p:nvSpPr>
          <p:spPr>
            <a:xfrm>
              <a:off x="858561" y="3569608"/>
              <a:ext cx="60555" cy="58582"/>
            </a:xfrm>
            <a:custGeom>
              <a:avLst/>
              <a:gdLst/>
              <a:ahLst/>
              <a:cxnLst/>
              <a:rect l="l" t="t" r="r" b="b"/>
              <a:pathLst>
                <a:path w="1811" h="1752" extrusionOk="0">
                  <a:moveTo>
                    <a:pt x="221" y="1"/>
                  </a:moveTo>
                  <a:cubicBezTo>
                    <a:pt x="173" y="1"/>
                    <a:pt x="119" y="13"/>
                    <a:pt x="72" y="37"/>
                  </a:cubicBezTo>
                  <a:cubicBezTo>
                    <a:pt x="0" y="108"/>
                    <a:pt x="0" y="227"/>
                    <a:pt x="72" y="298"/>
                  </a:cubicBezTo>
                  <a:lnTo>
                    <a:pt x="643" y="870"/>
                  </a:lnTo>
                  <a:lnTo>
                    <a:pt x="72" y="1442"/>
                  </a:lnTo>
                  <a:cubicBezTo>
                    <a:pt x="0" y="1489"/>
                    <a:pt x="0" y="1608"/>
                    <a:pt x="72" y="1704"/>
                  </a:cubicBezTo>
                  <a:cubicBezTo>
                    <a:pt x="96" y="1727"/>
                    <a:pt x="167" y="1751"/>
                    <a:pt x="191" y="1751"/>
                  </a:cubicBezTo>
                  <a:cubicBezTo>
                    <a:pt x="262" y="1751"/>
                    <a:pt x="286" y="1727"/>
                    <a:pt x="310" y="1704"/>
                  </a:cubicBezTo>
                  <a:lnTo>
                    <a:pt x="881" y="1132"/>
                  </a:lnTo>
                  <a:lnTo>
                    <a:pt x="1453" y="1704"/>
                  </a:lnTo>
                  <a:cubicBezTo>
                    <a:pt x="1477" y="1727"/>
                    <a:pt x="1524" y="1751"/>
                    <a:pt x="1572" y="1751"/>
                  </a:cubicBezTo>
                  <a:cubicBezTo>
                    <a:pt x="1620" y="1751"/>
                    <a:pt x="1643" y="1727"/>
                    <a:pt x="1691" y="1704"/>
                  </a:cubicBezTo>
                  <a:cubicBezTo>
                    <a:pt x="1739" y="1632"/>
                    <a:pt x="1739" y="1513"/>
                    <a:pt x="1691" y="1442"/>
                  </a:cubicBezTo>
                  <a:lnTo>
                    <a:pt x="1167" y="870"/>
                  </a:lnTo>
                  <a:lnTo>
                    <a:pt x="1739" y="298"/>
                  </a:lnTo>
                  <a:cubicBezTo>
                    <a:pt x="1810" y="251"/>
                    <a:pt x="1810" y="132"/>
                    <a:pt x="1739" y="37"/>
                  </a:cubicBezTo>
                  <a:cubicBezTo>
                    <a:pt x="1715" y="13"/>
                    <a:pt x="1673" y="1"/>
                    <a:pt x="1626" y="1"/>
                  </a:cubicBezTo>
                  <a:cubicBezTo>
                    <a:pt x="1578" y="1"/>
                    <a:pt x="1524" y="13"/>
                    <a:pt x="1477" y="37"/>
                  </a:cubicBezTo>
                  <a:lnTo>
                    <a:pt x="905" y="608"/>
                  </a:lnTo>
                  <a:lnTo>
                    <a:pt x="334" y="37"/>
                  </a:lnTo>
                  <a:cubicBezTo>
                    <a:pt x="310" y="13"/>
                    <a:pt x="268" y="1"/>
                    <a:pt x="221" y="1"/>
                  </a:cubicBezTo>
                  <a:close/>
                </a:path>
              </a:pathLst>
            </a:custGeom>
            <a:solidFill>
              <a:srgbClr val="B73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055;p73">
            <a:extLst>
              <a:ext uri="{FF2B5EF4-FFF2-40B4-BE49-F238E27FC236}">
                <a16:creationId xmlns:a16="http://schemas.microsoft.com/office/drawing/2014/main" id="{30739FCF-E7C3-5088-E361-F081E66415D0}"/>
              </a:ext>
            </a:extLst>
          </p:cNvPr>
          <p:cNvGrpSpPr/>
          <p:nvPr/>
        </p:nvGrpSpPr>
        <p:grpSpPr>
          <a:xfrm>
            <a:off x="3585905" y="3531606"/>
            <a:ext cx="230983" cy="401384"/>
            <a:chOff x="804394" y="3265034"/>
            <a:chExt cx="230983" cy="401384"/>
          </a:xfrm>
        </p:grpSpPr>
        <p:sp>
          <p:nvSpPr>
            <p:cNvPr id="36" name="Google Shape;3056;p73">
              <a:extLst>
                <a:ext uri="{FF2B5EF4-FFF2-40B4-BE49-F238E27FC236}">
                  <a16:creationId xmlns:a16="http://schemas.microsoft.com/office/drawing/2014/main" id="{A5E569E0-90E8-F963-8DE8-518CA49A0156}"/>
                </a:ext>
              </a:extLst>
            </p:cNvPr>
            <p:cNvSpPr/>
            <p:nvPr/>
          </p:nvSpPr>
          <p:spPr>
            <a:xfrm>
              <a:off x="804394" y="3265535"/>
              <a:ext cx="230184" cy="400882"/>
            </a:xfrm>
            <a:custGeom>
              <a:avLst/>
              <a:gdLst/>
              <a:ahLst/>
              <a:cxnLst/>
              <a:rect l="l" t="t" r="r" b="b"/>
              <a:pathLst>
                <a:path w="6884" h="11989" extrusionOk="0">
                  <a:moveTo>
                    <a:pt x="2951" y="0"/>
                  </a:moveTo>
                  <a:cubicBezTo>
                    <a:pt x="2930" y="0"/>
                    <a:pt x="2908" y="3"/>
                    <a:pt x="2882" y="10"/>
                  </a:cubicBezTo>
                  <a:cubicBezTo>
                    <a:pt x="2549" y="10"/>
                    <a:pt x="2311" y="295"/>
                    <a:pt x="2311" y="605"/>
                  </a:cubicBezTo>
                  <a:lnTo>
                    <a:pt x="2311" y="1486"/>
                  </a:lnTo>
                  <a:cubicBezTo>
                    <a:pt x="2311" y="1437"/>
                    <a:pt x="2307" y="1429"/>
                    <a:pt x="2299" y="1429"/>
                  </a:cubicBezTo>
                  <a:cubicBezTo>
                    <a:pt x="2294" y="1429"/>
                    <a:pt x="2288" y="1432"/>
                    <a:pt x="2281" y="1432"/>
                  </a:cubicBezTo>
                  <a:cubicBezTo>
                    <a:pt x="2270" y="1432"/>
                    <a:pt x="2256" y="1425"/>
                    <a:pt x="2239" y="1391"/>
                  </a:cubicBezTo>
                  <a:cubicBezTo>
                    <a:pt x="2168" y="1296"/>
                    <a:pt x="2073" y="962"/>
                    <a:pt x="1954" y="938"/>
                  </a:cubicBezTo>
                  <a:cubicBezTo>
                    <a:pt x="1903" y="922"/>
                    <a:pt x="1853" y="905"/>
                    <a:pt x="1794" y="905"/>
                  </a:cubicBezTo>
                  <a:cubicBezTo>
                    <a:pt x="1769" y="905"/>
                    <a:pt x="1743" y="908"/>
                    <a:pt x="1716" y="915"/>
                  </a:cubicBezTo>
                  <a:cubicBezTo>
                    <a:pt x="1406" y="915"/>
                    <a:pt x="1168" y="1177"/>
                    <a:pt x="1168" y="1510"/>
                  </a:cubicBezTo>
                  <a:lnTo>
                    <a:pt x="1168" y="2367"/>
                  </a:lnTo>
                  <a:cubicBezTo>
                    <a:pt x="1168" y="2224"/>
                    <a:pt x="1096" y="2320"/>
                    <a:pt x="1001" y="2224"/>
                  </a:cubicBezTo>
                  <a:cubicBezTo>
                    <a:pt x="953" y="2153"/>
                    <a:pt x="882" y="1867"/>
                    <a:pt x="787" y="1843"/>
                  </a:cubicBezTo>
                  <a:cubicBezTo>
                    <a:pt x="734" y="1808"/>
                    <a:pt x="682" y="1786"/>
                    <a:pt x="630" y="1786"/>
                  </a:cubicBezTo>
                  <a:cubicBezTo>
                    <a:pt x="611" y="1786"/>
                    <a:pt x="592" y="1789"/>
                    <a:pt x="572" y="1796"/>
                  </a:cubicBezTo>
                  <a:cubicBezTo>
                    <a:pt x="239" y="1796"/>
                    <a:pt x="1" y="2081"/>
                    <a:pt x="1" y="2391"/>
                  </a:cubicBezTo>
                  <a:lnTo>
                    <a:pt x="1" y="7130"/>
                  </a:lnTo>
                  <a:cubicBezTo>
                    <a:pt x="1" y="7368"/>
                    <a:pt x="120" y="7583"/>
                    <a:pt x="287" y="7725"/>
                  </a:cubicBezTo>
                  <a:lnTo>
                    <a:pt x="787" y="8083"/>
                  </a:lnTo>
                  <a:cubicBezTo>
                    <a:pt x="858" y="8154"/>
                    <a:pt x="882" y="8202"/>
                    <a:pt x="882" y="8297"/>
                  </a:cubicBezTo>
                  <a:lnTo>
                    <a:pt x="882" y="11798"/>
                  </a:lnTo>
                  <a:cubicBezTo>
                    <a:pt x="882" y="11893"/>
                    <a:pt x="977" y="11988"/>
                    <a:pt x="1073" y="11988"/>
                  </a:cubicBezTo>
                  <a:lnTo>
                    <a:pt x="3263" y="11988"/>
                  </a:lnTo>
                  <a:lnTo>
                    <a:pt x="4002" y="11964"/>
                  </a:lnTo>
                  <a:cubicBezTo>
                    <a:pt x="4097" y="11964"/>
                    <a:pt x="4192" y="11893"/>
                    <a:pt x="4192" y="11798"/>
                  </a:cubicBezTo>
                  <a:lnTo>
                    <a:pt x="4192" y="8321"/>
                  </a:lnTo>
                  <a:cubicBezTo>
                    <a:pt x="4192" y="8226"/>
                    <a:pt x="4216" y="8178"/>
                    <a:pt x="4311" y="8107"/>
                  </a:cubicBezTo>
                  <a:lnTo>
                    <a:pt x="6717" y="6368"/>
                  </a:lnTo>
                  <a:cubicBezTo>
                    <a:pt x="6836" y="6297"/>
                    <a:pt x="6883" y="6154"/>
                    <a:pt x="6836" y="6035"/>
                  </a:cubicBezTo>
                  <a:cubicBezTo>
                    <a:pt x="6781" y="5760"/>
                    <a:pt x="6557" y="5612"/>
                    <a:pt x="6306" y="5612"/>
                  </a:cubicBezTo>
                  <a:cubicBezTo>
                    <a:pt x="6230" y="5612"/>
                    <a:pt x="6151" y="5626"/>
                    <a:pt x="6074" y="5654"/>
                  </a:cubicBezTo>
                  <a:lnTo>
                    <a:pt x="5859" y="5701"/>
                  </a:lnTo>
                  <a:lnTo>
                    <a:pt x="4788" y="6130"/>
                  </a:lnTo>
                  <a:cubicBezTo>
                    <a:pt x="4775" y="6133"/>
                    <a:pt x="4763" y="6135"/>
                    <a:pt x="4752" y="6135"/>
                  </a:cubicBezTo>
                  <a:cubicBezTo>
                    <a:pt x="4680" y="6135"/>
                    <a:pt x="4645" y="6073"/>
                    <a:pt x="4645" y="6011"/>
                  </a:cubicBezTo>
                  <a:lnTo>
                    <a:pt x="4645" y="1462"/>
                  </a:lnTo>
                  <a:cubicBezTo>
                    <a:pt x="4645" y="1129"/>
                    <a:pt x="4407" y="867"/>
                    <a:pt x="4073" y="867"/>
                  </a:cubicBezTo>
                  <a:cubicBezTo>
                    <a:pt x="3740" y="867"/>
                    <a:pt x="3478" y="1129"/>
                    <a:pt x="3478" y="1462"/>
                  </a:cubicBezTo>
                  <a:lnTo>
                    <a:pt x="3240" y="581"/>
                  </a:lnTo>
                  <a:cubicBezTo>
                    <a:pt x="3240" y="343"/>
                    <a:pt x="3335" y="153"/>
                    <a:pt x="3121" y="57"/>
                  </a:cubicBezTo>
                  <a:cubicBezTo>
                    <a:pt x="3051" y="22"/>
                    <a:pt x="3007" y="0"/>
                    <a:pt x="295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057;p73">
              <a:extLst>
                <a:ext uri="{FF2B5EF4-FFF2-40B4-BE49-F238E27FC236}">
                  <a16:creationId xmlns:a16="http://schemas.microsoft.com/office/drawing/2014/main" id="{E4341A3A-4959-4A7E-30E1-3497AD0D9F03}"/>
                </a:ext>
              </a:extLst>
            </p:cNvPr>
            <p:cNvSpPr/>
            <p:nvPr/>
          </p:nvSpPr>
          <p:spPr>
            <a:xfrm>
              <a:off x="913498" y="3452179"/>
              <a:ext cx="121880" cy="209453"/>
            </a:xfrm>
            <a:custGeom>
              <a:avLst/>
              <a:gdLst/>
              <a:ahLst/>
              <a:cxnLst/>
              <a:rect l="l" t="t" r="r" b="b"/>
              <a:pathLst>
                <a:path w="3645" h="6264" extrusionOk="0">
                  <a:moveTo>
                    <a:pt x="3025" y="0"/>
                  </a:moveTo>
                  <a:cubicBezTo>
                    <a:pt x="2953" y="0"/>
                    <a:pt x="2858" y="0"/>
                    <a:pt x="2811" y="48"/>
                  </a:cubicBezTo>
                  <a:lnTo>
                    <a:pt x="2596" y="119"/>
                  </a:lnTo>
                  <a:cubicBezTo>
                    <a:pt x="2715" y="191"/>
                    <a:pt x="2811" y="310"/>
                    <a:pt x="2834" y="453"/>
                  </a:cubicBezTo>
                  <a:cubicBezTo>
                    <a:pt x="2858" y="572"/>
                    <a:pt x="2834" y="715"/>
                    <a:pt x="2715" y="786"/>
                  </a:cubicBezTo>
                  <a:lnTo>
                    <a:pt x="310" y="2382"/>
                  </a:lnTo>
                  <a:cubicBezTo>
                    <a:pt x="215" y="2453"/>
                    <a:pt x="191" y="2501"/>
                    <a:pt x="191" y="2596"/>
                  </a:cubicBezTo>
                  <a:lnTo>
                    <a:pt x="191" y="6073"/>
                  </a:lnTo>
                  <a:cubicBezTo>
                    <a:pt x="191" y="6168"/>
                    <a:pt x="96" y="6263"/>
                    <a:pt x="0" y="6263"/>
                  </a:cubicBezTo>
                  <a:lnTo>
                    <a:pt x="786" y="6263"/>
                  </a:lnTo>
                  <a:cubicBezTo>
                    <a:pt x="882" y="6263"/>
                    <a:pt x="953" y="6168"/>
                    <a:pt x="953" y="6073"/>
                  </a:cubicBezTo>
                  <a:lnTo>
                    <a:pt x="953" y="2596"/>
                  </a:lnTo>
                  <a:cubicBezTo>
                    <a:pt x="953" y="2501"/>
                    <a:pt x="1024" y="2429"/>
                    <a:pt x="1072" y="2382"/>
                  </a:cubicBezTo>
                  <a:lnTo>
                    <a:pt x="3501" y="786"/>
                  </a:lnTo>
                  <a:cubicBezTo>
                    <a:pt x="3573" y="691"/>
                    <a:pt x="3644" y="572"/>
                    <a:pt x="3620" y="453"/>
                  </a:cubicBezTo>
                  <a:cubicBezTo>
                    <a:pt x="3525" y="191"/>
                    <a:pt x="3287" y="0"/>
                    <a:pt x="302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058;p73">
              <a:extLst>
                <a:ext uri="{FF2B5EF4-FFF2-40B4-BE49-F238E27FC236}">
                  <a16:creationId xmlns:a16="http://schemas.microsoft.com/office/drawing/2014/main" id="{DBE9E147-D669-BD97-2B11-096E4674C890}"/>
                </a:ext>
              </a:extLst>
            </p:cNvPr>
            <p:cNvSpPr/>
            <p:nvPr/>
          </p:nvSpPr>
          <p:spPr>
            <a:xfrm>
              <a:off x="907914" y="3265034"/>
              <a:ext cx="11971" cy="144985"/>
            </a:xfrm>
            <a:custGeom>
              <a:avLst/>
              <a:gdLst/>
              <a:ahLst/>
              <a:cxnLst/>
              <a:rect l="l" t="t" r="r" b="b"/>
              <a:pathLst>
                <a:path w="358" h="4336" extrusionOk="0">
                  <a:moveTo>
                    <a:pt x="1" y="1"/>
                  </a:moveTo>
                  <a:lnTo>
                    <a:pt x="1" y="4145"/>
                  </a:lnTo>
                  <a:cubicBezTo>
                    <a:pt x="1" y="4240"/>
                    <a:pt x="96" y="4335"/>
                    <a:pt x="167" y="4335"/>
                  </a:cubicBezTo>
                  <a:cubicBezTo>
                    <a:pt x="263" y="4335"/>
                    <a:pt x="358" y="4240"/>
                    <a:pt x="358" y="4145"/>
                  </a:cubicBezTo>
                  <a:lnTo>
                    <a:pt x="358" y="549"/>
                  </a:lnTo>
                  <a:cubicBezTo>
                    <a:pt x="358" y="310"/>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059;p73">
              <a:extLst>
                <a:ext uri="{FF2B5EF4-FFF2-40B4-BE49-F238E27FC236}">
                  <a16:creationId xmlns:a16="http://schemas.microsoft.com/office/drawing/2014/main" id="{DC1C7DBA-5CFD-0C87-6022-48DBD09ABB63}"/>
                </a:ext>
              </a:extLst>
            </p:cNvPr>
            <p:cNvSpPr/>
            <p:nvPr/>
          </p:nvSpPr>
          <p:spPr>
            <a:xfrm>
              <a:off x="868893" y="3295294"/>
              <a:ext cx="12004" cy="115493"/>
            </a:xfrm>
            <a:custGeom>
              <a:avLst/>
              <a:gdLst/>
              <a:ahLst/>
              <a:cxnLst/>
              <a:rect l="l" t="t" r="r" b="b"/>
              <a:pathLst>
                <a:path w="359" h="3454" extrusionOk="0">
                  <a:moveTo>
                    <a:pt x="1" y="1"/>
                  </a:moveTo>
                  <a:lnTo>
                    <a:pt x="1" y="3263"/>
                  </a:lnTo>
                  <a:cubicBezTo>
                    <a:pt x="1" y="3359"/>
                    <a:pt x="96" y="3454"/>
                    <a:pt x="191" y="3454"/>
                  </a:cubicBezTo>
                  <a:cubicBezTo>
                    <a:pt x="263" y="3454"/>
                    <a:pt x="358" y="3359"/>
                    <a:pt x="358" y="3263"/>
                  </a:cubicBezTo>
                  <a:lnTo>
                    <a:pt x="358" y="525"/>
                  </a:lnTo>
                  <a:cubicBezTo>
                    <a:pt x="358" y="287"/>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060;p73">
              <a:extLst>
                <a:ext uri="{FF2B5EF4-FFF2-40B4-BE49-F238E27FC236}">
                  <a16:creationId xmlns:a16="http://schemas.microsoft.com/office/drawing/2014/main" id="{84EF7C4B-90E0-545A-2496-EBD9AE277186}"/>
                </a:ext>
              </a:extLst>
            </p:cNvPr>
            <p:cNvSpPr/>
            <p:nvPr/>
          </p:nvSpPr>
          <p:spPr>
            <a:xfrm>
              <a:off x="829873" y="3323180"/>
              <a:ext cx="12004" cy="86837"/>
            </a:xfrm>
            <a:custGeom>
              <a:avLst/>
              <a:gdLst/>
              <a:ahLst/>
              <a:cxnLst/>
              <a:rect l="l" t="t" r="r" b="b"/>
              <a:pathLst>
                <a:path w="359" h="2597" extrusionOk="0">
                  <a:moveTo>
                    <a:pt x="1" y="0"/>
                  </a:moveTo>
                  <a:lnTo>
                    <a:pt x="1" y="2406"/>
                  </a:lnTo>
                  <a:cubicBezTo>
                    <a:pt x="1" y="2501"/>
                    <a:pt x="96" y="2596"/>
                    <a:pt x="191" y="2596"/>
                  </a:cubicBezTo>
                  <a:cubicBezTo>
                    <a:pt x="287" y="2596"/>
                    <a:pt x="358" y="2501"/>
                    <a:pt x="358" y="2406"/>
                  </a:cubicBezTo>
                  <a:lnTo>
                    <a:pt x="358" y="572"/>
                  </a:lnTo>
                  <a:cubicBezTo>
                    <a:pt x="358" y="334"/>
                    <a:pt x="215" y="119"/>
                    <a:pt x="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061;p73">
              <a:extLst>
                <a:ext uri="{FF2B5EF4-FFF2-40B4-BE49-F238E27FC236}">
                  <a16:creationId xmlns:a16="http://schemas.microsoft.com/office/drawing/2014/main" id="{11C48CEA-3C5A-A368-9E34-9A34F765E6A5}"/>
                </a:ext>
              </a:extLst>
            </p:cNvPr>
            <p:cNvSpPr/>
            <p:nvPr/>
          </p:nvSpPr>
          <p:spPr>
            <a:xfrm>
              <a:off x="858561" y="3569608"/>
              <a:ext cx="60555" cy="58582"/>
            </a:xfrm>
            <a:custGeom>
              <a:avLst/>
              <a:gdLst/>
              <a:ahLst/>
              <a:cxnLst/>
              <a:rect l="l" t="t" r="r" b="b"/>
              <a:pathLst>
                <a:path w="1811" h="1752" extrusionOk="0">
                  <a:moveTo>
                    <a:pt x="221" y="1"/>
                  </a:moveTo>
                  <a:cubicBezTo>
                    <a:pt x="173" y="1"/>
                    <a:pt x="119" y="13"/>
                    <a:pt x="72" y="37"/>
                  </a:cubicBezTo>
                  <a:cubicBezTo>
                    <a:pt x="0" y="108"/>
                    <a:pt x="0" y="227"/>
                    <a:pt x="72" y="298"/>
                  </a:cubicBezTo>
                  <a:lnTo>
                    <a:pt x="643" y="870"/>
                  </a:lnTo>
                  <a:lnTo>
                    <a:pt x="72" y="1442"/>
                  </a:lnTo>
                  <a:cubicBezTo>
                    <a:pt x="0" y="1489"/>
                    <a:pt x="0" y="1608"/>
                    <a:pt x="72" y="1704"/>
                  </a:cubicBezTo>
                  <a:cubicBezTo>
                    <a:pt x="96" y="1727"/>
                    <a:pt x="167" y="1751"/>
                    <a:pt x="191" y="1751"/>
                  </a:cubicBezTo>
                  <a:cubicBezTo>
                    <a:pt x="262" y="1751"/>
                    <a:pt x="286" y="1727"/>
                    <a:pt x="310" y="1704"/>
                  </a:cubicBezTo>
                  <a:lnTo>
                    <a:pt x="881" y="1132"/>
                  </a:lnTo>
                  <a:lnTo>
                    <a:pt x="1453" y="1704"/>
                  </a:lnTo>
                  <a:cubicBezTo>
                    <a:pt x="1477" y="1727"/>
                    <a:pt x="1524" y="1751"/>
                    <a:pt x="1572" y="1751"/>
                  </a:cubicBezTo>
                  <a:cubicBezTo>
                    <a:pt x="1620" y="1751"/>
                    <a:pt x="1643" y="1727"/>
                    <a:pt x="1691" y="1704"/>
                  </a:cubicBezTo>
                  <a:cubicBezTo>
                    <a:pt x="1739" y="1632"/>
                    <a:pt x="1739" y="1513"/>
                    <a:pt x="1691" y="1442"/>
                  </a:cubicBezTo>
                  <a:lnTo>
                    <a:pt x="1167" y="870"/>
                  </a:lnTo>
                  <a:lnTo>
                    <a:pt x="1739" y="298"/>
                  </a:lnTo>
                  <a:cubicBezTo>
                    <a:pt x="1810" y="251"/>
                    <a:pt x="1810" y="132"/>
                    <a:pt x="1739" y="37"/>
                  </a:cubicBezTo>
                  <a:cubicBezTo>
                    <a:pt x="1715" y="13"/>
                    <a:pt x="1673" y="1"/>
                    <a:pt x="1626" y="1"/>
                  </a:cubicBezTo>
                  <a:cubicBezTo>
                    <a:pt x="1578" y="1"/>
                    <a:pt x="1524" y="13"/>
                    <a:pt x="1477" y="37"/>
                  </a:cubicBezTo>
                  <a:lnTo>
                    <a:pt x="905" y="608"/>
                  </a:lnTo>
                  <a:lnTo>
                    <a:pt x="334" y="37"/>
                  </a:lnTo>
                  <a:cubicBezTo>
                    <a:pt x="310" y="13"/>
                    <a:pt x="268" y="1"/>
                    <a:pt x="221" y="1"/>
                  </a:cubicBezTo>
                  <a:close/>
                </a:path>
              </a:pathLst>
            </a:custGeom>
            <a:solidFill>
              <a:srgbClr val="B73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3055;p73">
            <a:extLst>
              <a:ext uri="{FF2B5EF4-FFF2-40B4-BE49-F238E27FC236}">
                <a16:creationId xmlns:a16="http://schemas.microsoft.com/office/drawing/2014/main" id="{2990629A-9C79-0321-04B9-2C0551589AB0}"/>
              </a:ext>
            </a:extLst>
          </p:cNvPr>
          <p:cNvGrpSpPr/>
          <p:nvPr/>
        </p:nvGrpSpPr>
        <p:grpSpPr>
          <a:xfrm>
            <a:off x="6207144" y="1748780"/>
            <a:ext cx="230983" cy="401384"/>
            <a:chOff x="804394" y="3265034"/>
            <a:chExt cx="230983" cy="401384"/>
          </a:xfrm>
        </p:grpSpPr>
        <p:sp>
          <p:nvSpPr>
            <p:cNvPr id="43" name="Google Shape;3056;p73">
              <a:extLst>
                <a:ext uri="{FF2B5EF4-FFF2-40B4-BE49-F238E27FC236}">
                  <a16:creationId xmlns:a16="http://schemas.microsoft.com/office/drawing/2014/main" id="{7EAC4F0B-51E7-62BB-304F-80D08C01298D}"/>
                </a:ext>
              </a:extLst>
            </p:cNvPr>
            <p:cNvSpPr/>
            <p:nvPr/>
          </p:nvSpPr>
          <p:spPr>
            <a:xfrm>
              <a:off x="804394" y="3265535"/>
              <a:ext cx="230184" cy="400882"/>
            </a:xfrm>
            <a:custGeom>
              <a:avLst/>
              <a:gdLst/>
              <a:ahLst/>
              <a:cxnLst/>
              <a:rect l="l" t="t" r="r" b="b"/>
              <a:pathLst>
                <a:path w="6884" h="11989" extrusionOk="0">
                  <a:moveTo>
                    <a:pt x="2951" y="0"/>
                  </a:moveTo>
                  <a:cubicBezTo>
                    <a:pt x="2930" y="0"/>
                    <a:pt x="2908" y="3"/>
                    <a:pt x="2882" y="10"/>
                  </a:cubicBezTo>
                  <a:cubicBezTo>
                    <a:pt x="2549" y="10"/>
                    <a:pt x="2311" y="295"/>
                    <a:pt x="2311" y="605"/>
                  </a:cubicBezTo>
                  <a:lnTo>
                    <a:pt x="2311" y="1486"/>
                  </a:lnTo>
                  <a:cubicBezTo>
                    <a:pt x="2311" y="1437"/>
                    <a:pt x="2307" y="1429"/>
                    <a:pt x="2299" y="1429"/>
                  </a:cubicBezTo>
                  <a:cubicBezTo>
                    <a:pt x="2294" y="1429"/>
                    <a:pt x="2288" y="1432"/>
                    <a:pt x="2281" y="1432"/>
                  </a:cubicBezTo>
                  <a:cubicBezTo>
                    <a:pt x="2270" y="1432"/>
                    <a:pt x="2256" y="1425"/>
                    <a:pt x="2239" y="1391"/>
                  </a:cubicBezTo>
                  <a:cubicBezTo>
                    <a:pt x="2168" y="1296"/>
                    <a:pt x="2073" y="962"/>
                    <a:pt x="1954" y="938"/>
                  </a:cubicBezTo>
                  <a:cubicBezTo>
                    <a:pt x="1903" y="922"/>
                    <a:pt x="1853" y="905"/>
                    <a:pt x="1794" y="905"/>
                  </a:cubicBezTo>
                  <a:cubicBezTo>
                    <a:pt x="1769" y="905"/>
                    <a:pt x="1743" y="908"/>
                    <a:pt x="1716" y="915"/>
                  </a:cubicBezTo>
                  <a:cubicBezTo>
                    <a:pt x="1406" y="915"/>
                    <a:pt x="1168" y="1177"/>
                    <a:pt x="1168" y="1510"/>
                  </a:cubicBezTo>
                  <a:lnTo>
                    <a:pt x="1168" y="2367"/>
                  </a:lnTo>
                  <a:cubicBezTo>
                    <a:pt x="1168" y="2224"/>
                    <a:pt x="1096" y="2320"/>
                    <a:pt x="1001" y="2224"/>
                  </a:cubicBezTo>
                  <a:cubicBezTo>
                    <a:pt x="953" y="2153"/>
                    <a:pt x="882" y="1867"/>
                    <a:pt x="787" y="1843"/>
                  </a:cubicBezTo>
                  <a:cubicBezTo>
                    <a:pt x="734" y="1808"/>
                    <a:pt x="682" y="1786"/>
                    <a:pt x="630" y="1786"/>
                  </a:cubicBezTo>
                  <a:cubicBezTo>
                    <a:pt x="611" y="1786"/>
                    <a:pt x="592" y="1789"/>
                    <a:pt x="572" y="1796"/>
                  </a:cubicBezTo>
                  <a:cubicBezTo>
                    <a:pt x="239" y="1796"/>
                    <a:pt x="1" y="2081"/>
                    <a:pt x="1" y="2391"/>
                  </a:cubicBezTo>
                  <a:lnTo>
                    <a:pt x="1" y="7130"/>
                  </a:lnTo>
                  <a:cubicBezTo>
                    <a:pt x="1" y="7368"/>
                    <a:pt x="120" y="7583"/>
                    <a:pt x="287" y="7725"/>
                  </a:cubicBezTo>
                  <a:lnTo>
                    <a:pt x="787" y="8083"/>
                  </a:lnTo>
                  <a:cubicBezTo>
                    <a:pt x="858" y="8154"/>
                    <a:pt x="882" y="8202"/>
                    <a:pt x="882" y="8297"/>
                  </a:cubicBezTo>
                  <a:lnTo>
                    <a:pt x="882" y="11798"/>
                  </a:lnTo>
                  <a:cubicBezTo>
                    <a:pt x="882" y="11893"/>
                    <a:pt x="977" y="11988"/>
                    <a:pt x="1073" y="11988"/>
                  </a:cubicBezTo>
                  <a:lnTo>
                    <a:pt x="3263" y="11988"/>
                  </a:lnTo>
                  <a:lnTo>
                    <a:pt x="4002" y="11964"/>
                  </a:lnTo>
                  <a:cubicBezTo>
                    <a:pt x="4097" y="11964"/>
                    <a:pt x="4192" y="11893"/>
                    <a:pt x="4192" y="11798"/>
                  </a:cubicBezTo>
                  <a:lnTo>
                    <a:pt x="4192" y="8321"/>
                  </a:lnTo>
                  <a:cubicBezTo>
                    <a:pt x="4192" y="8226"/>
                    <a:pt x="4216" y="8178"/>
                    <a:pt x="4311" y="8107"/>
                  </a:cubicBezTo>
                  <a:lnTo>
                    <a:pt x="6717" y="6368"/>
                  </a:lnTo>
                  <a:cubicBezTo>
                    <a:pt x="6836" y="6297"/>
                    <a:pt x="6883" y="6154"/>
                    <a:pt x="6836" y="6035"/>
                  </a:cubicBezTo>
                  <a:cubicBezTo>
                    <a:pt x="6781" y="5760"/>
                    <a:pt x="6557" y="5612"/>
                    <a:pt x="6306" y="5612"/>
                  </a:cubicBezTo>
                  <a:cubicBezTo>
                    <a:pt x="6230" y="5612"/>
                    <a:pt x="6151" y="5626"/>
                    <a:pt x="6074" y="5654"/>
                  </a:cubicBezTo>
                  <a:lnTo>
                    <a:pt x="5859" y="5701"/>
                  </a:lnTo>
                  <a:lnTo>
                    <a:pt x="4788" y="6130"/>
                  </a:lnTo>
                  <a:cubicBezTo>
                    <a:pt x="4775" y="6133"/>
                    <a:pt x="4763" y="6135"/>
                    <a:pt x="4752" y="6135"/>
                  </a:cubicBezTo>
                  <a:cubicBezTo>
                    <a:pt x="4680" y="6135"/>
                    <a:pt x="4645" y="6073"/>
                    <a:pt x="4645" y="6011"/>
                  </a:cubicBezTo>
                  <a:lnTo>
                    <a:pt x="4645" y="1462"/>
                  </a:lnTo>
                  <a:cubicBezTo>
                    <a:pt x="4645" y="1129"/>
                    <a:pt x="4407" y="867"/>
                    <a:pt x="4073" y="867"/>
                  </a:cubicBezTo>
                  <a:cubicBezTo>
                    <a:pt x="3740" y="867"/>
                    <a:pt x="3478" y="1129"/>
                    <a:pt x="3478" y="1462"/>
                  </a:cubicBezTo>
                  <a:lnTo>
                    <a:pt x="3240" y="581"/>
                  </a:lnTo>
                  <a:cubicBezTo>
                    <a:pt x="3240" y="343"/>
                    <a:pt x="3335" y="153"/>
                    <a:pt x="3121" y="57"/>
                  </a:cubicBezTo>
                  <a:cubicBezTo>
                    <a:pt x="3051" y="22"/>
                    <a:pt x="3007" y="0"/>
                    <a:pt x="295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057;p73">
              <a:extLst>
                <a:ext uri="{FF2B5EF4-FFF2-40B4-BE49-F238E27FC236}">
                  <a16:creationId xmlns:a16="http://schemas.microsoft.com/office/drawing/2014/main" id="{519BF966-E41E-15A4-E731-8678CA0360CD}"/>
                </a:ext>
              </a:extLst>
            </p:cNvPr>
            <p:cNvSpPr/>
            <p:nvPr/>
          </p:nvSpPr>
          <p:spPr>
            <a:xfrm>
              <a:off x="913498" y="3452179"/>
              <a:ext cx="121880" cy="209453"/>
            </a:xfrm>
            <a:custGeom>
              <a:avLst/>
              <a:gdLst/>
              <a:ahLst/>
              <a:cxnLst/>
              <a:rect l="l" t="t" r="r" b="b"/>
              <a:pathLst>
                <a:path w="3645" h="6264" extrusionOk="0">
                  <a:moveTo>
                    <a:pt x="3025" y="0"/>
                  </a:moveTo>
                  <a:cubicBezTo>
                    <a:pt x="2953" y="0"/>
                    <a:pt x="2858" y="0"/>
                    <a:pt x="2811" y="48"/>
                  </a:cubicBezTo>
                  <a:lnTo>
                    <a:pt x="2596" y="119"/>
                  </a:lnTo>
                  <a:cubicBezTo>
                    <a:pt x="2715" y="191"/>
                    <a:pt x="2811" y="310"/>
                    <a:pt x="2834" y="453"/>
                  </a:cubicBezTo>
                  <a:cubicBezTo>
                    <a:pt x="2858" y="572"/>
                    <a:pt x="2834" y="715"/>
                    <a:pt x="2715" y="786"/>
                  </a:cubicBezTo>
                  <a:lnTo>
                    <a:pt x="310" y="2382"/>
                  </a:lnTo>
                  <a:cubicBezTo>
                    <a:pt x="215" y="2453"/>
                    <a:pt x="191" y="2501"/>
                    <a:pt x="191" y="2596"/>
                  </a:cubicBezTo>
                  <a:lnTo>
                    <a:pt x="191" y="6073"/>
                  </a:lnTo>
                  <a:cubicBezTo>
                    <a:pt x="191" y="6168"/>
                    <a:pt x="96" y="6263"/>
                    <a:pt x="0" y="6263"/>
                  </a:cubicBezTo>
                  <a:lnTo>
                    <a:pt x="786" y="6263"/>
                  </a:lnTo>
                  <a:cubicBezTo>
                    <a:pt x="882" y="6263"/>
                    <a:pt x="953" y="6168"/>
                    <a:pt x="953" y="6073"/>
                  </a:cubicBezTo>
                  <a:lnTo>
                    <a:pt x="953" y="2596"/>
                  </a:lnTo>
                  <a:cubicBezTo>
                    <a:pt x="953" y="2501"/>
                    <a:pt x="1024" y="2429"/>
                    <a:pt x="1072" y="2382"/>
                  </a:cubicBezTo>
                  <a:lnTo>
                    <a:pt x="3501" y="786"/>
                  </a:lnTo>
                  <a:cubicBezTo>
                    <a:pt x="3573" y="691"/>
                    <a:pt x="3644" y="572"/>
                    <a:pt x="3620" y="453"/>
                  </a:cubicBezTo>
                  <a:cubicBezTo>
                    <a:pt x="3525" y="191"/>
                    <a:pt x="3287" y="0"/>
                    <a:pt x="302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058;p73">
              <a:extLst>
                <a:ext uri="{FF2B5EF4-FFF2-40B4-BE49-F238E27FC236}">
                  <a16:creationId xmlns:a16="http://schemas.microsoft.com/office/drawing/2014/main" id="{FD6E56D6-2FD5-64E9-01C7-95CEB26761AC}"/>
                </a:ext>
              </a:extLst>
            </p:cNvPr>
            <p:cNvSpPr/>
            <p:nvPr/>
          </p:nvSpPr>
          <p:spPr>
            <a:xfrm>
              <a:off x="907914" y="3265034"/>
              <a:ext cx="11971" cy="144985"/>
            </a:xfrm>
            <a:custGeom>
              <a:avLst/>
              <a:gdLst/>
              <a:ahLst/>
              <a:cxnLst/>
              <a:rect l="l" t="t" r="r" b="b"/>
              <a:pathLst>
                <a:path w="358" h="4336" extrusionOk="0">
                  <a:moveTo>
                    <a:pt x="1" y="1"/>
                  </a:moveTo>
                  <a:lnTo>
                    <a:pt x="1" y="4145"/>
                  </a:lnTo>
                  <a:cubicBezTo>
                    <a:pt x="1" y="4240"/>
                    <a:pt x="96" y="4335"/>
                    <a:pt x="167" y="4335"/>
                  </a:cubicBezTo>
                  <a:cubicBezTo>
                    <a:pt x="263" y="4335"/>
                    <a:pt x="358" y="4240"/>
                    <a:pt x="358" y="4145"/>
                  </a:cubicBezTo>
                  <a:lnTo>
                    <a:pt x="358" y="549"/>
                  </a:lnTo>
                  <a:cubicBezTo>
                    <a:pt x="358" y="310"/>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059;p73">
              <a:extLst>
                <a:ext uri="{FF2B5EF4-FFF2-40B4-BE49-F238E27FC236}">
                  <a16:creationId xmlns:a16="http://schemas.microsoft.com/office/drawing/2014/main" id="{660854B8-94FB-0281-BCEB-EED786E4BD48}"/>
                </a:ext>
              </a:extLst>
            </p:cNvPr>
            <p:cNvSpPr/>
            <p:nvPr/>
          </p:nvSpPr>
          <p:spPr>
            <a:xfrm>
              <a:off x="868893" y="3295294"/>
              <a:ext cx="12004" cy="115493"/>
            </a:xfrm>
            <a:custGeom>
              <a:avLst/>
              <a:gdLst/>
              <a:ahLst/>
              <a:cxnLst/>
              <a:rect l="l" t="t" r="r" b="b"/>
              <a:pathLst>
                <a:path w="359" h="3454" extrusionOk="0">
                  <a:moveTo>
                    <a:pt x="1" y="1"/>
                  </a:moveTo>
                  <a:lnTo>
                    <a:pt x="1" y="3263"/>
                  </a:lnTo>
                  <a:cubicBezTo>
                    <a:pt x="1" y="3359"/>
                    <a:pt x="96" y="3454"/>
                    <a:pt x="191" y="3454"/>
                  </a:cubicBezTo>
                  <a:cubicBezTo>
                    <a:pt x="263" y="3454"/>
                    <a:pt x="358" y="3359"/>
                    <a:pt x="358" y="3263"/>
                  </a:cubicBezTo>
                  <a:lnTo>
                    <a:pt x="358" y="525"/>
                  </a:lnTo>
                  <a:cubicBezTo>
                    <a:pt x="358" y="287"/>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060;p73">
              <a:extLst>
                <a:ext uri="{FF2B5EF4-FFF2-40B4-BE49-F238E27FC236}">
                  <a16:creationId xmlns:a16="http://schemas.microsoft.com/office/drawing/2014/main" id="{CD2FCFD4-487D-6E45-5CD6-48BB5F1A1992}"/>
                </a:ext>
              </a:extLst>
            </p:cNvPr>
            <p:cNvSpPr/>
            <p:nvPr/>
          </p:nvSpPr>
          <p:spPr>
            <a:xfrm>
              <a:off x="829873" y="3323180"/>
              <a:ext cx="12004" cy="86837"/>
            </a:xfrm>
            <a:custGeom>
              <a:avLst/>
              <a:gdLst/>
              <a:ahLst/>
              <a:cxnLst/>
              <a:rect l="l" t="t" r="r" b="b"/>
              <a:pathLst>
                <a:path w="359" h="2597" extrusionOk="0">
                  <a:moveTo>
                    <a:pt x="1" y="0"/>
                  </a:moveTo>
                  <a:lnTo>
                    <a:pt x="1" y="2406"/>
                  </a:lnTo>
                  <a:cubicBezTo>
                    <a:pt x="1" y="2501"/>
                    <a:pt x="96" y="2596"/>
                    <a:pt x="191" y="2596"/>
                  </a:cubicBezTo>
                  <a:cubicBezTo>
                    <a:pt x="287" y="2596"/>
                    <a:pt x="358" y="2501"/>
                    <a:pt x="358" y="2406"/>
                  </a:cubicBezTo>
                  <a:lnTo>
                    <a:pt x="358" y="572"/>
                  </a:lnTo>
                  <a:cubicBezTo>
                    <a:pt x="358" y="334"/>
                    <a:pt x="215" y="119"/>
                    <a:pt x="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061;p73">
              <a:extLst>
                <a:ext uri="{FF2B5EF4-FFF2-40B4-BE49-F238E27FC236}">
                  <a16:creationId xmlns:a16="http://schemas.microsoft.com/office/drawing/2014/main" id="{84D14190-6951-0B84-86A9-77E420C05E1B}"/>
                </a:ext>
              </a:extLst>
            </p:cNvPr>
            <p:cNvSpPr/>
            <p:nvPr/>
          </p:nvSpPr>
          <p:spPr>
            <a:xfrm>
              <a:off x="858561" y="3569608"/>
              <a:ext cx="60555" cy="58582"/>
            </a:xfrm>
            <a:custGeom>
              <a:avLst/>
              <a:gdLst/>
              <a:ahLst/>
              <a:cxnLst/>
              <a:rect l="l" t="t" r="r" b="b"/>
              <a:pathLst>
                <a:path w="1811" h="1752" extrusionOk="0">
                  <a:moveTo>
                    <a:pt x="221" y="1"/>
                  </a:moveTo>
                  <a:cubicBezTo>
                    <a:pt x="173" y="1"/>
                    <a:pt x="119" y="13"/>
                    <a:pt x="72" y="37"/>
                  </a:cubicBezTo>
                  <a:cubicBezTo>
                    <a:pt x="0" y="108"/>
                    <a:pt x="0" y="227"/>
                    <a:pt x="72" y="298"/>
                  </a:cubicBezTo>
                  <a:lnTo>
                    <a:pt x="643" y="870"/>
                  </a:lnTo>
                  <a:lnTo>
                    <a:pt x="72" y="1442"/>
                  </a:lnTo>
                  <a:cubicBezTo>
                    <a:pt x="0" y="1489"/>
                    <a:pt x="0" y="1608"/>
                    <a:pt x="72" y="1704"/>
                  </a:cubicBezTo>
                  <a:cubicBezTo>
                    <a:pt x="96" y="1727"/>
                    <a:pt x="167" y="1751"/>
                    <a:pt x="191" y="1751"/>
                  </a:cubicBezTo>
                  <a:cubicBezTo>
                    <a:pt x="262" y="1751"/>
                    <a:pt x="286" y="1727"/>
                    <a:pt x="310" y="1704"/>
                  </a:cubicBezTo>
                  <a:lnTo>
                    <a:pt x="881" y="1132"/>
                  </a:lnTo>
                  <a:lnTo>
                    <a:pt x="1453" y="1704"/>
                  </a:lnTo>
                  <a:cubicBezTo>
                    <a:pt x="1477" y="1727"/>
                    <a:pt x="1524" y="1751"/>
                    <a:pt x="1572" y="1751"/>
                  </a:cubicBezTo>
                  <a:cubicBezTo>
                    <a:pt x="1620" y="1751"/>
                    <a:pt x="1643" y="1727"/>
                    <a:pt x="1691" y="1704"/>
                  </a:cubicBezTo>
                  <a:cubicBezTo>
                    <a:pt x="1739" y="1632"/>
                    <a:pt x="1739" y="1513"/>
                    <a:pt x="1691" y="1442"/>
                  </a:cubicBezTo>
                  <a:lnTo>
                    <a:pt x="1167" y="870"/>
                  </a:lnTo>
                  <a:lnTo>
                    <a:pt x="1739" y="298"/>
                  </a:lnTo>
                  <a:cubicBezTo>
                    <a:pt x="1810" y="251"/>
                    <a:pt x="1810" y="132"/>
                    <a:pt x="1739" y="37"/>
                  </a:cubicBezTo>
                  <a:cubicBezTo>
                    <a:pt x="1715" y="13"/>
                    <a:pt x="1673" y="1"/>
                    <a:pt x="1626" y="1"/>
                  </a:cubicBezTo>
                  <a:cubicBezTo>
                    <a:pt x="1578" y="1"/>
                    <a:pt x="1524" y="13"/>
                    <a:pt x="1477" y="37"/>
                  </a:cubicBezTo>
                  <a:lnTo>
                    <a:pt x="905" y="608"/>
                  </a:lnTo>
                  <a:lnTo>
                    <a:pt x="334" y="37"/>
                  </a:lnTo>
                  <a:cubicBezTo>
                    <a:pt x="310" y="13"/>
                    <a:pt x="268" y="1"/>
                    <a:pt x="221" y="1"/>
                  </a:cubicBezTo>
                  <a:close/>
                </a:path>
              </a:pathLst>
            </a:custGeom>
            <a:solidFill>
              <a:srgbClr val="B73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3055;p73">
            <a:extLst>
              <a:ext uri="{FF2B5EF4-FFF2-40B4-BE49-F238E27FC236}">
                <a16:creationId xmlns:a16="http://schemas.microsoft.com/office/drawing/2014/main" id="{62E0B4AF-469D-3294-2AE0-5EA1B6F4BB71}"/>
              </a:ext>
            </a:extLst>
          </p:cNvPr>
          <p:cNvGrpSpPr/>
          <p:nvPr/>
        </p:nvGrpSpPr>
        <p:grpSpPr>
          <a:xfrm>
            <a:off x="3616953" y="1710443"/>
            <a:ext cx="230983" cy="401384"/>
            <a:chOff x="804394" y="3265034"/>
            <a:chExt cx="230983" cy="401384"/>
          </a:xfrm>
        </p:grpSpPr>
        <p:sp>
          <p:nvSpPr>
            <p:cNvPr id="50" name="Google Shape;3056;p73">
              <a:extLst>
                <a:ext uri="{FF2B5EF4-FFF2-40B4-BE49-F238E27FC236}">
                  <a16:creationId xmlns:a16="http://schemas.microsoft.com/office/drawing/2014/main" id="{C725B1F8-D218-5713-728C-85E5653A3C10}"/>
                </a:ext>
              </a:extLst>
            </p:cNvPr>
            <p:cNvSpPr/>
            <p:nvPr/>
          </p:nvSpPr>
          <p:spPr>
            <a:xfrm>
              <a:off x="804394" y="3265535"/>
              <a:ext cx="230184" cy="400882"/>
            </a:xfrm>
            <a:custGeom>
              <a:avLst/>
              <a:gdLst/>
              <a:ahLst/>
              <a:cxnLst/>
              <a:rect l="l" t="t" r="r" b="b"/>
              <a:pathLst>
                <a:path w="6884" h="11989" extrusionOk="0">
                  <a:moveTo>
                    <a:pt x="2951" y="0"/>
                  </a:moveTo>
                  <a:cubicBezTo>
                    <a:pt x="2930" y="0"/>
                    <a:pt x="2908" y="3"/>
                    <a:pt x="2882" y="10"/>
                  </a:cubicBezTo>
                  <a:cubicBezTo>
                    <a:pt x="2549" y="10"/>
                    <a:pt x="2311" y="295"/>
                    <a:pt x="2311" y="605"/>
                  </a:cubicBezTo>
                  <a:lnTo>
                    <a:pt x="2311" y="1486"/>
                  </a:lnTo>
                  <a:cubicBezTo>
                    <a:pt x="2311" y="1437"/>
                    <a:pt x="2307" y="1429"/>
                    <a:pt x="2299" y="1429"/>
                  </a:cubicBezTo>
                  <a:cubicBezTo>
                    <a:pt x="2294" y="1429"/>
                    <a:pt x="2288" y="1432"/>
                    <a:pt x="2281" y="1432"/>
                  </a:cubicBezTo>
                  <a:cubicBezTo>
                    <a:pt x="2270" y="1432"/>
                    <a:pt x="2256" y="1425"/>
                    <a:pt x="2239" y="1391"/>
                  </a:cubicBezTo>
                  <a:cubicBezTo>
                    <a:pt x="2168" y="1296"/>
                    <a:pt x="2073" y="962"/>
                    <a:pt x="1954" y="938"/>
                  </a:cubicBezTo>
                  <a:cubicBezTo>
                    <a:pt x="1903" y="922"/>
                    <a:pt x="1853" y="905"/>
                    <a:pt x="1794" y="905"/>
                  </a:cubicBezTo>
                  <a:cubicBezTo>
                    <a:pt x="1769" y="905"/>
                    <a:pt x="1743" y="908"/>
                    <a:pt x="1716" y="915"/>
                  </a:cubicBezTo>
                  <a:cubicBezTo>
                    <a:pt x="1406" y="915"/>
                    <a:pt x="1168" y="1177"/>
                    <a:pt x="1168" y="1510"/>
                  </a:cubicBezTo>
                  <a:lnTo>
                    <a:pt x="1168" y="2367"/>
                  </a:lnTo>
                  <a:cubicBezTo>
                    <a:pt x="1168" y="2224"/>
                    <a:pt x="1096" y="2320"/>
                    <a:pt x="1001" y="2224"/>
                  </a:cubicBezTo>
                  <a:cubicBezTo>
                    <a:pt x="953" y="2153"/>
                    <a:pt x="882" y="1867"/>
                    <a:pt x="787" y="1843"/>
                  </a:cubicBezTo>
                  <a:cubicBezTo>
                    <a:pt x="734" y="1808"/>
                    <a:pt x="682" y="1786"/>
                    <a:pt x="630" y="1786"/>
                  </a:cubicBezTo>
                  <a:cubicBezTo>
                    <a:pt x="611" y="1786"/>
                    <a:pt x="592" y="1789"/>
                    <a:pt x="572" y="1796"/>
                  </a:cubicBezTo>
                  <a:cubicBezTo>
                    <a:pt x="239" y="1796"/>
                    <a:pt x="1" y="2081"/>
                    <a:pt x="1" y="2391"/>
                  </a:cubicBezTo>
                  <a:lnTo>
                    <a:pt x="1" y="7130"/>
                  </a:lnTo>
                  <a:cubicBezTo>
                    <a:pt x="1" y="7368"/>
                    <a:pt x="120" y="7583"/>
                    <a:pt x="287" y="7725"/>
                  </a:cubicBezTo>
                  <a:lnTo>
                    <a:pt x="787" y="8083"/>
                  </a:lnTo>
                  <a:cubicBezTo>
                    <a:pt x="858" y="8154"/>
                    <a:pt x="882" y="8202"/>
                    <a:pt x="882" y="8297"/>
                  </a:cubicBezTo>
                  <a:lnTo>
                    <a:pt x="882" y="11798"/>
                  </a:lnTo>
                  <a:cubicBezTo>
                    <a:pt x="882" y="11893"/>
                    <a:pt x="977" y="11988"/>
                    <a:pt x="1073" y="11988"/>
                  </a:cubicBezTo>
                  <a:lnTo>
                    <a:pt x="3263" y="11988"/>
                  </a:lnTo>
                  <a:lnTo>
                    <a:pt x="4002" y="11964"/>
                  </a:lnTo>
                  <a:cubicBezTo>
                    <a:pt x="4097" y="11964"/>
                    <a:pt x="4192" y="11893"/>
                    <a:pt x="4192" y="11798"/>
                  </a:cubicBezTo>
                  <a:lnTo>
                    <a:pt x="4192" y="8321"/>
                  </a:lnTo>
                  <a:cubicBezTo>
                    <a:pt x="4192" y="8226"/>
                    <a:pt x="4216" y="8178"/>
                    <a:pt x="4311" y="8107"/>
                  </a:cubicBezTo>
                  <a:lnTo>
                    <a:pt x="6717" y="6368"/>
                  </a:lnTo>
                  <a:cubicBezTo>
                    <a:pt x="6836" y="6297"/>
                    <a:pt x="6883" y="6154"/>
                    <a:pt x="6836" y="6035"/>
                  </a:cubicBezTo>
                  <a:cubicBezTo>
                    <a:pt x="6781" y="5760"/>
                    <a:pt x="6557" y="5612"/>
                    <a:pt x="6306" y="5612"/>
                  </a:cubicBezTo>
                  <a:cubicBezTo>
                    <a:pt x="6230" y="5612"/>
                    <a:pt x="6151" y="5626"/>
                    <a:pt x="6074" y="5654"/>
                  </a:cubicBezTo>
                  <a:lnTo>
                    <a:pt x="5859" y="5701"/>
                  </a:lnTo>
                  <a:lnTo>
                    <a:pt x="4788" y="6130"/>
                  </a:lnTo>
                  <a:cubicBezTo>
                    <a:pt x="4775" y="6133"/>
                    <a:pt x="4763" y="6135"/>
                    <a:pt x="4752" y="6135"/>
                  </a:cubicBezTo>
                  <a:cubicBezTo>
                    <a:pt x="4680" y="6135"/>
                    <a:pt x="4645" y="6073"/>
                    <a:pt x="4645" y="6011"/>
                  </a:cubicBezTo>
                  <a:lnTo>
                    <a:pt x="4645" y="1462"/>
                  </a:lnTo>
                  <a:cubicBezTo>
                    <a:pt x="4645" y="1129"/>
                    <a:pt x="4407" y="867"/>
                    <a:pt x="4073" y="867"/>
                  </a:cubicBezTo>
                  <a:cubicBezTo>
                    <a:pt x="3740" y="867"/>
                    <a:pt x="3478" y="1129"/>
                    <a:pt x="3478" y="1462"/>
                  </a:cubicBezTo>
                  <a:lnTo>
                    <a:pt x="3240" y="581"/>
                  </a:lnTo>
                  <a:cubicBezTo>
                    <a:pt x="3240" y="343"/>
                    <a:pt x="3335" y="153"/>
                    <a:pt x="3121" y="57"/>
                  </a:cubicBezTo>
                  <a:cubicBezTo>
                    <a:pt x="3051" y="22"/>
                    <a:pt x="3007" y="0"/>
                    <a:pt x="295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057;p73">
              <a:extLst>
                <a:ext uri="{FF2B5EF4-FFF2-40B4-BE49-F238E27FC236}">
                  <a16:creationId xmlns:a16="http://schemas.microsoft.com/office/drawing/2014/main" id="{AFB11884-6D06-AE90-B15E-A6CE4389D0DB}"/>
                </a:ext>
              </a:extLst>
            </p:cNvPr>
            <p:cNvSpPr/>
            <p:nvPr/>
          </p:nvSpPr>
          <p:spPr>
            <a:xfrm>
              <a:off x="913498" y="3452179"/>
              <a:ext cx="121880" cy="209453"/>
            </a:xfrm>
            <a:custGeom>
              <a:avLst/>
              <a:gdLst/>
              <a:ahLst/>
              <a:cxnLst/>
              <a:rect l="l" t="t" r="r" b="b"/>
              <a:pathLst>
                <a:path w="3645" h="6264" extrusionOk="0">
                  <a:moveTo>
                    <a:pt x="3025" y="0"/>
                  </a:moveTo>
                  <a:cubicBezTo>
                    <a:pt x="2953" y="0"/>
                    <a:pt x="2858" y="0"/>
                    <a:pt x="2811" y="48"/>
                  </a:cubicBezTo>
                  <a:lnTo>
                    <a:pt x="2596" y="119"/>
                  </a:lnTo>
                  <a:cubicBezTo>
                    <a:pt x="2715" y="191"/>
                    <a:pt x="2811" y="310"/>
                    <a:pt x="2834" y="453"/>
                  </a:cubicBezTo>
                  <a:cubicBezTo>
                    <a:pt x="2858" y="572"/>
                    <a:pt x="2834" y="715"/>
                    <a:pt x="2715" y="786"/>
                  </a:cubicBezTo>
                  <a:lnTo>
                    <a:pt x="310" y="2382"/>
                  </a:lnTo>
                  <a:cubicBezTo>
                    <a:pt x="215" y="2453"/>
                    <a:pt x="191" y="2501"/>
                    <a:pt x="191" y="2596"/>
                  </a:cubicBezTo>
                  <a:lnTo>
                    <a:pt x="191" y="6073"/>
                  </a:lnTo>
                  <a:cubicBezTo>
                    <a:pt x="191" y="6168"/>
                    <a:pt x="96" y="6263"/>
                    <a:pt x="0" y="6263"/>
                  </a:cubicBezTo>
                  <a:lnTo>
                    <a:pt x="786" y="6263"/>
                  </a:lnTo>
                  <a:cubicBezTo>
                    <a:pt x="882" y="6263"/>
                    <a:pt x="953" y="6168"/>
                    <a:pt x="953" y="6073"/>
                  </a:cubicBezTo>
                  <a:lnTo>
                    <a:pt x="953" y="2596"/>
                  </a:lnTo>
                  <a:cubicBezTo>
                    <a:pt x="953" y="2501"/>
                    <a:pt x="1024" y="2429"/>
                    <a:pt x="1072" y="2382"/>
                  </a:cubicBezTo>
                  <a:lnTo>
                    <a:pt x="3501" y="786"/>
                  </a:lnTo>
                  <a:cubicBezTo>
                    <a:pt x="3573" y="691"/>
                    <a:pt x="3644" y="572"/>
                    <a:pt x="3620" y="453"/>
                  </a:cubicBezTo>
                  <a:cubicBezTo>
                    <a:pt x="3525" y="191"/>
                    <a:pt x="3287" y="0"/>
                    <a:pt x="302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058;p73">
              <a:extLst>
                <a:ext uri="{FF2B5EF4-FFF2-40B4-BE49-F238E27FC236}">
                  <a16:creationId xmlns:a16="http://schemas.microsoft.com/office/drawing/2014/main" id="{6B8F243C-37E0-4F46-2038-48FAB8190932}"/>
                </a:ext>
              </a:extLst>
            </p:cNvPr>
            <p:cNvSpPr/>
            <p:nvPr/>
          </p:nvSpPr>
          <p:spPr>
            <a:xfrm>
              <a:off x="907914" y="3265034"/>
              <a:ext cx="11971" cy="144985"/>
            </a:xfrm>
            <a:custGeom>
              <a:avLst/>
              <a:gdLst/>
              <a:ahLst/>
              <a:cxnLst/>
              <a:rect l="l" t="t" r="r" b="b"/>
              <a:pathLst>
                <a:path w="358" h="4336" extrusionOk="0">
                  <a:moveTo>
                    <a:pt x="1" y="1"/>
                  </a:moveTo>
                  <a:lnTo>
                    <a:pt x="1" y="4145"/>
                  </a:lnTo>
                  <a:cubicBezTo>
                    <a:pt x="1" y="4240"/>
                    <a:pt x="96" y="4335"/>
                    <a:pt x="167" y="4335"/>
                  </a:cubicBezTo>
                  <a:cubicBezTo>
                    <a:pt x="263" y="4335"/>
                    <a:pt x="358" y="4240"/>
                    <a:pt x="358" y="4145"/>
                  </a:cubicBezTo>
                  <a:lnTo>
                    <a:pt x="358" y="549"/>
                  </a:lnTo>
                  <a:cubicBezTo>
                    <a:pt x="358" y="310"/>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059;p73">
              <a:extLst>
                <a:ext uri="{FF2B5EF4-FFF2-40B4-BE49-F238E27FC236}">
                  <a16:creationId xmlns:a16="http://schemas.microsoft.com/office/drawing/2014/main" id="{EA5BA2DF-4E80-E479-4220-8C273AAFCDEA}"/>
                </a:ext>
              </a:extLst>
            </p:cNvPr>
            <p:cNvSpPr/>
            <p:nvPr/>
          </p:nvSpPr>
          <p:spPr>
            <a:xfrm>
              <a:off x="868893" y="3295294"/>
              <a:ext cx="12004" cy="115493"/>
            </a:xfrm>
            <a:custGeom>
              <a:avLst/>
              <a:gdLst/>
              <a:ahLst/>
              <a:cxnLst/>
              <a:rect l="l" t="t" r="r" b="b"/>
              <a:pathLst>
                <a:path w="359" h="3454" extrusionOk="0">
                  <a:moveTo>
                    <a:pt x="1" y="1"/>
                  </a:moveTo>
                  <a:lnTo>
                    <a:pt x="1" y="3263"/>
                  </a:lnTo>
                  <a:cubicBezTo>
                    <a:pt x="1" y="3359"/>
                    <a:pt x="96" y="3454"/>
                    <a:pt x="191" y="3454"/>
                  </a:cubicBezTo>
                  <a:cubicBezTo>
                    <a:pt x="263" y="3454"/>
                    <a:pt x="358" y="3359"/>
                    <a:pt x="358" y="3263"/>
                  </a:cubicBezTo>
                  <a:lnTo>
                    <a:pt x="358" y="525"/>
                  </a:lnTo>
                  <a:cubicBezTo>
                    <a:pt x="358" y="287"/>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060;p73">
              <a:extLst>
                <a:ext uri="{FF2B5EF4-FFF2-40B4-BE49-F238E27FC236}">
                  <a16:creationId xmlns:a16="http://schemas.microsoft.com/office/drawing/2014/main" id="{4E1DA8CD-3301-33C6-D40B-69EE1E1E1A84}"/>
                </a:ext>
              </a:extLst>
            </p:cNvPr>
            <p:cNvSpPr/>
            <p:nvPr/>
          </p:nvSpPr>
          <p:spPr>
            <a:xfrm>
              <a:off x="829873" y="3323180"/>
              <a:ext cx="12004" cy="86837"/>
            </a:xfrm>
            <a:custGeom>
              <a:avLst/>
              <a:gdLst/>
              <a:ahLst/>
              <a:cxnLst/>
              <a:rect l="l" t="t" r="r" b="b"/>
              <a:pathLst>
                <a:path w="359" h="2597" extrusionOk="0">
                  <a:moveTo>
                    <a:pt x="1" y="0"/>
                  </a:moveTo>
                  <a:lnTo>
                    <a:pt x="1" y="2406"/>
                  </a:lnTo>
                  <a:cubicBezTo>
                    <a:pt x="1" y="2501"/>
                    <a:pt x="96" y="2596"/>
                    <a:pt x="191" y="2596"/>
                  </a:cubicBezTo>
                  <a:cubicBezTo>
                    <a:pt x="287" y="2596"/>
                    <a:pt x="358" y="2501"/>
                    <a:pt x="358" y="2406"/>
                  </a:cubicBezTo>
                  <a:lnTo>
                    <a:pt x="358" y="572"/>
                  </a:lnTo>
                  <a:cubicBezTo>
                    <a:pt x="358" y="334"/>
                    <a:pt x="215" y="119"/>
                    <a:pt x="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061;p73">
              <a:extLst>
                <a:ext uri="{FF2B5EF4-FFF2-40B4-BE49-F238E27FC236}">
                  <a16:creationId xmlns:a16="http://schemas.microsoft.com/office/drawing/2014/main" id="{14552535-8A1B-B894-2083-9C86D6641A3B}"/>
                </a:ext>
              </a:extLst>
            </p:cNvPr>
            <p:cNvSpPr/>
            <p:nvPr/>
          </p:nvSpPr>
          <p:spPr>
            <a:xfrm>
              <a:off x="858561" y="3569608"/>
              <a:ext cx="60555" cy="58582"/>
            </a:xfrm>
            <a:custGeom>
              <a:avLst/>
              <a:gdLst/>
              <a:ahLst/>
              <a:cxnLst/>
              <a:rect l="l" t="t" r="r" b="b"/>
              <a:pathLst>
                <a:path w="1811" h="1752" extrusionOk="0">
                  <a:moveTo>
                    <a:pt x="221" y="1"/>
                  </a:moveTo>
                  <a:cubicBezTo>
                    <a:pt x="173" y="1"/>
                    <a:pt x="119" y="13"/>
                    <a:pt x="72" y="37"/>
                  </a:cubicBezTo>
                  <a:cubicBezTo>
                    <a:pt x="0" y="108"/>
                    <a:pt x="0" y="227"/>
                    <a:pt x="72" y="298"/>
                  </a:cubicBezTo>
                  <a:lnTo>
                    <a:pt x="643" y="870"/>
                  </a:lnTo>
                  <a:lnTo>
                    <a:pt x="72" y="1442"/>
                  </a:lnTo>
                  <a:cubicBezTo>
                    <a:pt x="0" y="1489"/>
                    <a:pt x="0" y="1608"/>
                    <a:pt x="72" y="1704"/>
                  </a:cubicBezTo>
                  <a:cubicBezTo>
                    <a:pt x="96" y="1727"/>
                    <a:pt x="167" y="1751"/>
                    <a:pt x="191" y="1751"/>
                  </a:cubicBezTo>
                  <a:cubicBezTo>
                    <a:pt x="262" y="1751"/>
                    <a:pt x="286" y="1727"/>
                    <a:pt x="310" y="1704"/>
                  </a:cubicBezTo>
                  <a:lnTo>
                    <a:pt x="881" y="1132"/>
                  </a:lnTo>
                  <a:lnTo>
                    <a:pt x="1453" y="1704"/>
                  </a:lnTo>
                  <a:cubicBezTo>
                    <a:pt x="1477" y="1727"/>
                    <a:pt x="1524" y="1751"/>
                    <a:pt x="1572" y="1751"/>
                  </a:cubicBezTo>
                  <a:cubicBezTo>
                    <a:pt x="1620" y="1751"/>
                    <a:pt x="1643" y="1727"/>
                    <a:pt x="1691" y="1704"/>
                  </a:cubicBezTo>
                  <a:cubicBezTo>
                    <a:pt x="1739" y="1632"/>
                    <a:pt x="1739" y="1513"/>
                    <a:pt x="1691" y="1442"/>
                  </a:cubicBezTo>
                  <a:lnTo>
                    <a:pt x="1167" y="870"/>
                  </a:lnTo>
                  <a:lnTo>
                    <a:pt x="1739" y="298"/>
                  </a:lnTo>
                  <a:cubicBezTo>
                    <a:pt x="1810" y="251"/>
                    <a:pt x="1810" y="132"/>
                    <a:pt x="1739" y="37"/>
                  </a:cubicBezTo>
                  <a:cubicBezTo>
                    <a:pt x="1715" y="13"/>
                    <a:pt x="1673" y="1"/>
                    <a:pt x="1626" y="1"/>
                  </a:cubicBezTo>
                  <a:cubicBezTo>
                    <a:pt x="1578" y="1"/>
                    <a:pt x="1524" y="13"/>
                    <a:pt x="1477" y="37"/>
                  </a:cubicBezTo>
                  <a:lnTo>
                    <a:pt x="905" y="608"/>
                  </a:lnTo>
                  <a:lnTo>
                    <a:pt x="334" y="37"/>
                  </a:lnTo>
                  <a:cubicBezTo>
                    <a:pt x="310" y="13"/>
                    <a:pt x="268" y="1"/>
                    <a:pt x="221" y="1"/>
                  </a:cubicBezTo>
                  <a:close/>
                </a:path>
              </a:pathLst>
            </a:custGeom>
            <a:solidFill>
              <a:srgbClr val="B73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Shape 2672"/>
        <p:cNvGrpSpPr/>
        <p:nvPr/>
      </p:nvGrpSpPr>
      <p:grpSpPr>
        <a:xfrm>
          <a:off x="0" y="0"/>
          <a:ext cx="0" cy="0"/>
          <a:chOff x="0" y="0"/>
          <a:chExt cx="0" cy="0"/>
        </a:xfrm>
      </p:grpSpPr>
      <p:sp>
        <p:nvSpPr>
          <p:cNvPr id="2673" name="Google Shape;2673;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Supporting Loved One</a:t>
            </a:r>
            <a:endParaRPr dirty="0"/>
          </a:p>
        </p:txBody>
      </p:sp>
      <p:grpSp>
        <p:nvGrpSpPr>
          <p:cNvPr id="2674" name="Google Shape;2674;p66"/>
          <p:cNvGrpSpPr/>
          <p:nvPr/>
        </p:nvGrpSpPr>
        <p:grpSpPr>
          <a:xfrm>
            <a:off x="5081834" y="1645069"/>
            <a:ext cx="666000" cy="666000"/>
            <a:chOff x="5505375" y="2467763"/>
            <a:chExt cx="666000" cy="666000"/>
          </a:xfrm>
        </p:grpSpPr>
        <p:sp>
          <p:nvSpPr>
            <p:cNvPr id="2675" name="Google Shape;2675;p66"/>
            <p:cNvSpPr/>
            <p:nvPr/>
          </p:nvSpPr>
          <p:spPr>
            <a:xfrm>
              <a:off x="5505375" y="2467763"/>
              <a:ext cx="666000" cy="66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76" name="Google Shape;2676;p66"/>
            <p:cNvGrpSpPr/>
            <p:nvPr/>
          </p:nvGrpSpPr>
          <p:grpSpPr>
            <a:xfrm>
              <a:off x="5722882" y="2600076"/>
              <a:ext cx="230983" cy="401384"/>
              <a:chOff x="804394" y="3265034"/>
              <a:chExt cx="230983" cy="401384"/>
            </a:xfrm>
          </p:grpSpPr>
          <p:sp>
            <p:nvSpPr>
              <p:cNvPr id="2677" name="Google Shape;2677;p66"/>
              <p:cNvSpPr/>
              <p:nvPr/>
            </p:nvSpPr>
            <p:spPr>
              <a:xfrm>
                <a:off x="804394" y="3265535"/>
                <a:ext cx="230184" cy="400882"/>
              </a:xfrm>
              <a:custGeom>
                <a:avLst/>
                <a:gdLst/>
                <a:ahLst/>
                <a:cxnLst/>
                <a:rect l="l" t="t" r="r" b="b"/>
                <a:pathLst>
                  <a:path w="6884" h="11989" extrusionOk="0">
                    <a:moveTo>
                      <a:pt x="2951" y="0"/>
                    </a:moveTo>
                    <a:cubicBezTo>
                      <a:pt x="2930" y="0"/>
                      <a:pt x="2908" y="3"/>
                      <a:pt x="2882" y="10"/>
                    </a:cubicBezTo>
                    <a:cubicBezTo>
                      <a:pt x="2549" y="10"/>
                      <a:pt x="2311" y="295"/>
                      <a:pt x="2311" y="605"/>
                    </a:cubicBezTo>
                    <a:lnTo>
                      <a:pt x="2311" y="1486"/>
                    </a:lnTo>
                    <a:cubicBezTo>
                      <a:pt x="2311" y="1437"/>
                      <a:pt x="2307" y="1429"/>
                      <a:pt x="2299" y="1429"/>
                    </a:cubicBezTo>
                    <a:cubicBezTo>
                      <a:pt x="2294" y="1429"/>
                      <a:pt x="2288" y="1432"/>
                      <a:pt x="2281" y="1432"/>
                    </a:cubicBezTo>
                    <a:cubicBezTo>
                      <a:pt x="2270" y="1432"/>
                      <a:pt x="2256" y="1425"/>
                      <a:pt x="2239" y="1391"/>
                    </a:cubicBezTo>
                    <a:cubicBezTo>
                      <a:pt x="2168" y="1296"/>
                      <a:pt x="2073" y="962"/>
                      <a:pt x="1954" y="938"/>
                    </a:cubicBezTo>
                    <a:cubicBezTo>
                      <a:pt x="1903" y="922"/>
                      <a:pt x="1853" y="905"/>
                      <a:pt x="1794" y="905"/>
                    </a:cubicBezTo>
                    <a:cubicBezTo>
                      <a:pt x="1769" y="905"/>
                      <a:pt x="1743" y="908"/>
                      <a:pt x="1716" y="915"/>
                    </a:cubicBezTo>
                    <a:cubicBezTo>
                      <a:pt x="1406" y="915"/>
                      <a:pt x="1168" y="1177"/>
                      <a:pt x="1168" y="1510"/>
                    </a:cubicBezTo>
                    <a:lnTo>
                      <a:pt x="1168" y="2367"/>
                    </a:lnTo>
                    <a:cubicBezTo>
                      <a:pt x="1168" y="2224"/>
                      <a:pt x="1096" y="2320"/>
                      <a:pt x="1001" y="2224"/>
                    </a:cubicBezTo>
                    <a:cubicBezTo>
                      <a:pt x="953" y="2153"/>
                      <a:pt x="882" y="1867"/>
                      <a:pt x="787" y="1843"/>
                    </a:cubicBezTo>
                    <a:cubicBezTo>
                      <a:pt x="734" y="1808"/>
                      <a:pt x="682" y="1786"/>
                      <a:pt x="630" y="1786"/>
                    </a:cubicBezTo>
                    <a:cubicBezTo>
                      <a:pt x="611" y="1786"/>
                      <a:pt x="592" y="1789"/>
                      <a:pt x="572" y="1796"/>
                    </a:cubicBezTo>
                    <a:cubicBezTo>
                      <a:pt x="239" y="1796"/>
                      <a:pt x="1" y="2081"/>
                      <a:pt x="1" y="2391"/>
                    </a:cubicBezTo>
                    <a:lnTo>
                      <a:pt x="1" y="7130"/>
                    </a:lnTo>
                    <a:cubicBezTo>
                      <a:pt x="1" y="7368"/>
                      <a:pt x="120" y="7583"/>
                      <a:pt x="287" y="7725"/>
                    </a:cubicBezTo>
                    <a:lnTo>
                      <a:pt x="787" y="8083"/>
                    </a:lnTo>
                    <a:cubicBezTo>
                      <a:pt x="858" y="8154"/>
                      <a:pt x="882" y="8202"/>
                      <a:pt x="882" y="8297"/>
                    </a:cubicBezTo>
                    <a:lnTo>
                      <a:pt x="882" y="11798"/>
                    </a:lnTo>
                    <a:cubicBezTo>
                      <a:pt x="882" y="11893"/>
                      <a:pt x="977" y="11988"/>
                      <a:pt x="1073" y="11988"/>
                    </a:cubicBezTo>
                    <a:lnTo>
                      <a:pt x="3263" y="11988"/>
                    </a:lnTo>
                    <a:lnTo>
                      <a:pt x="4002" y="11964"/>
                    </a:lnTo>
                    <a:cubicBezTo>
                      <a:pt x="4097" y="11964"/>
                      <a:pt x="4192" y="11893"/>
                      <a:pt x="4192" y="11798"/>
                    </a:cubicBezTo>
                    <a:lnTo>
                      <a:pt x="4192" y="8321"/>
                    </a:lnTo>
                    <a:cubicBezTo>
                      <a:pt x="4192" y="8226"/>
                      <a:pt x="4216" y="8178"/>
                      <a:pt x="4311" y="8107"/>
                    </a:cubicBezTo>
                    <a:lnTo>
                      <a:pt x="6717" y="6368"/>
                    </a:lnTo>
                    <a:cubicBezTo>
                      <a:pt x="6836" y="6297"/>
                      <a:pt x="6883" y="6154"/>
                      <a:pt x="6836" y="6035"/>
                    </a:cubicBezTo>
                    <a:cubicBezTo>
                      <a:pt x="6781" y="5760"/>
                      <a:pt x="6557" y="5612"/>
                      <a:pt x="6306" y="5612"/>
                    </a:cubicBezTo>
                    <a:cubicBezTo>
                      <a:pt x="6230" y="5612"/>
                      <a:pt x="6151" y="5626"/>
                      <a:pt x="6074" y="5654"/>
                    </a:cubicBezTo>
                    <a:lnTo>
                      <a:pt x="5859" y="5701"/>
                    </a:lnTo>
                    <a:lnTo>
                      <a:pt x="4788" y="6130"/>
                    </a:lnTo>
                    <a:cubicBezTo>
                      <a:pt x="4775" y="6133"/>
                      <a:pt x="4763" y="6135"/>
                      <a:pt x="4752" y="6135"/>
                    </a:cubicBezTo>
                    <a:cubicBezTo>
                      <a:pt x="4680" y="6135"/>
                      <a:pt x="4645" y="6073"/>
                      <a:pt x="4645" y="6011"/>
                    </a:cubicBezTo>
                    <a:lnTo>
                      <a:pt x="4645" y="1462"/>
                    </a:lnTo>
                    <a:cubicBezTo>
                      <a:pt x="4645" y="1129"/>
                      <a:pt x="4407" y="867"/>
                      <a:pt x="4073" y="867"/>
                    </a:cubicBezTo>
                    <a:cubicBezTo>
                      <a:pt x="3740" y="867"/>
                      <a:pt x="3478" y="1129"/>
                      <a:pt x="3478" y="1462"/>
                    </a:cubicBezTo>
                    <a:lnTo>
                      <a:pt x="3240" y="581"/>
                    </a:lnTo>
                    <a:cubicBezTo>
                      <a:pt x="3240" y="343"/>
                      <a:pt x="3335" y="153"/>
                      <a:pt x="3121" y="57"/>
                    </a:cubicBezTo>
                    <a:cubicBezTo>
                      <a:pt x="3051" y="22"/>
                      <a:pt x="3007" y="0"/>
                      <a:pt x="295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66"/>
              <p:cNvSpPr/>
              <p:nvPr/>
            </p:nvSpPr>
            <p:spPr>
              <a:xfrm>
                <a:off x="913498" y="3452179"/>
                <a:ext cx="121880" cy="209453"/>
              </a:xfrm>
              <a:custGeom>
                <a:avLst/>
                <a:gdLst/>
                <a:ahLst/>
                <a:cxnLst/>
                <a:rect l="l" t="t" r="r" b="b"/>
                <a:pathLst>
                  <a:path w="3645" h="6264" extrusionOk="0">
                    <a:moveTo>
                      <a:pt x="3025" y="0"/>
                    </a:moveTo>
                    <a:cubicBezTo>
                      <a:pt x="2953" y="0"/>
                      <a:pt x="2858" y="0"/>
                      <a:pt x="2811" y="48"/>
                    </a:cubicBezTo>
                    <a:lnTo>
                      <a:pt x="2596" y="119"/>
                    </a:lnTo>
                    <a:cubicBezTo>
                      <a:pt x="2715" y="191"/>
                      <a:pt x="2811" y="310"/>
                      <a:pt x="2834" y="453"/>
                    </a:cubicBezTo>
                    <a:cubicBezTo>
                      <a:pt x="2858" y="572"/>
                      <a:pt x="2834" y="715"/>
                      <a:pt x="2715" y="786"/>
                    </a:cubicBezTo>
                    <a:lnTo>
                      <a:pt x="310" y="2382"/>
                    </a:lnTo>
                    <a:cubicBezTo>
                      <a:pt x="215" y="2453"/>
                      <a:pt x="191" y="2501"/>
                      <a:pt x="191" y="2596"/>
                    </a:cubicBezTo>
                    <a:lnTo>
                      <a:pt x="191" y="6073"/>
                    </a:lnTo>
                    <a:cubicBezTo>
                      <a:pt x="191" y="6168"/>
                      <a:pt x="96" y="6263"/>
                      <a:pt x="0" y="6263"/>
                    </a:cubicBezTo>
                    <a:lnTo>
                      <a:pt x="786" y="6263"/>
                    </a:lnTo>
                    <a:cubicBezTo>
                      <a:pt x="882" y="6263"/>
                      <a:pt x="953" y="6168"/>
                      <a:pt x="953" y="6073"/>
                    </a:cubicBezTo>
                    <a:lnTo>
                      <a:pt x="953" y="2596"/>
                    </a:lnTo>
                    <a:cubicBezTo>
                      <a:pt x="953" y="2501"/>
                      <a:pt x="1024" y="2429"/>
                      <a:pt x="1072" y="2382"/>
                    </a:cubicBezTo>
                    <a:lnTo>
                      <a:pt x="3501" y="786"/>
                    </a:lnTo>
                    <a:cubicBezTo>
                      <a:pt x="3573" y="691"/>
                      <a:pt x="3644" y="572"/>
                      <a:pt x="3620" y="453"/>
                    </a:cubicBezTo>
                    <a:cubicBezTo>
                      <a:pt x="3525" y="191"/>
                      <a:pt x="3287" y="0"/>
                      <a:pt x="3025"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66"/>
              <p:cNvSpPr/>
              <p:nvPr/>
            </p:nvSpPr>
            <p:spPr>
              <a:xfrm>
                <a:off x="907914" y="3265034"/>
                <a:ext cx="11971" cy="144985"/>
              </a:xfrm>
              <a:custGeom>
                <a:avLst/>
                <a:gdLst/>
                <a:ahLst/>
                <a:cxnLst/>
                <a:rect l="l" t="t" r="r" b="b"/>
                <a:pathLst>
                  <a:path w="358" h="4336" extrusionOk="0">
                    <a:moveTo>
                      <a:pt x="1" y="1"/>
                    </a:moveTo>
                    <a:lnTo>
                      <a:pt x="1" y="4145"/>
                    </a:lnTo>
                    <a:cubicBezTo>
                      <a:pt x="1" y="4240"/>
                      <a:pt x="96" y="4335"/>
                      <a:pt x="167" y="4335"/>
                    </a:cubicBezTo>
                    <a:cubicBezTo>
                      <a:pt x="263" y="4335"/>
                      <a:pt x="358" y="4240"/>
                      <a:pt x="358" y="4145"/>
                    </a:cubicBezTo>
                    <a:lnTo>
                      <a:pt x="358" y="549"/>
                    </a:lnTo>
                    <a:cubicBezTo>
                      <a:pt x="358" y="310"/>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66"/>
              <p:cNvSpPr/>
              <p:nvPr/>
            </p:nvSpPr>
            <p:spPr>
              <a:xfrm>
                <a:off x="868893" y="3295294"/>
                <a:ext cx="12004" cy="115493"/>
              </a:xfrm>
              <a:custGeom>
                <a:avLst/>
                <a:gdLst/>
                <a:ahLst/>
                <a:cxnLst/>
                <a:rect l="l" t="t" r="r" b="b"/>
                <a:pathLst>
                  <a:path w="359" h="3454" extrusionOk="0">
                    <a:moveTo>
                      <a:pt x="1" y="1"/>
                    </a:moveTo>
                    <a:lnTo>
                      <a:pt x="1" y="3263"/>
                    </a:lnTo>
                    <a:cubicBezTo>
                      <a:pt x="1" y="3359"/>
                      <a:pt x="96" y="3454"/>
                      <a:pt x="191" y="3454"/>
                    </a:cubicBezTo>
                    <a:cubicBezTo>
                      <a:pt x="263" y="3454"/>
                      <a:pt x="358" y="3359"/>
                      <a:pt x="358" y="3263"/>
                    </a:cubicBezTo>
                    <a:lnTo>
                      <a:pt x="358" y="525"/>
                    </a:lnTo>
                    <a:cubicBezTo>
                      <a:pt x="358" y="287"/>
                      <a:pt x="215" y="96"/>
                      <a:pt x="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66"/>
              <p:cNvSpPr/>
              <p:nvPr/>
            </p:nvSpPr>
            <p:spPr>
              <a:xfrm>
                <a:off x="829873" y="3323180"/>
                <a:ext cx="12004" cy="86837"/>
              </a:xfrm>
              <a:custGeom>
                <a:avLst/>
                <a:gdLst/>
                <a:ahLst/>
                <a:cxnLst/>
                <a:rect l="l" t="t" r="r" b="b"/>
                <a:pathLst>
                  <a:path w="359" h="2597" extrusionOk="0">
                    <a:moveTo>
                      <a:pt x="1" y="0"/>
                    </a:moveTo>
                    <a:lnTo>
                      <a:pt x="1" y="2406"/>
                    </a:lnTo>
                    <a:cubicBezTo>
                      <a:pt x="1" y="2501"/>
                      <a:pt x="96" y="2596"/>
                      <a:pt x="191" y="2596"/>
                    </a:cubicBezTo>
                    <a:cubicBezTo>
                      <a:pt x="287" y="2596"/>
                      <a:pt x="358" y="2501"/>
                      <a:pt x="358" y="2406"/>
                    </a:cubicBezTo>
                    <a:lnTo>
                      <a:pt x="358" y="572"/>
                    </a:lnTo>
                    <a:cubicBezTo>
                      <a:pt x="358" y="334"/>
                      <a:pt x="215" y="119"/>
                      <a:pt x="1"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66"/>
              <p:cNvSpPr/>
              <p:nvPr/>
            </p:nvSpPr>
            <p:spPr>
              <a:xfrm>
                <a:off x="858561" y="3569608"/>
                <a:ext cx="60555" cy="58582"/>
              </a:xfrm>
              <a:custGeom>
                <a:avLst/>
                <a:gdLst/>
                <a:ahLst/>
                <a:cxnLst/>
                <a:rect l="l" t="t" r="r" b="b"/>
                <a:pathLst>
                  <a:path w="1811" h="1752" extrusionOk="0">
                    <a:moveTo>
                      <a:pt x="221" y="1"/>
                    </a:moveTo>
                    <a:cubicBezTo>
                      <a:pt x="173" y="1"/>
                      <a:pt x="119" y="13"/>
                      <a:pt x="72" y="37"/>
                    </a:cubicBezTo>
                    <a:cubicBezTo>
                      <a:pt x="0" y="108"/>
                      <a:pt x="0" y="227"/>
                      <a:pt x="72" y="298"/>
                    </a:cubicBezTo>
                    <a:lnTo>
                      <a:pt x="643" y="870"/>
                    </a:lnTo>
                    <a:lnTo>
                      <a:pt x="72" y="1442"/>
                    </a:lnTo>
                    <a:cubicBezTo>
                      <a:pt x="0" y="1489"/>
                      <a:pt x="0" y="1608"/>
                      <a:pt x="72" y="1704"/>
                    </a:cubicBezTo>
                    <a:cubicBezTo>
                      <a:pt x="96" y="1727"/>
                      <a:pt x="167" y="1751"/>
                      <a:pt x="191" y="1751"/>
                    </a:cubicBezTo>
                    <a:cubicBezTo>
                      <a:pt x="262" y="1751"/>
                      <a:pt x="286" y="1727"/>
                      <a:pt x="310" y="1704"/>
                    </a:cubicBezTo>
                    <a:lnTo>
                      <a:pt x="881" y="1132"/>
                    </a:lnTo>
                    <a:lnTo>
                      <a:pt x="1453" y="1704"/>
                    </a:lnTo>
                    <a:cubicBezTo>
                      <a:pt x="1477" y="1727"/>
                      <a:pt x="1524" y="1751"/>
                      <a:pt x="1572" y="1751"/>
                    </a:cubicBezTo>
                    <a:cubicBezTo>
                      <a:pt x="1620" y="1751"/>
                      <a:pt x="1643" y="1727"/>
                      <a:pt x="1691" y="1704"/>
                    </a:cubicBezTo>
                    <a:cubicBezTo>
                      <a:pt x="1739" y="1632"/>
                      <a:pt x="1739" y="1513"/>
                      <a:pt x="1691" y="1442"/>
                    </a:cubicBezTo>
                    <a:lnTo>
                      <a:pt x="1167" y="870"/>
                    </a:lnTo>
                    <a:lnTo>
                      <a:pt x="1739" y="298"/>
                    </a:lnTo>
                    <a:cubicBezTo>
                      <a:pt x="1810" y="251"/>
                      <a:pt x="1810" y="132"/>
                      <a:pt x="1739" y="37"/>
                    </a:cubicBezTo>
                    <a:cubicBezTo>
                      <a:pt x="1715" y="13"/>
                      <a:pt x="1673" y="1"/>
                      <a:pt x="1626" y="1"/>
                    </a:cubicBezTo>
                    <a:cubicBezTo>
                      <a:pt x="1578" y="1"/>
                      <a:pt x="1524" y="13"/>
                      <a:pt x="1477" y="37"/>
                    </a:cubicBezTo>
                    <a:lnTo>
                      <a:pt x="905" y="608"/>
                    </a:lnTo>
                    <a:lnTo>
                      <a:pt x="334" y="37"/>
                    </a:lnTo>
                    <a:cubicBezTo>
                      <a:pt x="310" y="13"/>
                      <a:pt x="268" y="1"/>
                      <a:pt x="221" y="1"/>
                    </a:cubicBezTo>
                    <a:close/>
                  </a:path>
                </a:pathLst>
              </a:custGeom>
              <a:solidFill>
                <a:srgbClr val="B73A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683" name="Google Shape;2683;p66"/>
          <p:cNvGrpSpPr/>
          <p:nvPr/>
        </p:nvGrpSpPr>
        <p:grpSpPr>
          <a:xfrm>
            <a:off x="3403359" y="1645069"/>
            <a:ext cx="666000" cy="666000"/>
            <a:chOff x="4239000" y="1526300"/>
            <a:chExt cx="666000" cy="666000"/>
          </a:xfrm>
        </p:grpSpPr>
        <p:sp>
          <p:nvSpPr>
            <p:cNvPr id="2684" name="Google Shape;2684;p66"/>
            <p:cNvSpPr/>
            <p:nvPr/>
          </p:nvSpPr>
          <p:spPr>
            <a:xfrm>
              <a:off x="4239000" y="1526300"/>
              <a:ext cx="666000" cy="66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5" name="Google Shape;2685;p66"/>
            <p:cNvGrpSpPr/>
            <p:nvPr/>
          </p:nvGrpSpPr>
          <p:grpSpPr>
            <a:xfrm>
              <a:off x="4377699" y="1660608"/>
              <a:ext cx="388601" cy="397396"/>
              <a:chOff x="8029816" y="2021258"/>
              <a:chExt cx="388601" cy="397396"/>
            </a:xfrm>
          </p:grpSpPr>
          <p:sp>
            <p:nvSpPr>
              <p:cNvPr id="2686" name="Google Shape;2686;p66"/>
              <p:cNvSpPr/>
              <p:nvPr/>
            </p:nvSpPr>
            <p:spPr>
              <a:xfrm>
                <a:off x="8090336" y="2021258"/>
                <a:ext cx="260411" cy="389413"/>
              </a:xfrm>
              <a:custGeom>
                <a:avLst/>
                <a:gdLst/>
                <a:ahLst/>
                <a:cxnLst/>
                <a:rect l="l" t="t" r="r" b="b"/>
                <a:pathLst>
                  <a:path w="7788" h="11646" extrusionOk="0">
                    <a:moveTo>
                      <a:pt x="834" y="1"/>
                    </a:moveTo>
                    <a:cubicBezTo>
                      <a:pt x="358" y="1"/>
                      <a:pt x="0" y="382"/>
                      <a:pt x="0" y="834"/>
                    </a:cubicBezTo>
                    <a:lnTo>
                      <a:pt x="0" y="9455"/>
                    </a:lnTo>
                    <a:lnTo>
                      <a:pt x="239" y="10812"/>
                    </a:lnTo>
                    <a:cubicBezTo>
                      <a:pt x="239" y="11289"/>
                      <a:pt x="620" y="11646"/>
                      <a:pt x="1072" y="11646"/>
                    </a:cubicBezTo>
                    <a:lnTo>
                      <a:pt x="6954" y="11646"/>
                    </a:lnTo>
                    <a:cubicBezTo>
                      <a:pt x="7431" y="11646"/>
                      <a:pt x="7788" y="11479"/>
                      <a:pt x="7788" y="11051"/>
                    </a:cubicBezTo>
                    <a:lnTo>
                      <a:pt x="7788" y="834"/>
                    </a:lnTo>
                    <a:cubicBezTo>
                      <a:pt x="7788" y="358"/>
                      <a:pt x="7407" y="1"/>
                      <a:pt x="695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66"/>
              <p:cNvSpPr/>
              <p:nvPr/>
            </p:nvSpPr>
            <p:spPr>
              <a:xfrm>
                <a:off x="8306136" y="2021258"/>
                <a:ext cx="52564" cy="394997"/>
              </a:xfrm>
              <a:custGeom>
                <a:avLst/>
                <a:gdLst/>
                <a:ahLst/>
                <a:cxnLst/>
                <a:rect l="l" t="t" r="r" b="b"/>
                <a:pathLst>
                  <a:path w="1572" h="11813" extrusionOk="0">
                    <a:moveTo>
                      <a:pt x="0" y="1"/>
                    </a:moveTo>
                    <a:cubicBezTo>
                      <a:pt x="476" y="1"/>
                      <a:pt x="834" y="382"/>
                      <a:pt x="834" y="834"/>
                    </a:cubicBezTo>
                    <a:lnTo>
                      <a:pt x="834" y="11051"/>
                    </a:lnTo>
                    <a:cubicBezTo>
                      <a:pt x="834" y="11527"/>
                      <a:pt x="453" y="11813"/>
                      <a:pt x="0" y="11813"/>
                    </a:cubicBezTo>
                    <a:lnTo>
                      <a:pt x="476" y="11813"/>
                    </a:lnTo>
                    <a:cubicBezTo>
                      <a:pt x="953" y="11813"/>
                      <a:pt x="1310" y="11527"/>
                      <a:pt x="1310" y="11051"/>
                    </a:cubicBezTo>
                    <a:lnTo>
                      <a:pt x="1548" y="9455"/>
                    </a:lnTo>
                    <a:lnTo>
                      <a:pt x="1548" y="834"/>
                    </a:lnTo>
                    <a:cubicBezTo>
                      <a:pt x="1572" y="358"/>
                      <a:pt x="1191" y="1"/>
                      <a:pt x="71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66"/>
              <p:cNvSpPr/>
              <p:nvPr/>
            </p:nvSpPr>
            <p:spPr>
              <a:xfrm>
                <a:off x="8090336" y="2337401"/>
                <a:ext cx="260411" cy="81253"/>
              </a:xfrm>
              <a:custGeom>
                <a:avLst/>
                <a:gdLst/>
                <a:ahLst/>
                <a:cxnLst/>
                <a:rect l="l" t="t" r="r" b="b"/>
                <a:pathLst>
                  <a:path w="7788" h="2430" extrusionOk="0">
                    <a:moveTo>
                      <a:pt x="0" y="0"/>
                    </a:moveTo>
                    <a:lnTo>
                      <a:pt x="0" y="1596"/>
                    </a:lnTo>
                    <a:cubicBezTo>
                      <a:pt x="0" y="2072"/>
                      <a:pt x="381" y="2429"/>
                      <a:pt x="834" y="2429"/>
                    </a:cubicBezTo>
                    <a:lnTo>
                      <a:pt x="6954" y="2429"/>
                    </a:lnTo>
                    <a:cubicBezTo>
                      <a:pt x="7431" y="2429"/>
                      <a:pt x="7788" y="2024"/>
                      <a:pt x="7788" y="1596"/>
                    </a:cubicBezTo>
                    <a:lnTo>
                      <a:pt x="7788" y="0"/>
                    </a:ln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66"/>
              <p:cNvSpPr/>
              <p:nvPr/>
            </p:nvSpPr>
            <p:spPr>
              <a:xfrm>
                <a:off x="8306136" y="2337401"/>
                <a:ext cx="52564" cy="81253"/>
              </a:xfrm>
              <a:custGeom>
                <a:avLst/>
                <a:gdLst/>
                <a:ahLst/>
                <a:cxnLst/>
                <a:rect l="l" t="t" r="r" b="b"/>
                <a:pathLst>
                  <a:path w="1572" h="2430" extrusionOk="0">
                    <a:moveTo>
                      <a:pt x="834" y="0"/>
                    </a:moveTo>
                    <a:lnTo>
                      <a:pt x="834" y="1596"/>
                    </a:lnTo>
                    <a:cubicBezTo>
                      <a:pt x="834" y="2072"/>
                      <a:pt x="453" y="2429"/>
                      <a:pt x="0" y="2429"/>
                    </a:cubicBezTo>
                    <a:lnTo>
                      <a:pt x="715" y="2429"/>
                    </a:lnTo>
                    <a:cubicBezTo>
                      <a:pt x="1191" y="2429"/>
                      <a:pt x="1572" y="2024"/>
                      <a:pt x="1572" y="1596"/>
                    </a:cubicBezTo>
                    <a:lnTo>
                      <a:pt x="1572" y="0"/>
                    </a:ln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66"/>
              <p:cNvSpPr/>
              <p:nvPr/>
            </p:nvSpPr>
            <p:spPr>
              <a:xfrm>
                <a:off x="8206595" y="2360473"/>
                <a:ext cx="34273" cy="34273"/>
              </a:xfrm>
              <a:custGeom>
                <a:avLst/>
                <a:gdLst/>
                <a:ahLst/>
                <a:cxnLst/>
                <a:rect l="l" t="t" r="r" b="b"/>
                <a:pathLst>
                  <a:path w="1025" h="1025" extrusionOk="0">
                    <a:moveTo>
                      <a:pt x="500" y="1"/>
                    </a:moveTo>
                    <a:cubicBezTo>
                      <a:pt x="215" y="1"/>
                      <a:pt x="0" y="239"/>
                      <a:pt x="0" y="501"/>
                    </a:cubicBezTo>
                    <a:cubicBezTo>
                      <a:pt x="0" y="810"/>
                      <a:pt x="238" y="1025"/>
                      <a:pt x="500" y="1025"/>
                    </a:cubicBezTo>
                    <a:cubicBezTo>
                      <a:pt x="810" y="1025"/>
                      <a:pt x="1024" y="763"/>
                      <a:pt x="1024" y="501"/>
                    </a:cubicBezTo>
                    <a:cubicBezTo>
                      <a:pt x="1024" y="239"/>
                      <a:pt x="810" y="25"/>
                      <a:pt x="50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66"/>
              <p:cNvSpPr/>
              <p:nvPr/>
            </p:nvSpPr>
            <p:spPr>
              <a:xfrm>
                <a:off x="8238427" y="2074356"/>
                <a:ext cx="170464" cy="162272"/>
              </a:xfrm>
              <a:custGeom>
                <a:avLst/>
                <a:gdLst/>
                <a:ahLst/>
                <a:cxnLst/>
                <a:rect l="l" t="t" r="r" b="b"/>
                <a:pathLst>
                  <a:path w="5098" h="4853" extrusionOk="0">
                    <a:moveTo>
                      <a:pt x="4798" y="0"/>
                    </a:moveTo>
                    <a:cubicBezTo>
                      <a:pt x="4779" y="0"/>
                      <a:pt x="4759" y="3"/>
                      <a:pt x="4740" y="8"/>
                    </a:cubicBezTo>
                    <a:lnTo>
                      <a:pt x="382" y="8"/>
                    </a:lnTo>
                    <a:cubicBezTo>
                      <a:pt x="191" y="8"/>
                      <a:pt x="1" y="199"/>
                      <a:pt x="1" y="413"/>
                    </a:cubicBezTo>
                    <a:lnTo>
                      <a:pt x="1" y="3033"/>
                    </a:lnTo>
                    <a:cubicBezTo>
                      <a:pt x="1" y="3223"/>
                      <a:pt x="191" y="3414"/>
                      <a:pt x="382" y="3414"/>
                    </a:cubicBezTo>
                    <a:lnTo>
                      <a:pt x="834" y="3414"/>
                    </a:lnTo>
                    <a:cubicBezTo>
                      <a:pt x="906" y="3414"/>
                      <a:pt x="953" y="3461"/>
                      <a:pt x="953" y="3533"/>
                    </a:cubicBezTo>
                    <a:lnTo>
                      <a:pt x="953" y="4724"/>
                    </a:lnTo>
                    <a:cubicBezTo>
                      <a:pt x="953" y="4804"/>
                      <a:pt x="1019" y="4852"/>
                      <a:pt x="1092" y="4852"/>
                    </a:cubicBezTo>
                    <a:cubicBezTo>
                      <a:pt x="1126" y="4852"/>
                      <a:pt x="1161" y="4842"/>
                      <a:pt x="1192" y="4819"/>
                    </a:cubicBezTo>
                    <a:lnTo>
                      <a:pt x="2263" y="3438"/>
                    </a:lnTo>
                    <a:cubicBezTo>
                      <a:pt x="2263" y="3414"/>
                      <a:pt x="2335" y="3390"/>
                      <a:pt x="2359" y="3390"/>
                    </a:cubicBezTo>
                    <a:lnTo>
                      <a:pt x="4716" y="3390"/>
                    </a:lnTo>
                    <a:cubicBezTo>
                      <a:pt x="4907" y="3390"/>
                      <a:pt x="5097" y="3199"/>
                      <a:pt x="5097" y="2985"/>
                    </a:cubicBezTo>
                    <a:lnTo>
                      <a:pt x="5097" y="366"/>
                    </a:lnTo>
                    <a:cubicBezTo>
                      <a:pt x="5097" y="155"/>
                      <a:pt x="4948" y="0"/>
                      <a:pt x="4798"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66"/>
              <p:cNvSpPr/>
              <p:nvPr/>
            </p:nvSpPr>
            <p:spPr>
              <a:xfrm>
                <a:off x="8322052" y="2123975"/>
                <a:ext cx="11971" cy="12004"/>
              </a:xfrm>
              <a:custGeom>
                <a:avLst/>
                <a:gdLst/>
                <a:ahLst/>
                <a:cxnLst/>
                <a:rect l="l" t="t" r="r" b="b"/>
                <a:pathLst>
                  <a:path w="358" h="359" extrusionOk="0">
                    <a:moveTo>
                      <a:pt x="191" y="1"/>
                    </a:moveTo>
                    <a:cubicBezTo>
                      <a:pt x="96" y="1"/>
                      <a:pt x="0" y="72"/>
                      <a:pt x="0" y="168"/>
                    </a:cubicBezTo>
                    <a:cubicBezTo>
                      <a:pt x="0" y="263"/>
                      <a:pt x="96" y="358"/>
                      <a:pt x="191" y="358"/>
                    </a:cubicBezTo>
                    <a:cubicBezTo>
                      <a:pt x="262" y="358"/>
                      <a:pt x="358" y="287"/>
                      <a:pt x="358" y="168"/>
                    </a:cubicBezTo>
                    <a:cubicBezTo>
                      <a:pt x="358" y="72"/>
                      <a:pt x="262" y="1"/>
                      <a:pt x="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66"/>
              <p:cNvSpPr/>
              <p:nvPr/>
            </p:nvSpPr>
            <p:spPr>
              <a:xfrm>
                <a:off x="8274271" y="2123975"/>
                <a:ext cx="11971" cy="12004"/>
              </a:xfrm>
              <a:custGeom>
                <a:avLst/>
                <a:gdLst/>
                <a:ahLst/>
                <a:cxnLst/>
                <a:rect l="l" t="t" r="r" b="b"/>
                <a:pathLst>
                  <a:path w="358" h="359" extrusionOk="0">
                    <a:moveTo>
                      <a:pt x="191" y="1"/>
                    </a:moveTo>
                    <a:cubicBezTo>
                      <a:pt x="96" y="1"/>
                      <a:pt x="1" y="72"/>
                      <a:pt x="1" y="168"/>
                    </a:cubicBezTo>
                    <a:cubicBezTo>
                      <a:pt x="1" y="263"/>
                      <a:pt x="96" y="358"/>
                      <a:pt x="191" y="358"/>
                    </a:cubicBezTo>
                    <a:cubicBezTo>
                      <a:pt x="263" y="358"/>
                      <a:pt x="358" y="287"/>
                      <a:pt x="358" y="168"/>
                    </a:cubicBezTo>
                    <a:cubicBezTo>
                      <a:pt x="358" y="72"/>
                      <a:pt x="263" y="1"/>
                      <a:pt x="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66"/>
              <p:cNvSpPr/>
              <p:nvPr/>
            </p:nvSpPr>
            <p:spPr>
              <a:xfrm>
                <a:off x="8369833" y="2123975"/>
                <a:ext cx="11971" cy="12004"/>
              </a:xfrm>
              <a:custGeom>
                <a:avLst/>
                <a:gdLst/>
                <a:ahLst/>
                <a:cxnLst/>
                <a:rect l="l" t="t" r="r" b="b"/>
                <a:pathLst>
                  <a:path w="358" h="359" extrusionOk="0">
                    <a:moveTo>
                      <a:pt x="191" y="1"/>
                    </a:moveTo>
                    <a:cubicBezTo>
                      <a:pt x="96" y="1"/>
                      <a:pt x="0" y="72"/>
                      <a:pt x="0" y="168"/>
                    </a:cubicBezTo>
                    <a:cubicBezTo>
                      <a:pt x="0" y="263"/>
                      <a:pt x="96" y="358"/>
                      <a:pt x="191" y="358"/>
                    </a:cubicBezTo>
                    <a:cubicBezTo>
                      <a:pt x="310" y="358"/>
                      <a:pt x="358" y="287"/>
                      <a:pt x="358" y="168"/>
                    </a:cubicBezTo>
                    <a:cubicBezTo>
                      <a:pt x="358" y="72"/>
                      <a:pt x="262" y="1"/>
                      <a:pt x="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66"/>
              <p:cNvSpPr/>
              <p:nvPr/>
            </p:nvSpPr>
            <p:spPr>
              <a:xfrm>
                <a:off x="8175532" y="2038779"/>
                <a:ext cx="95598" cy="11971"/>
              </a:xfrm>
              <a:custGeom>
                <a:avLst/>
                <a:gdLst/>
                <a:ahLst/>
                <a:cxnLst/>
                <a:rect l="l" t="t" r="r" b="b"/>
                <a:pathLst>
                  <a:path w="2859" h="358" extrusionOk="0">
                    <a:moveTo>
                      <a:pt x="191" y="1"/>
                    </a:moveTo>
                    <a:cubicBezTo>
                      <a:pt x="96" y="1"/>
                      <a:pt x="1" y="96"/>
                      <a:pt x="1" y="191"/>
                    </a:cubicBezTo>
                    <a:cubicBezTo>
                      <a:pt x="1" y="263"/>
                      <a:pt x="96" y="358"/>
                      <a:pt x="191" y="358"/>
                    </a:cubicBezTo>
                    <a:lnTo>
                      <a:pt x="2692" y="358"/>
                    </a:lnTo>
                    <a:cubicBezTo>
                      <a:pt x="2811" y="358"/>
                      <a:pt x="2858" y="286"/>
                      <a:pt x="2858" y="191"/>
                    </a:cubicBezTo>
                    <a:cubicBezTo>
                      <a:pt x="2858" y="96"/>
                      <a:pt x="2787" y="1"/>
                      <a:pt x="2692" y="1"/>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66"/>
              <p:cNvSpPr/>
              <p:nvPr/>
            </p:nvSpPr>
            <p:spPr>
              <a:xfrm>
                <a:off x="8384144" y="2073754"/>
                <a:ext cx="34273" cy="113955"/>
              </a:xfrm>
              <a:custGeom>
                <a:avLst/>
                <a:gdLst/>
                <a:ahLst/>
                <a:cxnLst/>
                <a:rect l="l" t="t" r="r" b="b"/>
                <a:pathLst>
                  <a:path w="1025" h="3408" extrusionOk="0">
                    <a:moveTo>
                      <a:pt x="684" y="0"/>
                    </a:moveTo>
                    <a:cubicBezTo>
                      <a:pt x="671" y="0"/>
                      <a:pt x="658" y="1"/>
                      <a:pt x="644" y="3"/>
                    </a:cubicBezTo>
                    <a:lnTo>
                      <a:pt x="1" y="3"/>
                    </a:lnTo>
                    <a:cubicBezTo>
                      <a:pt x="191" y="3"/>
                      <a:pt x="382" y="193"/>
                      <a:pt x="382" y="384"/>
                    </a:cubicBezTo>
                    <a:lnTo>
                      <a:pt x="382" y="3003"/>
                    </a:lnTo>
                    <a:cubicBezTo>
                      <a:pt x="382" y="3217"/>
                      <a:pt x="191" y="3408"/>
                      <a:pt x="1" y="3408"/>
                    </a:cubicBezTo>
                    <a:lnTo>
                      <a:pt x="644" y="3408"/>
                    </a:lnTo>
                    <a:cubicBezTo>
                      <a:pt x="858" y="3408"/>
                      <a:pt x="1025" y="3217"/>
                      <a:pt x="1025" y="3003"/>
                    </a:cubicBezTo>
                    <a:lnTo>
                      <a:pt x="1025" y="384"/>
                    </a:lnTo>
                    <a:cubicBezTo>
                      <a:pt x="1025" y="161"/>
                      <a:pt x="879" y="0"/>
                      <a:pt x="684" y="0"/>
                    </a:cubicBezTo>
                    <a:close/>
                  </a:path>
                </a:pathLst>
              </a:custGeom>
              <a:solidFill>
                <a:srgbClr val="F05D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66"/>
              <p:cNvSpPr/>
              <p:nvPr/>
            </p:nvSpPr>
            <p:spPr>
              <a:xfrm>
                <a:off x="8029816" y="2147615"/>
                <a:ext cx="169628" cy="161838"/>
              </a:xfrm>
              <a:custGeom>
                <a:avLst/>
                <a:gdLst/>
                <a:ahLst/>
                <a:cxnLst/>
                <a:rect l="l" t="t" r="r" b="b"/>
                <a:pathLst>
                  <a:path w="5073" h="4840" extrusionOk="0">
                    <a:moveTo>
                      <a:pt x="282" y="1"/>
                    </a:moveTo>
                    <a:cubicBezTo>
                      <a:pt x="134" y="1"/>
                      <a:pt x="0" y="174"/>
                      <a:pt x="0" y="365"/>
                    </a:cubicBezTo>
                    <a:lnTo>
                      <a:pt x="0" y="2985"/>
                    </a:lnTo>
                    <a:cubicBezTo>
                      <a:pt x="0" y="3176"/>
                      <a:pt x="167" y="3366"/>
                      <a:pt x="382" y="3366"/>
                    </a:cubicBezTo>
                    <a:lnTo>
                      <a:pt x="3001" y="3366"/>
                    </a:lnTo>
                    <a:cubicBezTo>
                      <a:pt x="3025" y="3366"/>
                      <a:pt x="3073" y="3390"/>
                      <a:pt x="3073" y="3414"/>
                    </a:cubicBezTo>
                    <a:lnTo>
                      <a:pt x="4144" y="4795"/>
                    </a:lnTo>
                    <a:cubicBezTo>
                      <a:pt x="4175" y="4826"/>
                      <a:pt x="4211" y="4839"/>
                      <a:pt x="4245" y="4839"/>
                    </a:cubicBezTo>
                    <a:cubicBezTo>
                      <a:pt x="4317" y="4839"/>
                      <a:pt x="4382" y="4780"/>
                      <a:pt x="4382" y="4700"/>
                    </a:cubicBezTo>
                    <a:lnTo>
                      <a:pt x="4382" y="3509"/>
                    </a:lnTo>
                    <a:cubicBezTo>
                      <a:pt x="4382" y="3461"/>
                      <a:pt x="4454" y="3390"/>
                      <a:pt x="4501" y="3390"/>
                    </a:cubicBezTo>
                    <a:lnTo>
                      <a:pt x="4692" y="3390"/>
                    </a:lnTo>
                    <a:cubicBezTo>
                      <a:pt x="4906" y="3390"/>
                      <a:pt x="5073" y="3223"/>
                      <a:pt x="5073" y="3009"/>
                    </a:cubicBezTo>
                    <a:lnTo>
                      <a:pt x="5073" y="389"/>
                    </a:lnTo>
                    <a:cubicBezTo>
                      <a:pt x="5073" y="175"/>
                      <a:pt x="4906" y="8"/>
                      <a:pt x="4692" y="8"/>
                    </a:cubicBezTo>
                    <a:lnTo>
                      <a:pt x="334" y="8"/>
                    </a:lnTo>
                    <a:cubicBezTo>
                      <a:pt x="316" y="3"/>
                      <a:pt x="299" y="1"/>
                      <a:pt x="282"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66"/>
              <p:cNvSpPr/>
              <p:nvPr/>
            </p:nvSpPr>
            <p:spPr>
              <a:xfrm>
                <a:off x="8177137" y="2146278"/>
                <a:ext cx="33471" cy="113922"/>
              </a:xfrm>
              <a:custGeom>
                <a:avLst/>
                <a:gdLst/>
                <a:ahLst/>
                <a:cxnLst/>
                <a:rect l="l" t="t" r="r" b="b"/>
                <a:pathLst>
                  <a:path w="1001" h="3407" extrusionOk="0">
                    <a:moveTo>
                      <a:pt x="0" y="1"/>
                    </a:moveTo>
                    <a:cubicBezTo>
                      <a:pt x="191" y="1"/>
                      <a:pt x="381" y="191"/>
                      <a:pt x="381" y="405"/>
                    </a:cubicBezTo>
                    <a:lnTo>
                      <a:pt x="381" y="3049"/>
                    </a:lnTo>
                    <a:cubicBezTo>
                      <a:pt x="381" y="3192"/>
                      <a:pt x="286" y="3335"/>
                      <a:pt x="167" y="3406"/>
                    </a:cubicBezTo>
                    <a:lnTo>
                      <a:pt x="619" y="3406"/>
                    </a:lnTo>
                    <a:cubicBezTo>
                      <a:pt x="834" y="3406"/>
                      <a:pt x="1000" y="3216"/>
                      <a:pt x="1000" y="3025"/>
                    </a:cubicBezTo>
                    <a:lnTo>
                      <a:pt x="1000" y="405"/>
                    </a:lnTo>
                    <a:cubicBezTo>
                      <a:pt x="1000" y="191"/>
                      <a:pt x="834" y="1"/>
                      <a:pt x="619"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66"/>
              <p:cNvSpPr/>
              <p:nvPr/>
            </p:nvSpPr>
            <p:spPr>
              <a:xfrm>
                <a:off x="8169179" y="2176538"/>
                <a:ext cx="11971" cy="35878"/>
              </a:xfrm>
              <a:custGeom>
                <a:avLst/>
                <a:gdLst/>
                <a:ahLst/>
                <a:cxnLst/>
                <a:rect l="l" t="t" r="r" b="b"/>
                <a:pathLst>
                  <a:path w="358" h="1073" extrusionOk="0">
                    <a:moveTo>
                      <a:pt x="167" y="1"/>
                    </a:moveTo>
                    <a:cubicBezTo>
                      <a:pt x="71" y="1"/>
                      <a:pt x="0" y="72"/>
                      <a:pt x="0" y="167"/>
                    </a:cubicBezTo>
                    <a:lnTo>
                      <a:pt x="0" y="882"/>
                    </a:lnTo>
                    <a:cubicBezTo>
                      <a:pt x="0" y="977"/>
                      <a:pt x="71" y="1072"/>
                      <a:pt x="167" y="1072"/>
                    </a:cubicBezTo>
                    <a:cubicBezTo>
                      <a:pt x="262" y="1072"/>
                      <a:pt x="357" y="1001"/>
                      <a:pt x="357" y="882"/>
                    </a:cubicBezTo>
                    <a:lnTo>
                      <a:pt x="357" y="167"/>
                    </a:lnTo>
                    <a:cubicBezTo>
                      <a:pt x="357" y="72"/>
                      <a:pt x="262" y="1"/>
                      <a:pt x="167"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66"/>
              <p:cNvSpPr/>
              <p:nvPr/>
            </p:nvSpPr>
            <p:spPr>
              <a:xfrm>
                <a:off x="8169179" y="2217163"/>
                <a:ext cx="11971" cy="11971"/>
              </a:xfrm>
              <a:custGeom>
                <a:avLst/>
                <a:gdLst/>
                <a:ahLst/>
                <a:cxnLst/>
                <a:rect l="l" t="t" r="r" b="b"/>
                <a:pathLst>
                  <a:path w="358" h="358" extrusionOk="0">
                    <a:moveTo>
                      <a:pt x="167" y="0"/>
                    </a:moveTo>
                    <a:cubicBezTo>
                      <a:pt x="71" y="0"/>
                      <a:pt x="0" y="95"/>
                      <a:pt x="0" y="191"/>
                    </a:cubicBezTo>
                    <a:cubicBezTo>
                      <a:pt x="0" y="262"/>
                      <a:pt x="71" y="357"/>
                      <a:pt x="167" y="357"/>
                    </a:cubicBezTo>
                    <a:cubicBezTo>
                      <a:pt x="262" y="357"/>
                      <a:pt x="357" y="262"/>
                      <a:pt x="357" y="191"/>
                    </a:cubicBezTo>
                    <a:cubicBezTo>
                      <a:pt x="357" y="95"/>
                      <a:pt x="262" y="0"/>
                      <a:pt x="167"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66"/>
              <p:cNvSpPr/>
              <p:nvPr/>
            </p:nvSpPr>
            <p:spPr>
              <a:xfrm>
                <a:off x="8108659" y="2181052"/>
                <a:ext cx="41429" cy="44104"/>
              </a:xfrm>
              <a:custGeom>
                <a:avLst/>
                <a:gdLst/>
                <a:ahLst/>
                <a:cxnLst/>
                <a:rect l="l" t="t" r="r" b="b"/>
                <a:pathLst>
                  <a:path w="1239" h="1319" extrusionOk="0">
                    <a:moveTo>
                      <a:pt x="254" y="1"/>
                    </a:moveTo>
                    <a:cubicBezTo>
                      <a:pt x="219" y="1"/>
                      <a:pt x="187" y="13"/>
                      <a:pt x="167" y="32"/>
                    </a:cubicBezTo>
                    <a:cubicBezTo>
                      <a:pt x="72" y="104"/>
                      <a:pt x="72" y="223"/>
                      <a:pt x="143" y="270"/>
                    </a:cubicBezTo>
                    <a:lnTo>
                      <a:pt x="405" y="628"/>
                    </a:lnTo>
                    <a:lnTo>
                      <a:pt x="72" y="1056"/>
                    </a:lnTo>
                    <a:cubicBezTo>
                      <a:pt x="0" y="1128"/>
                      <a:pt x="48" y="1223"/>
                      <a:pt x="95" y="1294"/>
                    </a:cubicBezTo>
                    <a:cubicBezTo>
                      <a:pt x="143" y="1318"/>
                      <a:pt x="167" y="1318"/>
                      <a:pt x="214" y="1318"/>
                    </a:cubicBezTo>
                    <a:cubicBezTo>
                      <a:pt x="286" y="1318"/>
                      <a:pt x="334" y="1294"/>
                      <a:pt x="357" y="1271"/>
                    </a:cubicBezTo>
                    <a:lnTo>
                      <a:pt x="643" y="913"/>
                    </a:lnTo>
                    <a:lnTo>
                      <a:pt x="905" y="1271"/>
                    </a:lnTo>
                    <a:cubicBezTo>
                      <a:pt x="929" y="1318"/>
                      <a:pt x="1000" y="1318"/>
                      <a:pt x="1048" y="1318"/>
                    </a:cubicBezTo>
                    <a:cubicBezTo>
                      <a:pt x="1072" y="1318"/>
                      <a:pt x="1143" y="1318"/>
                      <a:pt x="1167" y="1294"/>
                    </a:cubicBezTo>
                    <a:cubicBezTo>
                      <a:pt x="1215" y="1271"/>
                      <a:pt x="1238" y="1175"/>
                      <a:pt x="1143" y="1080"/>
                    </a:cubicBezTo>
                    <a:lnTo>
                      <a:pt x="810" y="628"/>
                    </a:lnTo>
                    <a:lnTo>
                      <a:pt x="1096" y="270"/>
                    </a:lnTo>
                    <a:cubicBezTo>
                      <a:pt x="1143" y="175"/>
                      <a:pt x="1119" y="104"/>
                      <a:pt x="1048" y="32"/>
                    </a:cubicBezTo>
                    <a:cubicBezTo>
                      <a:pt x="1023" y="15"/>
                      <a:pt x="994" y="7"/>
                      <a:pt x="965" y="7"/>
                    </a:cubicBezTo>
                    <a:cubicBezTo>
                      <a:pt x="912" y="7"/>
                      <a:pt x="856" y="34"/>
                      <a:pt x="810" y="80"/>
                    </a:cubicBezTo>
                    <a:lnTo>
                      <a:pt x="619" y="366"/>
                    </a:lnTo>
                    <a:lnTo>
                      <a:pt x="405" y="80"/>
                    </a:lnTo>
                    <a:cubicBezTo>
                      <a:pt x="363" y="24"/>
                      <a:pt x="305" y="1"/>
                      <a:pt x="254"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66"/>
              <p:cNvSpPr/>
              <p:nvPr/>
            </p:nvSpPr>
            <p:spPr>
              <a:xfrm>
                <a:off x="8052920" y="2181052"/>
                <a:ext cx="42232" cy="44104"/>
              </a:xfrm>
              <a:custGeom>
                <a:avLst/>
                <a:gdLst/>
                <a:ahLst/>
                <a:cxnLst/>
                <a:rect l="l" t="t" r="r" b="b"/>
                <a:pathLst>
                  <a:path w="1263" h="1319" extrusionOk="0">
                    <a:moveTo>
                      <a:pt x="254" y="1"/>
                    </a:moveTo>
                    <a:cubicBezTo>
                      <a:pt x="219" y="1"/>
                      <a:pt x="187" y="13"/>
                      <a:pt x="167" y="32"/>
                    </a:cubicBezTo>
                    <a:cubicBezTo>
                      <a:pt x="72" y="104"/>
                      <a:pt x="72" y="223"/>
                      <a:pt x="143" y="270"/>
                    </a:cubicBezTo>
                    <a:lnTo>
                      <a:pt x="405" y="628"/>
                    </a:lnTo>
                    <a:lnTo>
                      <a:pt x="72" y="1056"/>
                    </a:lnTo>
                    <a:cubicBezTo>
                      <a:pt x="0" y="1128"/>
                      <a:pt x="48" y="1223"/>
                      <a:pt x="95" y="1294"/>
                    </a:cubicBezTo>
                    <a:cubicBezTo>
                      <a:pt x="143" y="1318"/>
                      <a:pt x="167" y="1318"/>
                      <a:pt x="214" y="1318"/>
                    </a:cubicBezTo>
                    <a:cubicBezTo>
                      <a:pt x="286" y="1318"/>
                      <a:pt x="334" y="1294"/>
                      <a:pt x="357" y="1271"/>
                    </a:cubicBezTo>
                    <a:lnTo>
                      <a:pt x="643" y="913"/>
                    </a:lnTo>
                    <a:lnTo>
                      <a:pt x="905" y="1271"/>
                    </a:lnTo>
                    <a:cubicBezTo>
                      <a:pt x="929" y="1318"/>
                      <a:pt x="1000" y="1318"/>
                      <a:pt x="1048" y="1318"/>
                    </a:cubicBezTo>
                    <a:cubicBezTo>
                      <a:pt x="1072" y="1318"/>
                      <a:pt x="1143" y="1318"/>
                      <a:pt x="1167" y="1294"/>
                    </a:cubicBezTo>
                    <a:cubicBezTo>
                      <a:pt x="1262" y="1223"/>
                      <a:pt x="1262" y="1104"/>
                      <a:pt x="1191" y="1056"/>
                    </a:cubicBezTo>
                    <a:lnTo>
                      <a:pt x="810" y="628"/>
                    </a:lnTo>
                    <a:lnTo>
                      <a:pt x="1096" y="270"/>
                    </a:lnTo>
                    <a:cubicBezTo>
                      <a:pt x="1143" y="175"/>
                      <a:pt x="1119" y="104"/>
                      <a:pt x="1048" y="32"/>
                    </a:cubicBezTo>
                    <a:cubicBezTo>
                      <a:pt x="1023" y="15"/>
                      <a:pt x="994" y="7"/>
                      <a:pt x="965" y="7"/>
                    </a:cubicBezTo>
                    <a:cubicBezTo>
                      <a:pt x="912" y="7"/>
                      <a:pt x="856" y="34"/>
                      <a:pt x="810" y="80"/>
                    </a:cubicBezTo>
                    <a:lnTo>
                      <a:pt x="619" y="366"/>
                    </a:lnTo>
                    <a:lnTo>
                      <a:pt x="405" y="80"/>
                    </a:lnTo>
                    <a:cubicBezTo>
                      <a:pt x="363" y="24"/>
                      <a:pt x="305" y="1"/>
                      <a:pt x="254"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03" name="Google Shape;2703;p66"/>
          <p:cNvGrpSpPr/>
          <p:nvPr/>
        </p:nvGrpSpPr>
        <p:grpSpPr>
          <a:xfrm>
            <a:off x="5081834" y="3272350"/>
            <a:ext cx="666000" cy="666000"/>
            <a:chOff x="4239000" y="3478300"/>
            <a:chExt cx="666000" cy="666000"/>
          </a:xfrm>
        </p:grpSpPr>
        <p:sp>
          <p:nvSpPr>
            <p:cNvPr id="2704" name="Google Shape;2704;p66"/>
            <p:cNvSpPr/>
            <p:nvPr/>
          </p:nvSpPr>
          <p:spPr>
            <a:xfrm>
              <a:off x="4239000" y="3478300"/>
              <a:ext cx="666000" cy="66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05" name="Google Shape;2705;p66"/>
            <p:cNvGrpSpPr/>
            <p:nvPr/>
          </p:nvGrpSpPr>
          <p:grpSpPr>
            <a:xfrm>
              <a:off x="4390839" y="3612225"/>
              <a:ext cx="362321" cy="398171"/>
              <a:chOff x="2361137" y="3885350"/>
              <a:chExt cx="362321" cy="398171"/>
            </a:xfrm>
          </p:grpSpPr>
          <p:sp>
            <p:nvSpPr>
              <p:cNvPr id="2706" name="Google Shape;2706;p66"/>
              <p:cNvSpPr/>
              <p:nvPr/>
            </p:nvSpPr>
            <p:spPr>
              <a:xfrm>
                <a:off x="2643810" y="3962656"/>
                <a:ext cx="64534" cy="64468"/>
              </a:xfrm>
              <a:custGeom>
                <a:avLst/>
                <a:gdLst/>
                <a:ahLst/>
                <a:cxnLst/>
                <a:rect l="l" t="t" r="r" b="b"/>
                <a:pathLst>
                  <a:path w="1930" h="1928" extrusionOk="0">
                    <a:moveTo>
                      <a:pt x="821" y="1"/>
                    </a:moveTo>
                    <a:cubicBezTo>
                      <a:pt x="797" y="1"/>
                      <a:pt x="770" y="6"/>
                      <a:pt x="739" y="22"/>
                    </a:cubicBezTo>
                    <a:cubicBezTo>
                      <a:pt x="334" y="93"/>
                      <a:pt x="0" y="498"/>
                      <a:pt x="0" y="975"/>
                    </a:cubicBezTo>
                    <a:cubicBezTo>
                      <a:pt x="0" y="1165"/>
                      <a:pt x="48" y="1379"/>
                      <a:pt x="167" y="1522"/>
                    </a:cubicBezTo>
                    <a:cubicBezTo>
                      <a:pt x="215" y="1594"/>
                      <a:pt x="238" y="1594"/>
                      <a:pt x="286" y="1618"/>
                    </a:cubicBezTo>
                    <a:cubicBezTo>
                      <a:pt x="310" y="1641"/>
                      <a:pt x="358" y="1737"/>
                      <a:pt x="405" y="1760"/>
                    </a:cubicBezTo>
                    <a:cubicBezTo>
                      <a:pt x="500" y="1832"/>
                      <a:pt x="619" y="1880"/>
                      <a:pt x="739" y="1927"/>
                    </a:cubicBezTo>
                    <a:lnTo>
                      <a:pt x="977" y="1927"/>
                    </a:lnTo>
                    <a:cubicBezTo>
                      <a:pt x="1524" y="1927"/>
                      <a:pt x="1929" y="1498"/>
                      <a:pt x="1929" y="975"/>
                    </a:cubicBezTo>
                    <a:cubicBezTo>
                      <a:pt x="1929" y="427"/>
                      <a:pt x="1501" y="22"/>
                      <a:pt x="977" y="22"/>
                    </a:cubicBezTo>
                    <a:cubicBezTo>
                      <a:pt x="913" y="22"/>
                      <a:pt x="871" y="1"/>
                      <a:pt x="821"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66"/>
              <p:cNvSpPr/>
              <p:nvPr/>
            </p:nvSpPr>
            <p:spPr>
              <a:xfrm>
                <a:off x="2657352" y="4102822"/>
                <a:ext cx="66106" cy="65237"/>
              </a:xfrm>
              <a:custGeom>
                <a:avLst/>
                <a:gdLst/>
                <a:ahLst/>
                <a:cxnLst/>
                <a:rect l="l" t="t" r="r" b="b"/>
                <a:pathLst>
                  <a:path w="1977" h="1951" extrusionOk="0">
                    <a:moveTo>
                      <a:pt x="869" y="0"/>
                    </a:moveTo>
                    <a:cubicBezTo>
                      <a:pt x="844" y="0"/>
                      <a:pt x="818" y="5"/>
                      <a:pt x="786" y="21"/>
                    </a:cubicBezTo>
                    <a:cubicBezTo>
                      <a:pt x="667" y="45"/>
                      <a:pt x="548" y="117"/>
                      <a:pt x="453" y="164"/>
                    </a:cubicBezTo>
                    <a:cubicBezTo>
                      <a:pt x="429" y="188"/>
                      <a:pt x="429" y="236"/>
                      <a:pt x="405" y="259"/>
                    </a:cubicBezTo>
                    <a:cubicBezTo>
                      <a:pt x="334" y="307"/>
                      <a:pt x="214" y="379"/>
                      <a:pt x="191" y="426"/>
                    </a:cubicBezTo>
                    <a:cubicBezTo>
                      <a:pt x="72" y="593"/>
                      <a:pt x="0" y="783"/>
                      <a:pt x="0" y="998"/>
                    </a:cubicBezTo>
                    <a:cubicBezTo>
                      <a:pt x="0" y="1450"/>
                      <a:pt x="334" y="1831"/>
                      <a:pt x="762" y="1950"/>
                    </a:cubicBezTo>
                    <a:lnTo>
                      <a:pt x="1000" y="1950"/>
                    </a:lnTo>
                    <a:cubicBezTo>
                      <a:pt x="1548" y="1950"/>
                      <a:pt x="1977" y="1498"/>
                      <a:pt x="1977" y="974"/>
                    </a:cubicBezTo>
                    <a:cubicBezTo>
                      <a:pt x="1977" y="426"/>
                      <a:pt x="1548" y="21"/>
                      <a:pt x="1024" y="21"/>
                    </a:cubicBezTo>
                    <a:cubicBezTo>
                      <a:pt x="961" y="21"/>
                      <a:pt x="918" y="0"/>
                      <a:pt x="869"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66"/>
              <p:cNvSpPr/>
              <p:nvPr/>
            </p:nvSpPr>
            <p:spPr>
              <a:xfrm>
                <a:off x="2430417" y="3935505"/>
                <a:ext cx="101951" cy="102753"/>
              </a:xfrm>
              <a:custGeom>
                <a:avLst/>
                <a:gdLst/>
                <a:ahLst/>
                <a:cxnLst/>
                <a:rect l="l" t="t" r="r" b="b"/>
                <a:pathLst>
                  <a:path w="3049" h="3073" extrusionOk="0">
                    <a:moveTo>
                      <a:pt x="0" y="0"/>
                    </a:moveTo>
                    <a:lnTo>
                      <a:pt x="0" y="3073"/>
                    </a:lnTo>
                    <a:lnTo>
                      <a:pt x="3048" y="3073"/>
                    </a:lnTo>
                    <a:lnTo>
                      <a:pt x="30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66"/>
              <p:cNvSpPr/>
              <p:nvPr/>
            </p:nvSpPr>
            <p:spPr>
              <a:xfrm>
                <a:off x="2523572" y="3935505"/>
                <a:ext cx="23908" cy="102753"/>
              </a:xfrm>
              <a:custGeom>
                <a:avLst/>
                <a:gdLst/>
                <a:ahLst/>
                <a:cxnLst/>
                <a:rect l="l" t="t" r="r" b="b"/>
                <a:pathLst>
                  <a:path w="715" h="3073" extrusionOk="0">
                    <a:moveTo>
                      <a:pt x="0" y="0"/>
                    </a:moveTo>
                    <a:lnTo>
                      <a:pt x="0" y="3073"/>
                    </a:lnTo>
                    <a:lnTo>
                      <a:pt x="715" y="3073"/>
                    </a:lnTo>
                    <a:lnTo>
                      <a:pt x="71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66"/>
              <p:cNvSpPr/>
              <p:nvPr/>
            </p:nvSpPr>
            <p:spPr>
              <a:xfrm>
                <a:off x="2361137" y="3984858"/>
                <a:ext cx="240516" cy="298664"/>
              </a:xfrm>
              <a:custGeom>
                <a:avLst/>
                <a:gdLst/>
                <a:ahLst/>
                <a:cxnLst/>
                <a:rect l="l" t="t" r="r" b="b"/>
                <a:pathLst>
                  <a:path w="7193" h="8932" extrusionOk="0">
                    <a:moveTo>
                      <a:pt x="596" y="1"/>
                    </a:moveTo>
                    <a:cubicBezTo>
                      <a:pt x="262" y="1"/>
                      <a:pt x="0" y="263"/>
                      <a:pt x="0" y="596"/>
                    </a:cubicBezTo>
                    <a:lnTo>
                      <a:pt x="0" y="1168"/>
                    </a:lnTo>
                    <a:lnTo>
                      <a:pt x="238" y="4264"/>
                    </a:lnTo>
                    <a:lnTo>
                      <a:pt x="0" y="7884"/>
                    </a:lnTo>
                    <a:lnTo>
                      <a:pt x="0" y="8336"/>
                    </a:lnTo>
                    <a:cubicBezTo>
                      <a:pt x="0" y="8669"/>
                      <a:pt x="262" y="8931"/>
                      <a:pt x="596" y="8931"/>
                    </a:cubicBezTo>
                    <a:lnTo>
                      <a:pt x="6597" y="8931"/>
                    </a:lnTo>
                    <a:cubicBezTo>
                      <a:pt x="6930" y="8931"/>
                      <a:pt x="7192" y="8669"/>
                      <a:pt x="7192" y="8336"/>
                    </a:cubicBezTo>
                    <a:lnTo>
                      <a:pt x="7192" y="596"/>
                    </a:lnTo>
                    <a:cubicBezTo>
                      <a:pt x="7192" y="263"/>
                      <a:pt x="6930" y="1"/>
                      <a:pt x="6597"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66"/>
              <p:cNvSpPr/>
              <p:nvPr/>
            </p:nvSpPr>
            <p:spPr>
              <a:xfrm>
                <a:off x="2573727" y="3984858"/>
                <a:ext cx="43837" cy="298664"/>
              </a:xfrm>
              <a:custGeom>
                <a:avLst/>
                <a:gdLst/>
                <a:ahLst/>
                <a:cxnLst/>
                <a:rect l="l" t="t" r="r" b="b"/>
                <a:pathLst>
                  <a:path w="1311" h="8932" extrusionOk="0">
                    <a:moveTo>
                      <a:pt x="1" y="1"/>
                    </a:moveTo>
                    <a:cubicBezTo>
                      <a:pt x="334" y="1"/>
                      <a:pt x="596" y="263"/>
                      <a:pt x="596" y="596"/>
                    </a:cubicBezTo>
                    <a:lnTo>
                      <a:pt x="596" y="1168"/>
                    </a:lnTo>
                    <a:lnTo>
                      <a:pt x="834" y="3549"/>
                    </a:lnTo>
                    <a:lnTo>
                      <a:pt x="596" y="7884"/>
                    </a:lnTo>
                    <a:lnTo>
                      <a:pt x="596" y="8336"/>
                    </a:lnTo>
                    <a:cubicBezTo>
                      <a:pt x="596" y="8669"/>
                      <a:pt x="334" y="8931"/>
                      <a:pt x="1" y="8931"/>
                    </a:cubicBezTo>
                    <a:lnTo>
                      <a:pt x="715" y="8931"/>
                    </a:lnTo>
                    <a:cubicBezTo>
                      <a:pt x="1048" y="8931"/>
                      <a:pt x="1310" y="8669"/>
                      <a:pt x="1310" y="8336"/>
                    </a:cubicBezTo>
                    <a:lnTo>
                      <a:pt x="1310" y="7884"/>
                    </a:lnTo>
                    <a:lnTo>
                      <a:pt x="1072" y="3692"/>
                    </a:lnTo>
                    <a:lnTo>
                      <a:pt x="1310" y="1144"/>
                    </a:lnTo>
                    <a:lnTo>
                      <a:pt x="1310" y="596"/>
                    </a:lnTo>
                    <a:cubicBezTo>
                      <a:pt x="1310" y="263"/>
                      <a:pt x="1048" y="1"/>
                      <a:pt x="715"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66"/>
              <p:cNvSpPr/>
              <p:nvPr/>
            </p:nvSpPr>
            <p:spPr>
              <a:xfrm>
                <a:off x="2361137" y="4022307"/>
                <a:ext cx="240516" cy="225369"/>
              </a:xfrm>
              <a:custGeom>
                <a:avLst/>
                <a:gdLst/>
                <a:ahLst/>
                <a:cxnLst/>
                <a:rect l="l" t="t" r="r" b="b"/>
                <a:pathLst>
                  <a:path w="7193" h="6740" extrusionOk="0">
                    <a:moveTo>
                      <a:pt x="0" y="0"/>
                    </a:moveTo>
                    <a:lnTo>
                      <a:pt x="0" y="6740"/>
                    </a:lnTo>
                    <a:lnTo>
                      <a:pt x="6954" y="6740"/>
                    </a:lnTo>
                    <a:lnTo>
                      <a:pt x="7192" y="3239"/>
                    </a:lnTo>
                    <a:lnTo>
                      <a:pt x="695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66"/>
              <p:cNvSpPr/>
              <p:nvPr/>
            </p:nvSpPr>
            <p:spPr>
              <a:xfrm>
                <a:off x="2593655" y="4022307"/>
                <a:ext cx="23908" cy="225369"/>
              </a:xfrm>
              <a:custGeom>
                <a:avLst/>
                <a:gdLst/>
                <a:ahLst/>
                <a:cxnLst/>
                <a:rect l="l" t="t" r="r" b="b"/>
                <a:pathLst>
                  <a:path w="715" h="6740" extrusionOk="0">
                    <a:moveTo>
                      <a:pt x="0" y="0"/>
                    </a:moveTo>
                    <a:lnTo>
                      <a:pt x="0" y="6740"/>
                    </a:lnTo>
                    <a:lnTo>
                      <a:pt x="714" y="6740"/>
                    </a:lnTo>
                    <a:lnTo>
                      <a:pt x="71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66"/>
              <p:cNvSpPr/>
              <p:nvPr/>
            </p:nvSpPr>
            <p:spPr>
              <a:xfrm>
                <a:off x="2404905" y="3885350"/>
                <a:ext cx="152141" cy="66106"/>
              </a:xfrm>
              <a:custGeom>
                <a:avLst/>
                <a:gdLst/>
                <a:ahLst/>
                <a:cxnLst/>
                <a:rect l="l" t="t" r="r" b="b"/>
                <a:pathLst>
                  <a:path w="4550" h="1977" extrusionOk="0">
                    <a:moveTo>
                      <a:pt x="358" y="0"/>
                    </a:moveTo>
                    <a:cubicBezTo>
                      <a:pt x="144" y="0"/>
                      <a:pt x="1" y="143"/>
                      <a:pt x="1" y="357"/>
                    </a:cubicBezTo>
                    <a:lnTo>
                      <a:pt x="1" y="1620"/>
                    </a:lnTo>
                    <a:cubicBezTo>
                      <a:pt x="1" y="1810"/>
                      <a:pt x="144" y="1977"/>
                      <a:pt x="358" y="1977"/>
                    </a:cubicBezTo>
                    <a:lnTo>
                      <a:pt x="1073" y="1977"/>
                    </a:lnTo>
                    <a:lnTo>
                      <a:pt x="1216" y="1715"/>
                    </a:lnTo>
                    <a:lnTo>
                      <a:pt x="1430" y="1977"/>
                    </a:lnTo>
                    <a:lnTo>
                      <a:pt x="2311" y="1977"/>
                    </a:lnTo>
                    <a:lnTo>
                      <a:pt x="2501" y="1715"/>
                    </a:lnTo>
                    <a:lnTo>
                      <a:pt x="2668" y="1977"/>
                    </a:lnTo>
                    <a:lnTo>
                      <a:pt x="3573" y="1977"/>
                    </a:lnTo>
                    <a:lnTo>
                      <a:pt x="3740" y="1715"/>
                    </a:lnTo>
                    <a:lnTo>
                      <a:pt x="3954" y="1977"/>
                    </a:lnTo>
                    <a:lnTo>
                      <a:pt x="4192" y="1977"/>
                    </a:lnTo>
                    <a:cubicBezTo>
                      <a:pt x="4407" y="1977"/>
                      <a:pt x="4550" y="1810"/>
                      <a:pt x="4550" y="1620"/>
                    </a:cubicBezTo>
                    <a:lnTo>
                      <a:pt x="4550" y="357"/>
                    </a:lnTo>
                    <a:cubicBezTo>
                      <a:pt x="4550" y="191"/>
                      <a:pt x="4407" y="0"/>
                      <a:pt x="4169" y="0"/>
                    </a:cubicBezTo>
                    <a:lnTo>
                      <a:pt x="3930" y="0"/>
                    </a:lnTo>
                    <a:lnTo>
                      <a:pt x="3740" y="238"/>
                    </a:lnTo>
                    <a:lnTo>
                      <a:pt x="3573" y="0"/>
                    </a:lnTo>
                    <a:lnTo>
                      <a:pt x="2668" y="0"/>
                    </a:lnTo>
                    <a:lnTo>
                      <a:pt x="2454" y="238"/>
                    </a:lnTo>
                    <a:lnTo>
                      <a:pt x="2311" y="0"/>
                    </a:lnTo>
                    <a:lnTo>
                      <a:pt x="1430" y="0"/>
                    </a:lnTo>
                    <a:lnTo>
                      <a:pt x="1263" y="238"/>
                    </a:lnTo>
                    <a:lnTo>
                      <a:pt x="1073"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66"/>
              <p:cNvSpPr/>
              <p:nvPr/>
            </p:nvSpPr>
            <p:spPr>
              <a:xfrm>
                <a:off x="2537114" y="3885350"/>
                <a:ext cx="35845" cy="66106"/>
              </a:xfrm>
              <a:custGeom>
                <a:avLst/>
                <a:gdLst/>
                <a:ahLst/>
                <a:cxnLst/>
                <a:rect l="l" t="t" r="r" b="b"/>
                <a:pathLst>
                  <a:path w="1072" h="1977" extrusionOk="0">
                    <a:moveTo>
                      <a:pt x="0" y="0"/>
                    </a:moveTo>
                    <a:cubicBezTo>
                      <a:pt x="215" y="0"/>
                      <a:pt x="357" y="143"/>
                      <a:pt x="357" y="357"/>
                    </a:cubicBezTo>
                    <a:lnTo>
                      <a:pt x="357" y="1620"/>
                    </a:lnTo>
                    <a:cubicBezTo>
                      <a:pt x="357" y="1810"/>
                      <a:pt x="215" y="1977"/>
                      <a:pt x="0" y="1977"/>
                    </a:cubicBezTo>
                    <a:lnTo>
                      <a:pt x="715" y="1977"/>
                    </a:lnTo>
                    <a:cubicBezTo>
                      <a:pt x="929" y="1977"/>
                      <a:pt x="1072" y="1810"/>
                      <a:pt x="1072" y="1620"/>
                    </a:cubicBezTo>
                    <a:lnTo>
                      <a:pt x="1072" y="357"/>
                    </a:lnTo>
                    <a:cubicBezTo>
                      <a:pt x="1072" y="191"/>
                      <a:pt x="929" y="0"/>
                      <a:pt x="715"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66"/>
              <p:cNvSpPr/>
              <p:nvPr/>
            </p:nvSpPr>
            <p:spPr>
              <a:xfrm>
                <a:off x="2440749" y="3885350"/>
                <a:ext cx="11971" cy="66908"/>
              </a:xfrm>
              <a:custGeom>
                <a:avLst/>
                <a:gdLst/>
                <a:ahLst/>
                <a:cxnLst/>
                <a:rect l="l" t="t" r="r" b="b"/>
                <a:pathLst>
                  <a:path w="358" h="2001" extrusionOk="0">
                    <a:moveTo>
                      <a:pt x="1" y="0"/>
                    </a:moveTo>
                    <a:lnTo>
                      <a:pt x="1" y="2001"/>
                    </a:lnTo>
                    <a:lnTo>
                      <a:pt x="358" y="2001"/>
                    </a:lnTo>
                    <a:lnTo>
                      <a:pt x="358"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66"/>
              <p:cNvSpPr/>
              <p:nvPr/>
            </p:nvSpPr>
            <p:spPr>
              <a:xfrm>
                <a:off x="2483749" y="3885350"/>
                <a:ext cx="11971" cy="66908"/>
              </a:xfrm>
              <a:custGeom>
                <a:avLst/>
                <a:gdLst/>
                <a:ahLst/>
                <a:cxnLst/>
                <a:rect l="l" t="t" r="r" b="b"/>
                <a:pathLst>
                  <a:path w="358" h="2001" extrusionOk="0">
                    <a:moveTo>
                      <a:pt x="1" y="0"/>
                    </a:moveTo>
                    <a:lnTo>
                      <a:pt x="1" y="2001"/>
                    </a:lnTo>
                    <a:lnTo>
                      <a:pt x="358" y="2001"/>
                    </a:lnTo>
                    <a:lnTo>
                      <a:pt x="358"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66"/>
              <p:cNvSpPr/>
              <p:nvPr/>
            </p:nvSpPr>
            <p:spPr>
              <a:xfrm>
                <a:off x="2525143" y="3885350"/>
                <a:ext cx="12004" cy="66908"/>
              </a:xfrm>
              <a:custGeom>
                <a:avLst/>
                <a:gdLst/>
                <a:ahLst/>
                <a:cxnLst/>
                <a:rect l="l" t="t" r="r" b="b"/>
                <a:pathLst>
                  <a:path w="359" h="2001" extrusionOk="0">
                    <a:moveTo>
                      <a:pt x="1" y="0"/>
                    </a:moveTo>
                    <a:lnTo>
                      <a:pt x="1" y="2001"/>
                    </a:lnTo>
                    <a:lnTo>
                      <a:pt x="358" y="2001"/>
                    </a:lnTo>
                    <a:lnTo>
                      <a:pt x="358"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66"/>
              <p:cNvSpPr/>
              <p:nvPr/>
            </p:nvSpPr>
            <p:spPr>
              <a:xfrm>
                <a:off x="2408918" y="4062698"/>
                <a:ext cx="160065" cy="145152"/>
              </a:xfrm>
              <a:custGeom>
                <a:avLst/>
                <a:gdLst/>
                <a:ahLst/>
                <a:cxnLst/>
                <a:rect l="l" t="t" r="r" b="b"/>
                <a:pathLst>
                  <a:path w="4787" h="4341" extrusionOk="0">
                    <a:moveTo>
                      <a:pt x="2393" y="1"/>
                    </a:moveTo>
                    <a:cubicBezTo>
                      <a:pt x="1834" y="1"/>
                      <a:pt x="1274" y="209"/>
                      <a:pt x="857" y="626"/>
                    </a:cubicBezTo>
                    <a:cubicBezTo>
                      <a:pt x="0" y="1459"/>
                      <a:pt x="0" y="2817"/>
                      <a:pt x="857" y="3698"/>
                    </a:cubicBezTo>
                    <a:cubicBezTo>
                      <a:pt x="1274" y="4127"/>
                      <a:pt x="1828" y="4341"/>
                      <a:pt x="2384" y="4341"/>
                    </a:cubicBezTo>
                    <a:cubicBezTo>
                      <a:pt x="2941" y="4341"/>
                      <a:pt x="3501" y="4127"/>
                      <a:pt x="3929" y="3698"/>
                    </a:cubicBezTo>
                    <a:cubicBezTo>
                      <a:pt x="4787" y="2865"/>
                      <a:pt x="4787" y="1483"/>
                      <a:pt x="3929" y="626"/>
                    </a:cubicBezTo>
                    <a:cubicBezTo>
                      <a:pt x="3513" y="209"/>
                      <a:pt x="2953" y="1"/>
                      <a:pt x="2393"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66"/>
              <p:cNvSpPr/>
              <p:nvPr/>
            </p:nvSpPr>
            <p:spPr>
              <a:xfrm>
                <a:off x="2445531" y="4132179"/>
                <a:ext cx="87640" cy="50190"/>
              </a:xfrm>
              <a:custGeom>
                <a:avLst/>
                <a:gdLst/>
                <a:ahLst/>
                <a:cxnLst/>
                <a:rect l="l" t="t" r="r" b="b"/>
                <a:pathLst>
                  <a:path w="2621" h="1501" extrusionOk="0">
                    <a:moveTo>
                      <a:pt x="191" y="1"/>
                    </a:moveTo>
                    <a:cubicBezTo>
                      <a:pt x="96" y="1"/>
                      <a:pt x="1" y="96"/>
                      <a:pt x="1" y="191"/>
                    </a:cubicBezTo>
                    <a:cubicBezTo>
                      <a:pt x="1" y="906"/>
                      <a:pt x="596" y="1501"/>
                      <a:pt x="1310" y="1501"/>
                    </a:cubicBezTo>
                    <a:cubicBezTo>
                      <a:pt x="2025" y="1501"/>
                      <a:pt x="2596" y="906"/>
                      <a:pt x="2620" y="191"/>
                    </a:cubicBezTo>
                    <a:cubicBezTo>
                      <a:pt x="2620" y="96"/>
                      <a:pt x="2525" y="1"/>
                      <a:pt x="2453" y="1"/>
                    </a:cubicBezTo>
                    <a:cubicBezTo>
                      <a:pt x="2358" y="1"/>
                      <a:pt x="2263" y="96"/>
                      <a:pt x="2263" y="191"/>
                    </a:cubicBezTo>
                    <a:cubicBezTo>
                      <a:pt x="2263" y="715"/>
                      <a:pt x="1858" y="1144"/>
                      <a:pt x="1310" y="1144"/>
                    </a:cubicBezTo>
                    <a:cubicBezTo>
                      <a:pt x="786" y="1144"/>
                      <a:pt x="358" y="715"/>
                      <a:pt x="358" y="191"/>
                    </a:cubicBezTo>
                    <a:cubicBezTo>
                      <a:pt x="358" y="96"/>
                      <a:pt x="262" y="1"/>
                      <a:pt x="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66"/>
              <p:cNvSpPr/>
              <p:nvPr/>
            </p:nvSpPr>
            <p:spPr>
              <a:xfrm>
                <a:off x="2471812" y="4111482"/>
                <a:ext cx="11971" cy="11971"/>
              </a:xfrm>
              <a:custGeom>
                <a:avLst/>
                <a:gdLst/>
                <a:ahLst/>
                <a:cxnLst/>
                <a:rect l="l" t="t" r="r" b="b"/>
                <a:pathLst>
                  <a:path w="358" h="358" extrusionOk="0">
                    <a:moveTo>
                      <a:pt x="167" y="0"/>
                    </a:moveTo>
                    <a:cubicBezTo>
                      <a:pt x="72" y="0"/>
                      <a:pt x="0" y="72"/>
                      <a:pt x="0" y="167"/>
                    </a:cubicBezTo>
                    <a:cubicBezTo>
                      <a:pt x="0" y="262"/>
                      <a:pt x="72" y="358"/>
                      <a:pt x="167" y="358"/>
                    </a:cubicBezTo>
                    <a:cubicBezTo>
                      <a:pt x="286" y="358"/>
                      <a:pt x="358" y="262"/>
                      <a:pt x="358" y="167"/>
                    </a:cubicBezTo>
                    <a:cubicBezTo>
                      <a:pt x="358" y="72"/>
                      <a:pt x="262"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66"/>
              <p:cNvSpPr/>
              <p:nvPr/>
            </p:nvSpPr>
            <p:spPr>
              <a:xfrm>
                <a:off x="2585664" y="4196344"/>
                <a:ext cx="66139" cy="65671"/>
              </a:xfrm>
              <a:custGeom>
                <a:avLst/>
                <a:gdLst/>
                <a:ahLst/>
                <a:cxnLst/>
                <a:rect l="l" t="t" r="r" b="b"/>
                <a:pathLst>
                  <a:path w="1978" h="1964" extrusionOk="0">
                    <a:moveTo>
                      <a:pt x="827" y="0"/>
                    </a:moveTo>
                    <a:cubicBezTo>
                      <a:pt x="800" y="0"/>
                      <a:pt x="771" y="3"/>
                      <a:pt x="739" y="11"/>
                    </a:cubicBezTo>
                    <a:cubicBezTo>
                      <a:pt x="334" y="106"/>
                      <a:pt x="1" y="487"/>
                      <a:pt x="1" y="963"/>
                    </a:cubicBezTo>
                    <a:cubicBezTo>
                      <a:pt x="1" y="1178"/>
                      <a:pt x="72" y="1392"/>
                      <a:pt x="191" y="1535"/>
                    </a:cubicBezTo>
                    <a:cubicBezTo>
                      <a:pt x="239" y="1606"/>
                      <a:pt x="334" y="1654"/>
                      <a:pt x="358" y="1678"/>
                    </a:cubicBezTo>
                    <a:cubicBezTo>
                      <a:pt x="406" y="1749"/>
                      <a:pt x="406" y="1773"/>
                      <a:pt x="453" y="1797"/>
                    </a:cubicBezTo>
                    <a:cubicBezTo>
                      <a:pt x="549" y="1868"/>
                      <a:pt x="668" y="1916"/>
                      <a:pt x="787" y="1963"/>
                    </a:cubicBezTo>
                    <a:lnTo>
                      <a:pt x="1025" y="1963"/>
                    </a:lnTo>
                    <a:cubicBezTo>
                      <a:pt x="1549" y="1963"/>
                      <a:pt x="1977" y="1535"/>
                      <a:pt x="1977" y="1011"/>
                    </a:cubicBezTo>
                    <a:cubicBezTo>
                      <a:pt x="1977" y="439"/>
                      <a:pt x="1549" y="11"/>
                      <a:pt x="977" y="11"/>
                    </a:cubicBezTo>
                    <a:cubicBezTo>
                      <a:pt x="930" y="11"/>
                      <a:pt x="882" y="0"/>
                      <a:pt x="827"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66"/>
              <p:cNvSpPr/>
              <p:nvPr/>
            </p:nvSpPr>
            <p:spPr>
              <a:xfrm>
                <a:off x="2494114" y="4111482"/>
                <a:ext cx="11971" cy="11971"/>
              </a:xfrm>
              <a:custGeom>
                <a:avLst/>
                <a:gdLst/>
                <a:ahLst/>
                <a:cxnLst/>
                <a:rect l="l" t="t" r="r" b="b"/>
                <a:pathLst>
                  <a:path w="358" h="358" extrusionOk="0">
                    <a:moveTo>
                      <a:pt x="191" y="0"/>
                    </a:moveTo>
                    <a:cubicBezTo>
                      <a:pt x="95" y="0"/>
                      <a:pt x="0" y="72"/>
                      <a:pt x="0" y="167"/>
                    </a:cubicBezTo>
                    <a:cubicBezTo>
                      <a:pt x="0" y="262"/>
                      <a:pt x="95" y="358"/>
                      <a:pt x="191" y="358"/>
                    </a:cubicBezTo>
                    <a:cubicBezTo>
                      <a:pt x="286" y="358"/>
                      <a:pt x="357" y="262"/>
                      <a:pt x="357" y="167"/>
                    </a:cubicBezTo>
                    <a:cubicBezTo>
                      <a:pt x="357" y="72"/>
                      <a:pt x="286" y="0"/>
                      <a:pt x="1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66"/>
              <p:cNvSpPr/>
              <p:nvPr/>
            </p:nvSpPr>
            <p:spPr>
              <a:xfrm>
                <a:off x="2668486" y="3961786"/>
                <a:ext cx="40660" cy="66106"/>
              </a:xfrm>
              <a:custGeom>
                <a:avLst/>
                <a:gdLst/>
                <a:ahLst/>
                <a:cxnLst/>
                <a:rect l="l" t="t" r="r" b="b"/>
                <a:pathLst>
                  <a:path w="1216" h="1977" extrusionOk="0">
                    <a:moveTo>
                      <a:pt x="239" y="0"/>
                    </a:moveTo>
                    <a:cubicBezTo>
                      <a:pt x="143" y="0"/>
                      <a:pt x="96" y="0"/>
                      <a:pt x="1" y="48"/>
                    </a:cubicBezTo>
                    <a:cubicBezTo>
                      <a:pt x="239" y="96"/>
                      <a:pt x="405" y="239"/>
                      <a:pt x="572" y="429"/>
                    </a:cubicBezTo>
                    <a:cubicBezTo>
                      <a:pt x="596" y="453"/>
                      <a:pt x="620" y="477"/>
                      <a:pt x="644" y="548"/>
                    </a:cubicBezTo>
                    <a:cubicBezTo>
                      <a:pt x="691" y="596"/>
                      <a:pt x="715" y="691"/>
                      <a:pt x="715" y="762"/>
                    </a:cubicBezTo>
                    <a:cubicBezTo>
                      <a:pt x="739" y="834"/>
                      <a:pt x="739" y="905"/>
                      <a:pt x="739" y="1001"/>
                    </a:cubicBezTo>
                    <a:cubicBezTo>
                      <a:pt x="739" y="1429"/>
                      <a:pt x="453" y="1834"/>
                      <a:pt x="1" y="1953"/>
                    </a:cubicBezTo>
                    <a:cubicBezTo>
                      <a:pt x="96" y="1977"/>
                      <a:pt x="143" y="1977"/>
                      <a:pt x="239" y="1977"/>
                    </a:cubicBezTo>
                    <a:cubicBezTo>
                      <a:pt x="763" y="1977"/>
                      <a:pt x="1215" y="1524"/>
                      <a:pt x="1215" y="1001"/>
                    </a:cubicBezTo>
                    <a:cubicBezTo>
                      <a:pt x="1215" y="786"/>
                      <a:pt x="1167" y="572"/>
                      <a:pt x="1072" y="429"/>
                    </a:cubicBezTo>
                    <a:cubicBezTo>
                      <a:pt x="1048" y="405"/>
                      <a:pt x="953" y="334"/>
                      <a:pt x="929" y="310"/>
                    </a:cubicBezTo>
                    <a:cubicBezTo>
                      <a:pt x="858" y="286"/>
                      <a:pt x="858" y="215"/>
                      <a:pt x="810" y="191"/>
                    </a:cubicBezTo>
                    <a:cubicBezTo>
                      <a:pt x="644" y="72"/>
                      <a:pt x="453" y="0"/>
                      <a:pt x="239"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66"/>
              <p:cNvSpPr/>
              <p:nvPr/>
            </p:nvSpPr>
            <p:spPr>
              <a:xfrm>
                <a:off x="2648591" y="3975328"/>
                <a:ext cx="47013" cy="46211"/>
              </a:xfrm>
              <a:custGeom>
                <a:avLst/>
                <a:gdLst/>
                <a:ahLst/>
                <a:cxnLst/>
                <a:rect l="l" t="t" r="r" b="b"/>
                <a:pathLst>
                  <a:path w="1406" h="1382" extrusionOk="0">
                    <a:moveTo>
                      <a:pt x="1143" y="0"/>
                    </a:moveTo>
                    <a:lnTo>
                      <a:pt x="0" y="1119"/>
                    </a:lnTo>
                    <a:cubicBezTo>
                      <a:pt x="95" y="1239"/>
                      <a:pt x="167" y="1334"/>
                      <a:pt x="262" y="1381"/>
                    </a:cubicBezTo>
                    <a:lnTo>
                      <a:pt x="1405" y="262"/>
                    </a:lnTo>
                    <a:cubicBezTo>
                      <a:pt x="1334" y="167"/>
                      <a:pt x="1262" y="72"/>
                      <a:pt x="11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66"/>
              <p:cNvSpPr/>
              <p:nvPr/>
            </p:nvSpPr>
            <p:spPr>
              <a:xfrm>
                <a:off x="2681225" y="4101919"/>
                <a:ext cx="42232" cy="66942"/>
              </a:xfrm>
              <a:custGeom>
                <a:avLst/>
                <a:gdLst/>
                <a:ahLst/>
                <a:cxnLst/>
                <a:rect l="l" t="t" r="r" b="b"/>
                <a:pathLst>
                  <a:path w="1263" h="2002" extrusionOk="0">
                    <a:moveTo>
                      <a:pt x="286" y="1"/>
                    </a:moveTo>
                    <a:cubicBezTo>
                      <a:pt x="191" y="1"/>
                      <a:pt x="120" y="1"/>
                      <a:pt x="48" y="48"/>
                    </a:cubicBezTo>
                    <a:cubicBezTo>
                      <a:pt x="453" y="144"/>
                      <a:pt x="786" y="525"/>
                      <a:pt x="786" y="1001"/>
                    </a:cubicBezTo>
                    <a:cubicBezTo>
                      <a:pt x="786" y="1096"/>
                      <a:pt x="786" y="1168"/>
                      <a:pt x="739" y="1239"/>
                    </a:cubicBezTo>
                    <a:cubicBezTo>
                      <a:pt x="715" y="1334"/>
                      <a:pt x="739" y="1382"/>
                      <a:pt x="715" y="1453"/>
                    </a:cubicBezTo>
                    <a:cubicBezTo>
                      <a:pt x="691" y="1501"/>
                      <a:pt x="596" y="1525"/>
                      <a:pt x="572" y="1596"/>
                    </a:cubicBezTo>
                    <a:cubicBezTo>
                      <a:pt x="429" y="1763"/>
                      <a:pt x="239" y="1930"/>
                      <a:pt x="1" y="1977"/>
                    </a:cubicBezTo>
                    <a:cubicBezTo>
                      <a:pt x="96" y="2001"/>
                      <a:pt x="143" y="2001"/>
                      <a:pt x="239" y="2001"/>
                    </a:cubicBezTo>
                    <a:cubicBezTo>
                      <a:pt x="453" y="2001"/>
                      <a:pt x="667" y="1953"/>
                      <a:pt x="810" y="1834"/>
                    </a:cubicBezTo>
                    <a:cubicBezTo>
                      <a:pt x="858" y="1811"/>
                      <a:pt x="858" y="1739"/>
                      <a:pt x="906" y="1715"/>
                    </a:cubicBezTo>
                    <a:cubicBezTo>
                      <a:pt x="953" y="1644"/>
                      <a:pt x="1048" y="1620"/>
                      <a:pt x="1072" y="1572"/>
                    </a:cubicBezTo>
                    <a:cubicBezTo>
                      <a:pt x="1191" y="1406"/>
                      <a:pt x="1263" y="1215"/>
                      <a:pt x="1263" y="1001"/>
                    </a:cubicBezTo>
                    <a:cubicBezTo>
                      <a:pt x="1263" y="453"/>
                      <a:pt x="834" y="25"/>
                      <a:pt x="286"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66"/>
              <p:cNvSpPr/>
              <p:nvPr/>
            </p:nvSpPr>
            <p:spPr>
              <a:xfrm>
                <a:off x="2610373" y="4195876"/>
                <a:ext cx="42232" cy="66942"/>
              </a:xfrm>
              <a:custGeom>
                <a:avLst/>
                <a:gdLst/>
                <a:ahLst/>
                <a:cxnLst/>
                <a:rect l="l" t="t" r="r" b="b"/>
                <a:pathLst>
                  <a:path w="1263" h="2002" extrusionOk="0">
                    <a:moveTo>
                      <a:pt x="238" y="1"/>
                    </a:moveTo>
                    <a:cubicBezTo>
                      <a:pt x="167" y="1"/>
                      <a:pt x="95" y="1"/>
                      <a:pt x="0" y="25"/>
                    </a:cubicBezTo>
                    <a:cubicBezTo>
                      <a:pt x="238" y="96"/>
                      <a:pt x="429" y="239"/>
                      <a:pt x="572" y="429"/>
                    </a:cubicBezTo>
                    <a:cubicBezTo>
                      <a:pt x="643" y="477"/>
                      <a:pt x="691" y="501"/>
                      <a:pt x="715" y="572"/>
                    </a:cubicBezTo>
                    <a:cubicBezTo>
                      <a:pt x="762" y="668"/>
                      <a:pt x="715" y="715"/>
                      <a:pt x="762" y="787"/>
                    </a:cubicBezTo>
                    <a:cubicBezTo>
                      <a:pt x="786" y="858"/>
                      <a:pt x="786" y="930"/>
                      <a:pt x="786" y="1025"/>
                    </a:cubicBezTo>
                    <a:cubicBezTo>
                      <a:pt x="786" y="1453"/>
                      <a:pt x="453" y="1858"/>
                      <a:pt x="48" y="1977"/>
                    </a:cubicBezTo>
                    <a:cubicBezTo>
                      <a:pt x="119" y="2001"/>
                      <a:pt x="191" y="2001"/>
                      <a:pt x="286" y="2001"/>
                    </a:cubicBezTo>
                    <a:cubicBezTo>
                      <a:pt x="810" y="2001"/>
                      <a:pt x="1262" y="1549"/>
                      <a:pt x="1262" y="1025"/>
                    </a:cubicBezTo>
                    <a:cubicBezTo>
                      <a:pt x="1262" y="810"/>
                      <a:pt x="1215" y="596"/>
                      <a:pt x="1072" y="429"/>
                    </a:cubicBezTo>
                    <a:cubicBezTo>
                      <a:pt x="1048" y="382"/>
                      <a:pt x="953" y="334"/>
                      <a:pt x="929" y="310"/>
                    </a:cubicBezTo>
                    <a:cubicBezTo>
                      <a:pt x="881" y="263"/>
                      <a:pt x="881" y="215"/>
                      <a:pt x="810" y="191"/>
                    </a:cubicBezTo>
                    <a:cubicBezTo>
                      <a:pt x="667" y="72"/>
                      <a:pt x="453" y="1"/>
                      <a:pt x="238"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6"/>
              <p:cNvSpPr/>
              <p:nvPr/>
            </p:nvSpPr>
            <p:spPr>
              <a:xfrm>
                <a:off x="2592050" y="4210221"/>
                <a:ext cx="47013" cy="46211"/>
              </a:xfrm>
              <a:custGeom>
                <a:avLst/>
                <a:gdLst/>
                <a:ahLst/>
                <a:cxnLst/>
                <a:rect l="l" t="t" r="r" b="b"/>
                <a:pathLst>
                  <a:path w="1406" h="1382" extrusionOk="0">
                    <a:moveTo>
                      <a:pt x="1120" y="0"/>
                    </a:moveTo>
                    <a:lnTo>
                      <a:pt x="0" y="1120"/>
                    </a:lnTo>
                    <a:cubicBezTo>
                      <a:pt x="72" y="1239"/>
                      <a:pt x="167" y="1334"/>
                      <a:pt x="262" y="1382"/>
                    </a:cubicBezTo>
                    <a:lnTo>
                      <a:pt x="1405" y="262"/>
                    </a:lnTo>
                    <a:cubicBezTo>
                      <a:pt x="1334" y="167"/>
                      <a:pt x="1239" y="72"/>
                      <a:pt x="11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66"/>
              <p:cNvSpPr/>
              <p:nvPr/>
            </p:nvSpPr>
            <p:spPr>
              <a:xfrm>
                <a:off x="2663705" y="4108306"/>
                <a:ext cx="47013" cy="47013"/>
              </a:xfrm>
              <a:custGeom>
                <a:avLst/>
                <a:gdLst/>
                <a:ahLst/>
                <a:cxnLst/>
                <a:rect l="l" t="t" r="r" b="b"/>
                <a:pathLst>
                  <a:path w="1406" h="1406" extrusionOk="0">
                    <a:moveTo>
                      <a:pt x="263" y="0"/>
                    </a:moveTo>
                    <a:cubicBezTo>
                      <a:pt x="144" y="95"/>
                      <a:pt x="48" y="167"/>
                      <a:pt x="1" y="262"/>
                    </a:cubicBezTo>
                    <a:lnTo>
                      <a:pt x="1120" y="1405"/>
                    </a:lnTo>
                    <a:cubicBezTo>
                      <a:pt x="1239" y="1310"/>
                      <a:pt x="1334" y="1215"/>
                      <a:pt x="1406" y="1143"/>
                    </a:cubicBezTo>
                    <a:lnTo>
                      <a:pt x="2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66"/>
              <p:cNvSpPr/>
              <p:nvPr/>
            </p:nvSpPr>
            <p:spPr>
              <a:xfrm>
                <a:off x="2687612" y="3967370"/>
                <a:ext cx="15950" cy="19929"/>
              </a:xfrm>
              <a:custGeom>
                <a:avLst/>
                <a:gdLst/>
                <a:ahLst/>
                <a:cxnLst/>
                <a:rect l="l" t="t" r="r" b="b"/>
                <a:pathLst>
                  <a:path w="477" h="596" extrusionOk="0">
                    <a:moveTo>
                      <a:pt x="238" y="0"/>
                    </a:moveTo>
                    <a:lnTo>
                      <a:pt x="0" y="238"/>
                    </a:lnTo>
                    <a:cubicBezTo>
                      <a:pt x="48" y="357"/>
                      <a:pt x="119" y="476"/>
                      <a:pt x="143" y="595"/>
                    </a:cubicBezTo>
                    <a:lnTo>
                      <a:pt x="476" y="262"/>
                    </a:lnTo>
                    <a:cubicBezTo>
                      <a:pt x="405" y="167"/>
                      <a:pt x="334" y="72"/>
                      <a:pt x="2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66"/>
              <p:cNvSpPr/>
              <p:nvPr/>
            </p:nvSpPr>
            <p:spPr>
              <a:xfrm>
                <a:off x="2701120" y="4143347"/>
                <a:ext cx="17555" cy="19929"/>
              </a:xfrm>
              <a:custGeom>
                <a:avLst/>
                <a:gdLst/>
                <a:ahLst/>
                <a:cxnLst/>
                <a:rect l="l" t="t" r="r" b="b"/>
                <a:pathLst>
                  <a:path w="525" h="596" extrusionOk="0">
                    <a:moveTo>
                      <a:pt x="168" y="0"/>
                    </a:moveTo>
                    <a:cubicBezTo>
                      <a:pt x="120" y="143"/>
                      <a:pt x="96" y="262"/>
                      <a:pt x="1" y="357"/>
                    </a:cubicBezTo>
                    <a:lnTo>
                      <a:pt x="239" y="595"/>
                    </a:lnTo>
                    <a:cubicBezTo>
                      <a:pt x="358" y="500"/>
                      <a:pt x="453" y="405"/>
                      <a:pt x="525" y="333"/>
                    </a:cubicBezTo>
                    <a:lnTo>
                      <a:pt x="1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66"/>
              <p:cNvSpPr/>
              <p:nvPr/>
            </p:nvSpPr>
            <p:spPr>
              <a:xfrm>
                <a:off x="2631071" y="4202263"/>
                <a:ext cx="15950" cy="19929"/>
              </a:xfrm>
              <a:custGeom>
                <a:avLst/>
                <a:gdLst/>
                <a:ahLst/>
                <a:cxnLst/>
                <a:rect l="l" t="t" r="r" b="b"/>
                <a:pathLst>
                  <a:path w="477" h="596" extrusionOk="0">
                    <a:moveTo>
                      <a:pt x="238" y="0"/>
                    </a:moveTo>
                    <a:lnTo>
                      <a:pt x="0" y="238"/>
                    </a:lnTo>
                    <a:cubicBezTo>
                      <a:pt x="48" y="358"/>
                      <a:pt x="96" y="477"/>
                      <a:pt x="143" y="596"/>
                    </a:cubicBezTo>
                    <a:lnTo>
                      <a:pt x="477" y="262"/>
                    </a:lnTo>
                    <a:cubicBezTo>
                      <a:pt x="405" y="167"/>
                      <a:pt x="310" y="72"/>
                      <a:pt x="2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33" name="Google Shape;2733;p66"/>
          <p:cNvGrpSpPr/>
          <p:nvPr/>
        </p:nvGrpSpPr>
        <p:grpSpPr>
          <a:xfrm>
            <a:off x="3403359" y="3272350"/>
            <a:ext cx="666000" cy="666000"/>
            <a:chOff x="3055825" y="2467775"/>
            <a:chExt cx="666000" cy="666000"/>
          </a:xfrm>
        </p:grpSpPr>
        <p:sp>
          <p:nvSpPr>
            <p:cNvPr id="2734" name="Google Shape;2734;p66"/>
            <p:cNvSpPr/>
            <p:nvPr/>
          </p:nvSpPr>
          <p:spPr>
            <a:xfrm>
              <a:off x="3055825" y="2467775"/>
              <a:ext cx="666000" cy="6660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5" name="Google Shape;2735;p66"/>
            <p:cNvGrpSpPr/>
            <p:nvPr/>
          </p:nvGrpSpPr>
          <p:grpSpPr>
            <a:xfrm>
              <a:off x="3190134" y="2601669"/>
              <a:ext cx="397395" cy="398197"/>
              <a:chOff x="6402221" y="2020456"/>
              <a:chExt cx="397395" cy="398197"/>
            </a:xfrm>
          </p:grpSpPr>
          <p:sp>
            <p:nvSpPr>
              <p:cNvPr id="2736" name="Google Shape;2736;p66"/>
              <p:cNvSpPr/>
              <p:nvPr/>
            </p:nvSpPr>
            <p:spPr>
              <a:xfrm>
                <a:off x="6417368" y="2223516"/>
                <a:ext cx="350392" cy="182402"/>
              </a:xfrm>
              <a:custGeom>
                <a:avLst/>
                <a:gdLst/>
                <a:ahLst/>
                <a:cxnLst/>
                <a:rect l="l" t="t" r="r" b="b"/>
                <a:pathLst>
                  <a:path w="10479" h="5455" extrusionOk="0">
                    <a:moveTo>
                      <a:pt x="0" y="1"/>
                    </a:moveTo>
                    <a:lnTo>
                      <a:pt x="0" y="5454"/>
                    </a:lnTo>
                    <a:lnTo>
                      <a:pt x="10479" y="5454"/>
                    </a:lnTo>
                    <a:lnTo>
                      <a:pt x="104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66"/>
              <p:cNvSpPr/>
              <p:nvPr/>
            </p:nvSpPr>
            <p:spPr>
              <a:xfrm>
                <a:off x="6473875" y="2223516"/>
                <a:ext cx="37483" cy="182402"/>
              </a:xfrm>
              <a:custGeom>
                <a:avLst/>
                <a:gdLst/>
                <a:ahLst/>
                <a:cxnLst/>
                <a:rect l="l" t="t" r="r" b="b"/>
                <a:pathLst>
                  <a:path w="1121" h="5455" extrusionOk="0">
                    <a:moveTo>
                      <a:pt x="1" y="1"/>
                    </a:moveTo>
                    <a:lnTo>
                      <a:pt x="1" y="5454"/>
                    </a:lnTo>
                    <a:lnTo>
                      <a:pt x="1120" y="5454"/>
                    </a:lnTo>
                    <a:lnTo>
                      <a:pt x="6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66"/>
              <p:cNvSpPr/>
              <p:nvPr/>
            </p:nvSpPr>
            <p:spPr>
              <a:xfrm>
                <a:off x="6761364" y="2223516"/>
                <a:ext cx="23105" cy="182402"/>
              </a:xfrm>
              <a:custGeom>
                <a:avLst/>
                <a:gdLst/>
                <a:ahLst/>
                <a:cxnLst/>
                <a:rect l="l" t="t" r="r" b="b"/>
                <a:pathLst>
                  <a:path w="691" h="5455" extrusionOk="0">
                    <a:moveTo>
                      <a:pt x="0" y="1"/>
                    </a:moveTo>
                    <a:lnTo>
                      <a:pt x="0" y="5454"/>
                    </a:lnTo>
                    <a:lnTo>
                      <a:pt x="691" y="5454"/>
                    </a:lnTo>
                    <a:lnTo>
                      <a:pt x="6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6"/>
              <p:cNvSpPr/>
              <p:nvPr/>
            </p:nvSpPr>
            <p:spPr>
              <a:xfrm>
                <a:off x="6405397" y="2211579"/>
                <a:ext cx="375102" cy="25513"/>
              </a:xfrm>
              <a:custGeom>
                <a:avLst/>
                <a:gdLst/>
                <a:ahLst/>
                <a:cxnLst/>
                <a:rect l="l" t="t" r="r" b="b"/>
                <a:pathLst>
                  <a:path w="11218" h="763" extrusionOk="0">
                    <a:moveTo>
                      <a:pt x="120" y="0"/>
                    </a:moveTo>
                    <a:cubicBezTo>
                      <a:pt x="49" y="0"/>
                      <a:pt x="1" y="48"/>
                      <a:pt x="1" y="119"/>
                    </a:cubicBezTo>
                    <a:lnTo>
                      <a:pt x="1" y="643"/>
                    </a:lnTo>
                    <a:cubicBezTo>
                      <a:pt x="1" y="715"/>
                      <a:pt x="49" y="762"/>
                      <a:pt x="120" y="762"/>
                    </a:cubicBezTo>
                    <a:lnTo>
                      <a:pt x="2049" y="762"/>
                    </a:lnTo>
                    <a:lnTo>
                      <a:pt x="2454" y="524"/>
                    </a:lnTo>
                    <a:lnTo>
                      <a:pt x="2692" y="762"/>
                    </a:lnTo>
                    <a:lnTo>
                      <a:pt x="11098" y="762"/>
                    </a:lnTo>
                    <a:cubicBezTo>
                      <a:pt x="11146" y="762"/>
                      <a:pt x="11218" y="715"/>
                      <a:pt x="11218" y="643"/>
                    </a:cubicBezTo>
                    <a:lnTo>
                      <a:pt x="11218" y="119"/>
                    </a:lnTo>
                    <a:cubicBezTo>
                      <a:pt x="11218" y="48"/>
                      <a:pt x="11146" y="0"/>
                      <a:pt x="11098" y="0"/>
                    </a:cubicBezTo>
                    <a:lnTo>
                      <a:pt x="2692" y="0"/>
                    </a:lnTo>
                    <a:lnTo>
                      <a:pt x="2430" y="239"/>
                    </a:lnTo>
                    <a:lnTo>
                      <a:pt x="2049" y="0"/>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6"/>
              <p:cNvSpPr/>
              <p:nvPr/>
            </p:nvSpPr>
            <p:spPr>
              <a:xfrm>
                <a:off x="6473875" y="2210777"/>
                <a:ext cx="29525" cy="26315"/>
              </a:xfrm>
              <a:custGeom>
                <a:avLst/>
                <a:gdLst/>
                <a:ahLst/>
                <a:cxnLst/>
                <a:rect l="l" t="t" r="r" b="b"/>
                <a:pathLst>
                  <a:path w="883" h="787" extrusionOk="0">
                    <a:moveTo>
                      <a:pt x="1" y="1"/>
                    </a:moveTo>
                    <a:lnTo>
                      <a:pt x="1" y="786"/>
                    </a:lnTo>
                    <a:lnTo>
                      <a:pt x="882" y="786"/>
                    </a:lnTo>
                    <a:lnTo>
                      <a:pt x="644" y="1"/>
                    </a:ln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6"/>
              <p:cNvSpPr/>
              <p:nvPr/>
            </p:nvSpPr>
            <p:spPr>
              <a:xfrm>
                <a:off x="6579000" y="2100904"/>
                <a:ext cx="11971" cy="64534"/>
              </a:xfrm>
              <a:custGeom>
                <a:avLst/>
                <a:gdLst/>
                <a:ahLst/>
                <a:cxnLst/>
                <a:rect l="l" t="t" r="r" b="b"/>
                <a:pathLst>
                  <a:path w="358" h="1930" extrusionOk="0">
                    <a:moveTo>
                      <a:pt x="191" y="0"/>
                    </a:moveTo>
                    <a:cubicBezTo>
                      <a:pt x="96" y="0"/>
                      <a:pt x="1" y="72"/>
                      <a:pt x="1" y="167"/>
                    </a:cubicBezTo>
                    <a:lnTo>
                      <a:pt x="1" y="1739"/>
                    </a:lnTo>
                    <a:cubicBezTo>
                      <a:pt x="1" y="1834"/>
                      <a:pt x="96" y="1929"/>
                      <a:pt x="191" y="1929"/>
                    </a:cubicBezTo>
                    <a:cubicBezTo>
                      <a:pt x="286" y="1929"/>
                      <a:pt x="358" y="1834"/>
                      <a:pt x="358" y="1739"/>
                    </a:cubicBezTo>
                    <a:lnTo>
                      <a:pt x="358" y="167"/>
                    </a:lnTo>
                    <a:cubicBezTo>
                      <a:pt x="358" y="72"/>
                      <a:pt x="262" y="0"/>
                      <a:pt x="1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6"/>
              <p:cNvSpPr/>
              <p:nvPr/>
            </p:nvSpPr>
            <p:spPr>
              <a:xfrm>
                <a:off x="6610063" y="2100904"/>
                <a:ext cx="11971" cy="64534"/>
              </a:xfrm>
              <a:custGeom>
                <a:avLst/>
                <a:gdLst/>
                <a:ahLst/>
                <a:cxnLst/>
                <a:rect l="l" t="t" r="r" b="b"/>
                <a:pathLst>
                  <a:path w="358" h="1930" extrusionOk="0">
                    <a:moveTo>
                      <a:pt x="191" y="0"/>
                    </a:moveTo>
                    <a:cubicBezTo>
                      <a:pt x="96" y="0"/>
                      <a:pt x="0" y="72"/>
                      <a:pt x="0" y="167"/>
                    </a:cubicBezTo>
                    <a:lnTo>
                      <a:pt x="0" y="1739"/>
                    </a:lnTo>
                    <a:cubicBezTo>
                      <a:pt x="0" y="1834"/>
                      <a:pt x="96" y="1929"/>
                      <a:pt x="191" y="1929"/>
                    </a:cubicBezTo>
                    <a:cubicBezTo>
                      <a:pt x="262" y="1929"/>
                      <a:pt x="357" y="1834"/>
                      <a:pt x="357" y="1739"/>
                    </a:cubicBezTo>
                    <a:lnTo>
                      <a:pt x="357" y="167"/>
                    </a:lnTo>
                    <a:cubicBezTo>
                      <a:pt x="357" y="72"/>
                      <a:pt x="262" y="0"/>
                      <a:pt x="1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6"/>
              <p:cNvSpPr/>
              <p:nvPr/>
            </p:nvSpPr>
            <p:spPr>
              <a:xfrm>
                <a:off x="6495375" y="2159820"/>
                <a:ext cx="186381" cy="238911"/>
              </a:xfrm>
              <a:custGeom>
                <a:avLst/>
                <a:gdLst/>
                <a:ahLst/>
                <a:cxnLst/>
                <a:rect l="l" t="t" r="r" b="b"/>
                <a:pathLst>
                  <a:path w="5574" h="7145" extrusionOk="0">
                    <a:moveTo>
                      <a:pt x="1" y="0"/>
                    </a:moveTo>
                    <a:lnTo>
                      <a:pt x="1" y="7145"/>
                    </a:lnTo>
                    <a:lnTo>
                      <a:pt x="5574" y="7145"/>
                    </a:lnTo>
                    <a:lnTo>
                      <a:pt x="55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6"/>
              <p:cNvSpPr/>
              <p:nvPr/>
            </p:nvSpPr>
            <p:spPr>
              <a:xfrm>
                <a:off x="6674562" y="2159820"/>
                <a:ext cx="31063" cy="238911"/>
              </a:xfrm>
              <a:custGeom>
                <a:avLst/>
                <a:gdLst/>
                <a:ahLst/>
                <a:cxnLst/>
                <a:rect l="l" t="t" r="r" b="b"/>
                <a:pathLst>
                  <a:path w="929" h="7145" extrusionOk="0">
                    <a:moveTo>
                      <a:pt x="0" y="0"/>
                    </a:moveTo>
                    <a:lnTo>
                      <a:pt x="0" y="7145"/>
                    </a:lnTo>
                    <a:lnTo>
                      <a:pt x="929" y="7145"/>
                    </a:lnTo>
                    <a:lnTo>
                      <a:pt x="9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6"/>
              <p:cNvSpPr/>
              <p:nvPr/>
            </p:nvSpPr>
            <p:spPr>
              <a:xfrm>
                <a:off x="6478657" y="2146278"/>
                <a:ext cx="229381" cy="26315"/>
              </a:xfrm>
              <a:custGeom>
                <a:avLst/>
                <a:gdLst/>
                <a:ahLst/>
                <a:cxnLst/>
                <a:rect l="l" t="t" r="r" b="b"/>
                <a:pathLst>
                  <a:path w="6860" h="787" extrusionOk="0">
                    <a:moveTo>
                      <a:pt x="120" y="1"/>
                    </a:moveTo>
                    <a:cubicBezTo>
                      <a:pt x="72" y="1"/>
                      <a:pt x="1" y="72"/>
                      <a:pt x="1" y="120"/>
                    </a:cubicBezTo>
                    <a:lnTo>
                      <a:pt x="1" y="667"/>
                    </a:lnTo>
                    <a:cubicBezTo>
                      <a:pt x="1" y="715"/>
                      <a:pt x="72" y="786"/>
                      <a:pt x="120" y="786"/>
                    </a:cubicBezTo>
                    <a:lnTo>
                      <a:pt x="6693" y="786"/>
                    </a:lnTo>
                    <a:cubicBezTo>
                      <a:pt x="6788" y="786"/>
                      <a:pt x="6812" y="715"/>
                      <a:pt x="6859" y="667"/>
                    </a:cubicBezTo>
                    <a:lnTo>
                      <a:pt x="6859" y="120"/>
                    </a:lnTo>
                    <a:cubicBezTo>
                      <a:pt x="6859" y="72"/>
                      <a:pt x="6788" y="1"/>
                      <a:pt x="6740"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6"/>
              <p:cNvSpPr/>
              <p:nvPr/>
            </p:nvSpPr>
            <p:spPr>
              <a:xfrm>
                <a:off x="6696062" y="2146278"/>
                <a:ext cx="27887" cy="26315"/>
              </a:xfrm>
              <a:custGeom>
                <a:avLst/>
                <a:gdLst/>
                <a:ahLst/>
                <a:cxnLst/>
                <a:rect l="l" t="t" r="r" b="b"/>
                <a:pathLst>
                  <a:path w="834" h="787" extrusionOk="0">
                    <a:moveTo>
                      <a:pt x="0" y="1"/>
                    </a:moveTo>
                    <a:cubicBezTo>
                      <a:pt x="48" y="1"/>
                      <a:pt x="119" y="72"/>
                      <a:pt x="119" y="120"/>
                    </a:cubicBezTo>
                    <a:lnTo>
                      <a:pt x="119" y="667"/>
                    </a:lnTo>
                    <a:cubicBezTo>
                      <a:pt x="119" y="715"/>
                      <a:pt x="48" y="786"/>
                      <a:pt x="0" y="786"/>
                    </a:cubicBezTo>
                    <a:lnTo>
                      <a:pt x="715" y="786"/>
                    </a:lnTo>
                    <a:cubicBezTo>
                      <a:pt x="762" y="786"/>
                      <a:pt x="834" y="715"/>
                      <a:pt x="834" y="667"/>
                    </a:cubicBezTo>
                    <a:lnTo>
                      <a:pt x="834" y="120"/>
                    </a:lnTo>
                    <a:cubicBezTo>
                      <a:pt x="834" y="72"/>
                      <a:pt x="762" y="1"/>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6"/>
              <p:cNvSpPr/>
              <p:nvPr/>
            </p:nvSpPr>
            <p:spPr>
              <a:xfrm>
                <a:off x="6552719" y="2020924"/>
                <a:ext cx="96400" cy="95932"/>
              </a:xfrm>
              <a:custGeom>
                <a:avLst/>
                <a:gdLst/>
                <a:ahLst/>
                <a:cxnLst/>
                <a:rect l="l" t="t" r="r" b="b"/>
                <a:pathLst>
                  <a:path w="2883" h="2869" extrusionOk="0">
                    <a:moveTo>
                      <a:pt x="1222" y="0"/>
                    </a:moveTo>
                    <a:cubicBezTo>
                      <a:pt x="1186" y="0"/>
                      <a:pt x="1152" y="3"/>
                      <a:pt x="1120" y="11"/>
                    </a:cubicBezTo>
                    <a:cubicBezTo>
                      <a:pt x="477" y="154"/>
                      <a:pt x="1" y="749"/>
                      <a:pt x="1" y="1440"/>
                    </a:cubicBezTo>
                    <a:cubicBezTo>
                      <a:pt x="1" y="2154"/>
                      <a:pt x="477" y="2726"/>
                      <a:pt x="1120" y="2868"/>
                    </a:cubicBezTo>
                    <a:lnTo>
                      <a:pt x="1453" y="2868"/>
                    </a:lnTo>
                    <a:cubicBezTo>
                      <a:pt x="2263" y="2868"/>
                      <a:pt x="2882" y="2249"/>
                      <a:pt x="2882" y="1440"/>
                    </a:cubicBezTo>
                    <a:cubicBezTo>
                      <a:pt x="2882" y="630"/>
                      <a:pt x="2263" y="11"/>
                      <a:pt x="1453" y="11"/>
                    </a:cubicBezTo>
                    <a:cubicBezTo>
                      <a:pt x="1374" y="11"/>
                      <a:pt x="1295" y="0"/>
                      <a:pt x="1222"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66"/>
              <p:cNvSpPr/>
              <p:nvPr/>
            </p:nvSpPr>
            <p:spPr>
              <a:xfrm>
                <a:off x="6589366" y="2020456"/>
                <a:ext cx="59753" cy="97203"/>
              </a:xfrm>
              <a:custGeom>
                <a:avLst/>
                <a:gdLst/>
                <a:ahLst/>
                <a:cxnLst/>
                <a:rect l="l" t="t" r="r" b="b"/>
                <a:pathLst>
                  <a:path w="1787" h="2907" extrusionOk="0">
                    <a:moveTo>
                      <a:pt x="333" y="1"/>
                    </a:moveTo>
                    <a:cubicBezTo>
                      <a:pt x="214" y="1"/>
                      <a:pt x="95" y="1"/>
                      <a:pt x="0" y="25"/>
                    </a:cubicBezTo>
                    <a:cubicBezTo>
                      <a:pt x="643" y="168"/>
                      <a:pt x="1119" y="763"/>
                      <a:pt x="1119" y="1454"/>
                    </a:cubicBezTo>
                    <a:cubicBezTo>
                      <a:pt x="1119" y="2168"/>
                      <a:pt x="643" y="2740"/>
                      <a:pt x="0" y="2882"/>
                    </a:cubicBezTo>
                    <a:cubicBezTo>
                      <a:pt x="119" y="2906"/>
                      <a:pt x="214" y="2906"/>
                      <a:pt x="333" y="2906"/>
                    </a:cubicBezTo>
                    <a:cubicBezTo>
                      <a:pt x="1119" y="2906"/>
                      <a:pt x="1786" y="2263"/>
                      <a:pt x="1786" y="1454"/>
                    </a:cubicBezTo>
                    <a:cubicBezTo>
                      <a:pt x="1786" y="644"/>
                      <a:pt x="1167" y="25"/>
                      <a:pt x="333"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66"/>
              <p:cNvSpPr/>
              <p:nvPr/>
            </p:nvSpPr>
            <p:spPr>
              <a:xfrm>
                <a:off x="6576626" y="2043560"/>
                <a:ext cx="50190" cy="50992"/>
              </a:xfrm>
              <a:custGeom>
                <a:avLst/>
                <a:gdLst/>
                <a:ahLst/>
                <a:cxnLst/>
                <a:rect l="l" t="t" r="r" b="b"/>
                <a:pathLst>
                  <a:path w="1501" h="1525" extrusionOk="0">
                    <a:moveTo>
                      <a:pt x="524" y="1"/>
                    </a:moveTo>
                    <a:cubicBezTo>
                      <a:pt x="476" y="1"/>
                      <a:pt x="429" y="48"/>
                      <a:pt x="429" y="96"/>
                    </a:cubicBezTo>
                    <a:lnTo>
                      <a:pt x="429" y="382"/>
                    </a:lnTo>
                    <a:cubicBezTo>
                      <a:pt x="429" y="429"/>
                      <a:pt x="405" y="453"/>
                      <a:pt x="357" y="453"/>
                    </a:cubicBezTo>
                    <a:lnTo>
                      <a:pt x="72" y="453"/>
                    </a:lnTo>
                    <a:cubicBezTo>
                      <a:pt x="24" y="453"/>
                      <a:pt x="0" y="501"/>
                      <a:pt x="0" y="548"/>
                    </a:cubicBezTo>
                    <a:lnTo>
                      <a:pt x="0" y="1001"/>
                    </a:lnTo>
                    <a:cubicBezTo>
                      <a:pt x="0" y="1048"/>
                      <a:pt x="24" y="1096"/>
                      <a:pt x="72" y="1096"/>
                    </a:cubicBezTo>
                    <a:lnTo>
                      <a:pt x="357" y="1096"/>
                    </a:lnTo>
                    <a:cubicBezTo>
                      <a:pt x="405" y="1096"/>
                      <a:pt x="429" y="1120"/>
                      <a:pt x="429" y="1167"/>
                    </a:cubicBezTo>
                    <a:lnTo>
                      <a:pt x="429" y="1453"/>
                    </a:lnTo>
                    <a:cubicBezTo>
                      <a:pt x="429" y="1501"/>
                      <a:pt x="476" y="1525"/>
                      <a:pt x="524" y="1525"/>
                    </a:cubicBezTo>
                    <a:lnTo>
                      <a:pt x="976" y="1525"/>
                    </a:lnTo>
                    <a:cubicBezTo>
                      <a:pt x="1024" y="1525"/>
                      <a:pt x="1072" y="1501"/>
                      <a:pt x="1072" y="1453"/>
                    </a:cubicBezTo>
                    <a:lnTo>
                      <a:pt x="1072" y="1167"/>
                    </a:lnTo>
                    <a:cubicBezTo>
                      <a:pt x="1072" y="1120"/>
                      <a:pt x="1096" y="1096"/>
                      <a:pt x="1143" y="1096"/>
                    </a:cubicBezTo>
                    <a:lnTo>
                      <a:pt x="1429" y="1096"/>
                    </a:lnTo>
                    <a:cubicBezTo>
                      <a:pt x="1477" y="1096"/>
                      <a:pt x="1500" y="1048"/>
                      <a:pt x="1500" y="1001"/>
                    </a:cubicBezTo>
                    <a:lnTo>
                      <a:pt x="1500" y="548"/>
                    </a:lnTo>
                    <a:cubicBezTo>
                      <a:pt x="1500" y="501"/>
                      <a:pt x="1453" y="453"/>
                      <a:pt x="1429" y="453"/>
                    </a:cubicBezTo>
                    <a:lnTo>
                      <a:pt x="1143" y="453"/>
                    </a:lnTo>
                    <a:cubicBezTo>
                      <a:pt x="1096" y="453"/>
                      <a:pt x="1072" y="429"/>
                      <a:pt x="1072" y="382"/>
                    </a:cubicBezTo>
                    <a:lnTo>
                      <a:pt x="1072" y="96"/>
                    </a:lnTo>
                    <a:cubicBezTo>
                      <a:pt x="1072" y="48"/>
                      <a:pt x="1024" y="1"/>
                      <a:pt x="976"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66"/>
              <p:cNvSpPr/>
              <p:nvPr/>
            </p:nvSpPr>
            <p:spPr>
              <a:xfrm>
                <a:off x="6552719" y="2333423"/>
                <a:ext cx="86035" cy="75669"/>
              </a:xfrm>
              <a:custGeom>
                <a:avLst/>
                <a:gdLst/>
                <a:ahLst/>
                <a:cxnLst/>
                <a:rect l="l" t="t" r="r" b="b"/>
                <a:pathLst>
                  <a:path w="2573" h="2263" extrusionOk="0">
                    <a:moveTo>
                      <a:pt x="1" y="0"/>
                    </a:moveTo>
                    <a:lnTo>
                      <a:pt x="1" y="2262"/>
                    </a:lnTo>
                    <a:lnTo>
                      <a:pt x="2573" y="2262"/>
                    </a:lnTo>
                    <a:lnTo>
                      <a:pt x="2573"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6"/>
              <p:cNvSpPr/>
              <p:nvPr/>
            </p:nvSpPr>
            <p:spPr>
              <a:xfrm>
                <a:off x="6633134" y="2333423"/>
                <a:ext cx="15983" cy="75669"/>
              </a:xfrm>
              <a:custGeom>
                <a:avLst/>
                <a:gdLst/>
                <a:ahLst/>
                <a:cxnLst/>
                <a:rect l="l" t="t" r="r" b="b"/>
                <a:pathLst>
                  <a:path w="478" h="2263" extrusionOk="0">
                    <a:moveTo>
                      <a:pt x="1" y="0"/>
                    </a:moveTo>
                    <a:lnTo>
                      <a:pt x="1" y="2262"/>
                    </a:lnTo>
                    <a:lnTo>
                      <a:pt x="477" y="2262"/>
                    </a:lnTo>
                    <a:lnTo>
                      <a:pt x="477" y="0"/>
                    </a:ln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66"/>
              <p:cNvSpPr/>
              <p:nvPr/>
            </p:nvSpPr>
            <p:spPr>
              <a:xfrm>
                <a:off x="6729499" y="2269692"/>
                <a:ext cx="22336" cy="27920"/>
              </a:xfrm>
              <a:custGeom>
                <a:avLst/>
                <a:gdLst/>
                <a:ahLst/>
                <a:cxnLst/>
                <a:rect l="l" t="t" r="r" b="b"/>
                <a:pathLst>
                  <a:path w="668" h="835" extrusionOk="0">
                    <a:moveTo>
                      <a:pt x="120" y="1"/>
                    </a:moveTo>
                    <a:cubicBezTo>
                      <a:pt x="72" y="1"/>
                      <a:pt x="0" y="72"/>
                      <a:pt x="0" y="120"/>
                    </a:cubicBezTo>
                    <a:lnTo>
                      <a:pt x="0" y="715"/>
                    </a:lnTo>
                    <a:cubicBezTo>
                      <a:pt x="0" y="787"/>
                      <a:pt x="72" y="834"/>
                      <a:pt x="120" y="834"/>
                    </a:cubicBezTo>
                    <a:lnTo>
                      <a:pt x="548" y="834"/>
                    </a:lnTo>
                    <a:cubicBezTo>
                      <a:pt x="596" y="834"/>
                      <a:pt x="667" y="787"/>
                      <a:pt x="667" y="715"/>
                    </a:cubicBezTo>
                    <a:lnTo>
                      <a:pt x="667" y="120"/>
                    </a:lnTo>
                    <a:cubicBezTo>
                      <a:pt x="667" y="72"/>
                      <a:pt x="596" y="1"/>
                      <a:pt x="548"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66"/>
              <p:cNvSpPr/>
              <p:nvPr/>
            </p:nvSpPr>
            <p:spPr>
              <a:xfrm>
                <a:off x="6729499" y="2327839"/>
                <a:ext cx="22336" cy="27887"/>
              </a:xfrm>
              <a:custGeom>
                <a:avLst/>
                <a:gdLst/>
                <a:ahLst/>
                <a:cxnLst/>
                <a:rect l="l" t="t" r="r" b="b"/>
                <a:pathLst>
                  <a:path w="668" h="834" extrusionOk="0">
                    <a:moveTo>
                      <a:pt x="120" y="0"/>
                    </a:moveTo>
                    <a:cubicBezTo>
                      <a:pt x="72" y="0"/>
                      <a:pt x="0" y="48"/>
                      <a:pt x="0" y="119"/>
                    </a:cubicBezTo>
                    <a:lnTo>
                      <a:pt x="0" y="715"/>
                    </a:lnTo>
                    <a:cubicBezTo>
                      <a:pt x="0" y="762"/>
                      <a:pt x="72" y="834"/>
                      <a:pt x="120" y="834"/>
                    </a:cubicBezTo>
                    <a:lnTo>
                      <a:pt x="548" y="834"/>
                    </a:lnTo>
                    <a:cubicBezTo>
                      <a:pt x="596" y="834"/>
                      <a:pt x="667" y="762"/>
                      <a:pt x="667" y="715"/>
                    </a:cubicBezTo>
                    <a:lnTo>
                      <a:pt x="667" y="119"/>
                    </a:lnTo>
                    <a:cubicBezTo>
                      <a:pt x="667" y="48"/>
                      <a:pt x="596" y="0"/>
                      <a:pt x="548"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66"/>
              <p:cNvSpPr/>
              <p:nvPr/>
            </p:nvSpPr>
            <p:spPr>
              <a:xfrm>
                <a:off x="6441241" y="2269692"/>
                <a:ext cx="22336" cy="27920"/>
              </a:xfrm>
              <a:custGeom>
                <a:avLst/>
                <a:gdLst/>
                <a:ahLst/>
                <a:cxnLst/>
                <a:rect l="l" t="t" r="r" b="b"/>
                <a:pathLst>
                  <a:path w="668" h="835" extrusionOk="0">
                    <a:moveTo>
                      <a:pt x="120" y="1"/>
                    </a:moveTo>
                    <a:cubicBezTo>
                      <a:pt x="48" y="1"/>
                      <a:pt x="1" y="72"/>
                      <a:pt x="1" y="120"/>
                    </a:cubicBezTo>
                    <a:lnTo>
                      <a:pt x="1" y="715"/>
                    </a:lnTo>
                    <a:cubicBezTo>
                      <a:pt x="1" y="787"/>
                      <a:pt x="48" y="834"/>
                      <a:pt x="120" y="834"/>
                    </a:cubicBezTo>
                    <a:lnTo>
                      <a:pt x="548" y="834"/>
                    </a:lnTo>
                    <a:cubicBezTo>
                      <a:pt x="620" y="834"/>
                      <a:pt x="667" y="787"/>
                      <a:pt x="667" y="715"/>
                    </a:cubicBezTo>
                    <a:lnTo>
                      <a:pt x="667" y="120"/>
                    </a:lnTo>
                    <a:cubicBezTo>
                      <a:pt x="667" y="72"/>
                      <a:pt x="620" y="1"/>
                      <a:pt x="548"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6"/>
              <p:cNvSpPr/>
              <p:nvPr/>
            </p:nvSpPr>
            <p:spPr>
              <a:xfrm>
                <a:off x="6441241" y="2327839"/>
                <a:ext cx="22336" cy="27887"/>
              </a:xfrm>
              <a:custGeom>
                <a:avLst/>
                <a:gdLst/>
                <a:ahLst/>
                <a:cxnLst/>
                <a:rect l="l" t="t" r="r" b="b"/>
                <a:pathLst>
                  <a:path w="668" h="834" extrusionOk="0">
                    <a:moveTo>
                      <a:pt x="120" y="0"/>
                    </a:moveTo>
                    <a:cubicBezTo>
                      <a:pt x="48" y="0"/>
                      <a:pt x="1" y="48"/>
                      <a:pt x="1" y="119"/>
                    </a:cubicBezTo>
                    <a:lnTo>
                      <a:pt x="1" y="715"/>
                    </a:lnTo>
                    <a:cubicBezTo>
                      <a:pt x="1" y="762"/>
                      <a:pt x="48" y="834"/>
                      <a:pt x="120" y="834"/>
                    </a:cubicBezTo>
                    <a:lnTo>
                      <a:pt x="548" y="834"/>
                    </a:lnTo>
                    <a:cubicBezTo>
                      <a:pt x="620" y="834"/>
                      <a:pt x="667" y="762"/>
                      <a:pt x="667" y="715"/>
                    </a:cubicBezTo>
                    <a:lnTo>
                      <a:pt x="667" y="119"/>
                    </a:lnTo>
                    <a:cubicBezTo>
                      <a:pt x="667" y="48"/>
                      <a:pt x="620" y="0"/>
                      <a:pt x="548"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6"/>
              <p:cNvSpPr/>
              <p:nvPr/>
            </p:nvSpPr>
            <p:spPr>
              <a:xfrm>
                <a:off x="6526438" y="2208403"/>
                <a:ext cx="22336" cy="27887"/>
              </a:xfrm>
              <a:custGeom>
                <a:avLst/>
                <a:gdLst/>
                <a:ahLst/>
                <a:cxnLst/>
                <a:rect l="l" t="t" r="r" b="b"/>
                <a:pathLst>
                  <a:path w="668" h="834" extrusionOk="0">
                    <a:moveTo>
                      <a:pt x="120" y="0"/>
                    </a:moveTo>
                    <a:cubicBezTo>
                      <a:pt x="72" y="0"/>
                      <a:pt x="1" y="48"/>
                      <a:pt x="1" y="119"/>
                    </a:cubicBezTo>
                    <a:lnTo>
                      <a:pt x="1" y="715"/>
                    </a:lnTo>
                    <a:cubicBezTo>
                      <a:pt x="1" y="762"/>
                      <a:pt x="72" y="834"/>
                      <a:pt x="120" y="834"/>
                    </a:cubicBezTo>
                    <a:lnTo>
                      <a:pt x="548" y="834"/>
                    </a:lnTo>
                    <a:cubicBezTo>
                      <a:pt x="620" y="834"/>
                      <a:pt x="668" y="762"/>
                      <a:pt x="668" y="715"/>
                    </a:cubicBezTo>
                    <a:lnTo>
                      <a:pt x="668" y="119"/>
                    </a:lnTo>
                    <a:cubicBezTo>
                      <a:pt x="668" y="48"/>
                      <a:pt x="596" y="0"/>
                      <a:pt x="548"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6"/>
              <p:cNvSpPr/>
              <p:nvPr/>
            </p:nvSpPr>
            <p:spPr>
              <a:xfrm>
                <a:off x="6585387" y="2208403"/>
                <a:ext cx="21500" cy="27887"/>
              </a:xfrm>
              <a:custGeom>
                <a:avLst/>
                <a:gdLst/>
                <a:ahLst/>
                <a:cxnLst/>
                <a:rect l="l" t="t" r="r" b="b"/>
                <a:pathLst>
                  <a:path w="643" h="834" extrusionOk="0">
                    <a:moveTo>
                      <a:pt x="119" y="0"/>
                    </a:moveTo>
                    <a:cubicBezTo>
                      <a:pt x="48" y="0"/>
                      <a:pt x="0" y="48"/>
                      <a:pt x="0" y="119"/>
                    </a:cubicBezTo>
                    <a:lnTo>
                      <a:pt x="0" y="715"/>
                    </a:lnTo>
                    <a:cubicBezTo>
                      <a:pt x="0" y="762"/>
                      <a:pt x="48" y="834"/>
                      <a:pt x="119" y="834"/>
                    </a:cubicBezTo>
                    <a:lnTo>
                      <a:pt x="524" y="834"/>
                    </a:lnTo>
                    <a:cubicBezTo>
                      <a:pt x="595" y="834"/>
                      <a:pt x="643" y="762"/>
                      <a:pt x="643" y="715"/>
                    </a:cubicBezTo>
                    <a:lnTo>
                      <a:pt x="643" y="119"/>
                    </a:lnTo>
                    <a:cubicBezTo>
                      <a:pt x="643" y="48"/>
                      <a:pt x="595" y="0"/>
                      <a:pt x="524"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6"/>
              <p:cNvSpPr/>
              <p:nvPr/>
            </p:nvSpPr>
            <p:spPr>
              <a:xfrm>
                <a:off x="6642697" y="2208403"/>
                <a:ext cx="22336" cy="27887"/>
              </a:xfrm>
              <a:custGeom>
                <a:avLst/>
                <a:gdLst/>
                <a:ahLst/>
                <a:cxnLst/>
                <a:rect l="l" t="t" r="r" b="b"/>
                <a:pathLst>
                  <a:path w="668" h="834" extrusionOk="0">
                    <a:moveTo>
                      <a:pt x="120" y="0"/>
                    </a:moveTo>
                    <a:cubicBezTo>
                      <a:pt x="72" y="0"/>
                      <a:pt x="1" y="48"/>
                      <a:pt x="1" y="119"/>
                    </a:cubicBezTo>
                    <a:lnTo>
                      <a:pt x="1" y="715"/>
                    </a:lnTo>
                    <a:cubicBezTo>
                      <a:pt x="1" y="762"/>
                      <a:pt x="72" y="834"/>
                      <a:pt x="120" y="834"/>
                    </a:cubicBezTo>
                    <a:lnTo>
                      <a:pt x="548" y="834"/>
                    </a:lnTo>
                    <a:cubicBezTo>
                      <a:pt x="596" y="834"/>
                      <a:pt x="667" y="762"/>
                      <a:pt x="667" y="715"/>
                    </a:cubicBezTo>
                    <a:lnTo>
                      <a:pt x="667" y="119"/>
                    </a:lnTo>
                    <a:cubicBezTo>
                      <a:pt x="667" y="48"/>
                      <a:pt x="596" y="0"/>
                      <a:pt x="548"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66"/>
              <p:cNvSpPr/>
              <p:nvPr/>
            </p:nvSpPr>
            <p:spPr>
              <a:xfrm>
                <a:off x="6526438" y="2260932"/>
                <a:ext cx="22336" cy="27920"/>
              </a:xfrm>
              <a:custGeom>
                <a:avLst/>
                <a:gdLst/>
                <a:ahLst/>
                <a:cxnLst/>
                <a:rect l="l" t="t" r="r" b="b"/>
                <a:pathLst>
                  <a:path w="668" h="835" extrusionOk="0">
                    <a:moveTo>
                      <a:pt x="120" y="1"/>
                    </a:moveTo>
                    <a:cubicBezTo>
                      <a:pt x="72" y="1"/>
                      <a:pt x="1" y="72"/>
                      <a:pt x="1" y="120"/>
                    </a:cubicBezTo>
                    <a:lnTo>
                      <a:pt x="1" y="715"/>
                    </a:lnTo>
                    <a:cubicBezTo>
                      <a:pt x="1" y="787"/>
                      <a:pt x="72" y="834"/>
                      <a:pt x="120" y="834"/>
                    </a:cubicBezTo>
                    <a:lnTo>
                      <a:pt x="548" y="834"/>
                    </a:lnTo>
                    <a:cubicBezTo>
                      <a:pt x="620" y="834"/>
                      <a:pt x="668" y="811"/>
                      <a:pt x="668" y="715"/>
                    </a:cubicBezTo>
                    <a:lnTo>
                      <a:pt x="668" y="120"/>
                    </a:lnTo>
                    <a:cubicBezTo>
                      <a:pt x="668" y="72"/>
                      <a:pt x="596" y="1"/>
                      <a:pt x="548"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66"/>
              <p:cNvSpPr/>
              <p:nvPr/>
            </p:nvSpPr>
            <p:spPr>
              <a:xfrm>
                <a:off x="6585387" y="2260932"/>
                <a:ext cx="21500" cy="27920"/>
              </a:xfrm>
              <a:custGeom>
                <a:avLst/>
                <a:gdLst/>
                <a:ahLst/>
                <a:cxnLst/>
                <a:rect l="l" t="t" r="r" b="b"/>
                <a:pathLst>
                  <a:path w="643" h="835" extrusionOk="0">
                    <a:moveTo>
                      <a:pt x="119" y="1"/>
                    </a:moveTo>
                    <a:cubicBezTo>
                      <a:pt x="48" y="1"/>
                      <a:pt x="0" y="72"/>
                      <a:pt x="0" y="120"/>
                    </a:cubicBezTo>
                    <a:lnTo>
                      <a:pt x="0" y="715"/>
                    </a:lnTo>
                    <a:cubicBezTo>
                      <a:pt x="0" y="787"/>
                      <a:pt x="48" y="834"/>
                      <a:pt x="119" y="834"/>
                    </a:cubicBezTo>
                    <a:lnTo>
                      <a:pt x="524" y="834"/>
                    </a:lnTo>
                    <a:cubicBezTo>
                      <a:pt x="595" y="834"/>
                      <a:pt x="643" y="811"/>
                      <a:pt x="643" y="715"/>
                    </a:cubicBezTo>
                    <a:lnTo>
                      <a:pt x="643" y="120"/>
                    </a:lnTo>
                    <a:cubicBezTo>
                      <a:pt x="643" y="72"/>
                      <a:pt x="595" y="1"/>
                      <a:pt x="524"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66"/>
              <p:cNvSpPr/>
              <p:nvPr/>
            </p:nvSpPr>
            <p:spPr>
              <a:xfrm>
                <a:off x="6642697" y="2260932"/>
                <a:ext cx="22336" cy="27920"/>
              </a:xfrm>
              <a:custGeom>
                <a:avLst/>
                <a:gdLst/>
                <a:ahLst/>
                <a:cxnLst/>
                <a:rect l="l" t="t" r="r" b="b"/>
                <a:pathLst>
                  <a:path w="668" h="835" extrusionOk="0">
                    <a:moveTo>
                      <a:pt x="120" y="1"/>
                    </a:moveTo>
                    <a:cubicBezTo>
                      <a:pt x="72" y="1"/>
                      <a:pt x="1" y="72"/>
                      <a:pt x="1" y="120"/>
                    </a:cubicBezTo>
                    <a:lnTo>
                      <a:pt x="1" y="715"/>
                    </a:lnTo>
                    <a:cubicBezTo>
                      <a:pt x="1" y="787"/>
                      <a:pt x="72" y="834"/>
                      <a:pt x="120" y="834"/>
                    </a:cubicBezTo>
                    <a:lnTo>
                      <a:pt x="548" y="834"/>
                    </a:lnTo>
                    <a:cubicBezTo>
                      <a:pt x="596" y="834"/>
                      <a:pt x="667" y="811"/>
                      <a:pt x="667" y="715"/>
                    </a:cubicBezTo>
                    <a:lnTo>
                      <a:pt x="667" y="120"/>
                    </a:lnTo>
                    <a:cubicBezTo>
                      <a:pt x="667" y="72"/>
                      <a:pt x="596" y="1"/>
                      <a:pt x="548"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66"/>
              <p:cNvSpPr/>
              <p:nvPr/>
            </p:nvSpPr>
            <p:spPr>
              <a:xfrm>
                <a:off x="6594916" y="2327839"/>
                <a:ext cx="11971" cy="87606"/>
              </a:xfrm>
              <a:custGeom>
                <a:avLst/>
                <a:gdLst/>
                <a:ahLst/>
                <a:cxnLst/>
                <a:rect l="l" t="t" r="r" b="b"/>
                <a:pathLst>
                  <a:path w="358" h="2620" extrusionOk="0">
                    <a:moveTo>
                      <a:pt x="191" y="0"/>
                    </a:moveTo>
                    <a:cubicBezTo>
                      <a:pt x="96" y="0"/>
                      <a:pt x="1" y="72"/>
                      <a:pt x="1" y="167"/>
                    </a:cubicBezTo>
                    <a:lnTo>
                      <a:pt x="1" y="2429"/>
                    </a:lnTo>
                    <a:cubicBezTo>
                      <a:pt x="1" y="2525"/>
                      <a:pt x="96" y="2620"/>
                      <a:pt x="191" y="2620"/>
                    </a:cubicBezTo>
                    <a:cubicBezTo>
                      <a:pt x="287" y="2620"/>
                      <a:pt x="358" y="2548"/>
                      <a:pt x="358" y="2429"/>
                    </a:cubicBezTo>
                    <a:lnTo>
                      <a:pt x="358" y="167"/>
                    </a:lnTo>
                    <a:cubicBezTo>
                      <a:pt x="358" y="72"/>
                      <a:pt x="287" y="0"/>
                      <a:pt x="1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66"/>
              <p:cNvSpPr/>
              <p:nvPr/>
            </p:nvSpPr>
            <p:spPr>
              <a:xfrm>
                <a:off x="6402221" y="2394712"/>
                <a:ext cx="381455" cy="23941"/>
              </a:xfrm>
              <a:custGeom>
                <a:avLst/>
                <a:gdLst/>
                <a:ahLst/>
                <a:cxnLst/>
                <a:rect l="l" t="t" r="r" b="b"/>
                <a:pathLst>
                  <a:path w="11408" h="716" extrusionOk="0">
                    <a:moveTo>
                      <a:pt x="239" y="1"/>
                    </a:moveTo>
                    <a:cubicBezTo>
                      <a:pt x="120" y="1"/>
                      <a:pt x="1" y="120"/>
                      <a:pt x="1" y="239"/>
                    </a:cubicBezTo>
                    <a:lnTo>
                      <a:pt x="1" y="477"/>
                    </a:lnTo>
                    <a:cubicBezTo>
                      <a:pt x="1" y="596"/>
                      <a:pt x="120" y="715"/>
                      <a:pt x="239" y="715"/>
                    </a:cubicBezTo>
                    <a:lnTo>
                      <a:pt x="11170" y="715"/>
                    </a:lnTo>
                    <a:cubicBezTo>
                      <a:pt x="11289" y="715"/>
                      <a:pt x="11408" y="596"/>
                      <a:pt x="11408" y="477"/>
                    </a:cubicBezTo>
                    <a:lnTo>
                      <a:pt x="11408" y="239"/>
                    </a:lnTo>
                    <a:cubicBezTo>
                      <a:pt x="11408" y="96"/>
                      <a:pt x="11289" y="1"/>
                      <a:pt x="11170" y="1"/>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66"/>
              <p:cNvSpPr/>
              <p:nvPr/>
            </p:nvSpPr>
            <p:spPr>
              <a:xfrm>
                <a:off x="6767717" y="2394712"/>
                <a:ext cx="31899" cy="23941"/>
              </a:xfrm>
              <a:custGeom>
                <a:avLst/>
                <a:gdLst/>
                <a:ahLst/>
                <a:cxnLst/>
                <a:rect l="l" t="t" r="r" b="b"/>
                <a:pathLst>
                  <a:path w="954" h="716" extrusionOk="0">
                    <a:moveTo>
                      <a:pt x="1" y="1"/>
                    </a:moveTo>
                    <a:cubicBezTo>
                      <a:pt x="120" y="1"/>
                      <a:pt x="239" y="120"/>
                      <a:pt x="239" y="239"/>
                    </a:cubicBezTo>
                    <a:lnTo>
                      <a:pt x="239" y="477"/>
                    </a:lnTo>
                    <a:cubicBezTo>
                      <a:pt x="239" y="596"/>
                      <a:pt x="120" y="715"/>
                      <a:pt x="1" y="715"/>
                    </a:cubicBezTo>
                    <a:lnTo>
                      <a:pt x="715" y="715"/>
                    </a:lnTo>
                    <a:cubicBezTo>
                      <a:pt x="834" y="715"/>
                      <a:pt x="953" y="596"/>
                      <a:pt x="953" y="477"/>
                    </a:cubicBezTo>
                    <a:lnTo>
                      <a:pt x="953" y="239"/>
                    </a:lnTo>
                    <a:cubicBezTo>
                      <a:pt x="953" y="72"/>
                      <a:pt x="834" y="1"/>
                      <a:pt x="715" y="1"/>
                    </a:cubicBezTo>
                    <a:close/>
                  </a:path>
                </a:pathLst>
              </a:custGeom>
              <a:solidFill>
                <a:srgbClr val="0026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66"/>
              <p:cNvSpPr/>
              <p:nvPr/>
            </p:nvSpPr>
            <p:spPr>
              <a:xfrm>
                <a:off x="6543156" y="2321452"/>
                <a:ext cx="97203" cy="23941"/>
              </a:xfrm>
              <a:custGeom>
                <a:avLst/>
                <a:gdLst/>
                <a:ahLst/>
                <a:cxnLst/>
                <a:rect l="l" t="t" r="r" b="b"/>
                <a:pathLst>
                  <a:path w="2907" h="716" extrusionOk="0">
                    <a:moveTo>
                      <a:pt x="120" y="1"/>
                    </a:moveTo>
                    <a:cubicBezTo>
                      <a:pt x="72" y="1"/>
                      <a:pt x="1" y="72"/>
                      <a:pt x="1" y="120"/>
                    </a:cubicBezTo>
                    <a:lnTo>
                      <a:pt x="1" y="596"/>
                    </a:lnTo>
                    <a:cubicBezTo>
                      <a:pt x="1" y="668"/>
                      <a:pt x="72" y="715"/>
                      <a:pt x="120" y="715"/>
                    </a:cubicBezTo>
                    <a:lnTo>
                      <a:pt x="2787" y="715"/>
                    </a:lnTo>
                    <a:cubicBezTo>
                      <a:pt x="2835" y="715"/>
                      <a:pt x="2906" y="668"/>
                      <a:pt x="2906" y="596"/>
                    </a:cubicBezTo>
                    <a:lnTo>
                      <a:pt x="2906" y="120"/>
                    </a:lnTo>
                    <a:cubicBezTo>
                      <a:pt x="2906" y="72"/>
                      <a:pt x="2835" y="1"/>
                      <a:pt x="2787"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66"/>
              <p:cNvSpPr/>
              <p:nvPr/>
            </p:nvSpPr>
            <p:spPr>
              <a:xfrm>
                <a:off x="6629958" y="2321452"/>
                <a:ext cx="27920" cy="23941"/>
              </a:xfrm>
              <a:custGeom>
                <a:avLst/>
                <a:gdLst/>
                <a:ahLst/>
                <a:cxnLst/>
                <a:rect l="l" t="t" r="r" b="b"/>
                <a:pathLst>
                  <a:path w="835" h="716" extrusionOk="0">
                    <a:moveTo>
                      <a:pt x="1" y="1"/>
                    </a:moveTo>
                    <a:cubicBezTo>
                      <a:pt x="72" y="1"/>
                      <a:pt x="120" y="72"/>
                      <a:pt x="120" y="120"/>
                    </a:cubicBezTo>
                    <a:lnTo>
                      <a:pt x="120" y="596"/>
                    </a:lnTo>
                    <a:cubicBezTo>
                      <a:pt x="120" y="668"/>
                      <a:pt x="72" y="715"/>
                      <a:pt x="1" y="715"/>
                    </a:cubicBezTo>
                    <a:lnTo>
                      <a:pt x="715" y="715"/>
                    </a:lnTo>
                    <a:cubicBezTo>
                      <a:pt x="787" y="715"/>
                      <a:pt x="834" y="668"/>
                      <a:pt x="834" y="596"/>
                    </a:cubicBezTo>
                    <a:lnTo>
                      <a:pt x="834" y="120"/>
                    </a:lnTo>
                    <a:cubicBezTo>
                      <a:pt x="834" y="72"/>
                      <a:pt x="810" y="1"/>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66"/>
              <p:cNvSpPr/>
              <p:nvPr/>
            </p:nvSpPr>
            <p:spPr>
              <a:xfrm>
                <a:off x="6768519" y="2209974"/>
                <a:ext cx="27887" cy="26315"/>
              </a:xfrm>
              <a:custGeom>
                <a:avLst/>
                <a:gdLst/>
                <a:ahLst/>
                <a:cxnLst/>
                <a:rect l="l" t="t" r="r" b="b"/>
                <a:pathLst>
                  <a:path w="834" h="787" extrusionOk="0">
                    <a:moveTo>
                      <a:pt x="0" y="1"/>
                    </a:moveTo>
                    <a:cubicBezTo>
                      <a:pt x="48" y="1"/>
                      <a:pt x="119" y="72"/>
                      <a:pt x="119" y="120"/>
                    </a:cubicBezTo>
                    <a:lnTo>
                      <a:pt x="119" y="668"/>
                    </a:lnTo>
                    <a:cubicBezTo>
                      <a:pt x="119" y="715"/>
                      <a:pt x="48" y="787"/>
                      <a:pt x="0" y="787"/>
                    </a:cubicBezTo>
                    <a:lnTo>
                      <a:pt x="715" y="787"/>
                    </a:lnTo>
                    <a:cubicBezTo>
                      <a:pt x="762" y="787"/>
                      <a:pt x="834" y="715"/>
                      <a:pt x="834" y="668"/>
                    </a:cubicBezTo>
                    <a:lnTo>
                      <a:pt x="834" y="120"/>
                    </a:lnTo>
                    <a:cubicBezTo>
                      <a:pt x="834" y="72"/>
                      <a:pt x="762" y="1"/>
                      <a:pt x="715"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66"/>
              <p:cNvSpPr/>
              <p:nvPr/>
            </p:nvSpPr>
            <p:spPr>
              <a:xfrm>
                <a:off x="6539177" y="2208403"/>
                <a:ext cx="19962" cy="27887"/>
              </a:xfrm>
              <a:custGeom>
                <a:avLst/>
                <a:gdLst/>
                <a:ahLst/>
                <a:cxnLst/>
                <a:rect l="l" t="t" r="r" b="b"/>
                <a:pathLst>
                  <a:path w="597" h="834" extrusionOk="0">
                    <a:moveTo>
                      <a:pt x="1" y="0"/>
                    </a:moveTo>
                    <a:cubicBezTo>
                      <a:pt x="72" y="0"/>
                      <a:pt x="120" y="48"/>
                      <a:pt x="120" y="119"/>
                    </a:cubicBezTo>
                    <a:lnTo>
                      <a:pt x="120" y="715"/>
                    </a:lnTo>
                    <a:cubicBezTo>
                      <a:pt x="120" y="762"/>
                      <a:pt x="72" y="834"/>
                      <a:pt x="1" y="834"/>
                    </a:cubicBezTo>
                    <a:lnTo>
                      <a:pt x="477" y="834"/>
                    </a:lnTo>
                    <a:cubicBezTo>
                      <a:pt x="549" y="834"/>
                      <a:pt x="596" y="762"/>
                      <a:pt x="596" y="715"/>
                    </a:cubicBezTo>
                    <a:lnTo>
                      <a:pt x="596" y="119"/>
                    </a:lnTo>
                    <a:cubicBezTo>
                      <a:pt x="596" y="48"/>
                      <a:pt x="549" y="0"/>
                      <a:pt x="477"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66"/>
              <p:cNvSpPr/>
              <p:nvPr/>
            </p:nvSpPr>
            <p:spPr>
              <a:xfrm>
                <a:off x="6597324" y="2208403"/>
                <a:ext cx="19929" cy="27887"/>
              </a:xfrm>
              <a:custGeom>
                <a:avLst/>
                <a:gdLst/>
                <a:ahLst/>
                <a:cxnLst/>
                <a:rect l="l" t="t" r="r" b="b"/>
                <a:pathLst>
                  <a:path w="596" h="834" extrusionOk="0">
                    <a:moveTo>
                      <a:pt x="0" y="0"/>
                    </a:moveTo>
                    <a:cubicBezTo>
                      <a:pt x="48" y="0"/>
                      <a:pt x="119" y="48"/>
                      <a:pt x="119" y="119"/>
                    </a:cubicBezTo>
                    <a:lnTo>
                      <a:pt x="119" y="715"/>
                    </a:lnTo>
                    <a:cubicBezTo>
                      <a:pt x="119" y="762"/>
                      <a:pt x="48" y="834"/>
                      <a:pt x="0" y="834"/>
                    </a:cubicBezTo>
                    <a:lnTo>
                      <a:pt x="477" y="834"/>
                    </a:lnTo>
                    <a:cubicBezTo>
                      <a:pt x="524" y="834"/>
                      <a:pt x="596" y="762"/>
                      <a:pt x="596" y="715"/>
                    </a:cubicBezTo>
                    <a:lnTo>
                      <a:pt x="596" y="119"/>
                    </a:lnTo>
                    <a:cubicBezTo>
                      <a:pt x="596" y="48"/>
                      <a:pt x="524" y="0"/>
                      <a:pt x="477"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66"/>
              <p:cNvSpPr/>
              <p:nvPr/>
            </p:nvSpPr>
            <p:spPr>
              <a:xfrm>
                <a:off x="6654634" y="2208403"/>
                <a:ext cx="19962" cy="27887"/>
              </a:xfrm>
              <a:custGeom>
                <a:avLst/>
                <a:gdLst/>
                <a:ahLst/>
                <a:cxnLst/>
                <a:rect l="l" t="t" r="r" b="b"/>
                <a:pathLst>
                  <a:path w="597" h="834" extrusionOk="0">
                    <a:moveTo>
                      <a:pt x="1" y="0"/>
                    </a:moveTo>
                    <a:cubicBezTo>
                      <a:pt x="72" y="0"/>
                      <a:pt x="120" y="48"/>
                      <a:pt x="120" y="119"/>
                    </a:cubicBezTo>
                    <a:lnTo>
                      <a:pt x="120" y="715"/>
                    </a:lnTo>
                    <a:cubicBezTo>
                      <a:pt x="120" y="762"/>
                      <a:pt x="72" y="834"/>
                      <a:pt x="1" y="834"/>
                    </a:cubicBezTo>
                    <a:lnTo>
                      <a:pt x="477" y="834"/>
                    </a:lnTo>
                    <a:cubicBezTo>
                      <a:pt x="549" y="834"/>
                      <a:pt x="596" y="762"/>
                      <a:pt x="596" y="715"/>
                    </a:cubicBezTo>
                    <a:lnTo>
                      <a:pt x="596" y="119"/>
                    </a:lnTo>
                    <a:cubicBezTo>
                      <a:pt x="596" y="48"/>
                      <a:pt x="549" y="0"/>
                      <a:pt x="477"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66"/>
              <p:cNvSpPr/>
              <p:nvPr/>
            </p:nvSpPr>
            <p:spPr>
              <a:xfrm>
                <a:off x="6539177" y="2260932"/>
                <a:ext cx="19962" cy="27920"/>
              </a:xfrm>
              <a:custGeom>
                <a:avLst/>
                <a:gdLst/>
                <a:ahLst/>
                <a:cxnLst/>
                <a:rect l="l" t="t" r="r" b="b"/>
                <a:pathLst>
                  <a:path w="597" h="835" extrusionOk="0">
                    <a:moveTo>
                      <a:pt x="1" y="1"/>
                    </a:moveTo>
                    <a:cubicBezTo>
                      <a:pt x="72" y="1"/>
                      <a:pt x="120" y="72"/>
                      <a:pt x="120" y="120"/>
                    </a:cubicBezTo>
                    <a:lnTo>
                      <a:pt x="120" y="715"/>
                    </a:lnTo>
                    <a:cubicBezTo>
                      <a:pt x="120" y="763"/>
                      <a:pt x="72" y="834"/>
                      <a:pt x="1" y="834"/>
                    </a:cubicBezTo>
                    <a:lnTo>
                      <a:pt x="477" y="834"/>
                    </a:lnTo>
                    <a:cubicBezTo>
                      <a:pt x="549" y="834"/>
                      <a:pt x="596" y="763"/>
                      <a:pt x="596" y="715"/>
                    </a:cubicBezTo>
                    <a:lnTo>
                      <a:pt x="596" y="120"/>
                    </a:lnTo>
                    <a:cubicBezTo>
                      <a:pt x="596" y="72"/>
                      <a:pt x="549" y="1"/>
                      <a:pt x="477"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66"/>
              <p:cNvSpPr/>
              <p:nvPr/>
            </p:nvSpPr>
            <p:spPr>
              <a:xfrm>
                <a:off x="6597324" y="2260932"/>
                <a:ext cx="19929" cy="27920"/>
              </a:xfrm>
              <a:custGeom>
                <a:avLst/>
                <a:gdLst/>
                <a:ahLst/>
                <a:cxnLst/>
                <a:rect l="l" t="t" r="r" b="b"/>
                <a:pathLst>
                  <a:path w="596" h="835" extrusionOk="0">
                    <a:moveTo>
                      <a:pt x="0" y="1"/>
                    </a:moveTo>
                    <a:cubicBezTo>
                      <a:pt x="48" y="1"/>
                      <a:pt x="119" y="72"/>
                      <a:pt x="119" y="120"/>
                    </a:cubicBezTo>
                    <a:lnTo>
                      <a:pt x="119" y="715"/>
                    </a:lnTo>
                    <a:cubicBezTo>
                      <a:pt x="119" y="763"/>
                      <a:pt x="48" y="834"/>
                      <a:pt x="0" y="834"/>
                    </a:cubicBezTo>
                    <a:lnTo>
                      <a:pt x="477" y="834"/>
                    </a:lnTo>
                    <a:cubicBezTo>
                      <a:pt x="524" y="834"/>
                      <a:pt x="596" y="763"/>
                      <a:pt x="596" y="715"/>
                    </a:cubicBezTo>
                    <a:lnTo>
                      <a:pt x="596" y="120"/>
                    </a:lnTo>
                    <a:cubicBezTo>
                      <a:pt x="596" y="72"/>
                      <a:pt x="524" y="1"/>
                      <a:pt x="477"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66"/>
              <p:cNvSpPr/>
              <p:nvPr/>
            </p:nvSpPr>
            <p:spPr>
              <a:xfrm>
                <a:off x="6654634" y="2260932"/>
                <a:ext cx="19962" cy="27920"/>
              </a:xfrm>
              <a:custGeom>
                <a:avLst/>
                <a:gdLst/>
                <a:ahLst/>
                <a:cxnLst/>
                <a:rect l="l" t="t" r="r" b="b"/>
                <a:pathLst>
                  <a:path w="597" h="835" extrusionOk="0">
                    <a:moveTo>
                      <a:pt x="1" y="1"/>
                    </a:moveTo>
                    <a:cubicBezTo>
                      <a:pt x="72" y="1"/>
                      <a:pt x="120" y="72"/>
                      <a:pt x="120" y="120"/>
                    </a:cubicBezTo>
                    <a:lnTo>
                      <a:pt x="120" y="715"/>
                    </a:lnTo>
                    <a:cubicBezTo>
                      <a:pt x="120" y="763"/>
                      <a:pt x="72" y="834"/>
                      <a:pt x="1" y="834"/>
                    </a:cubicBezTo>
                    <a:lnTo>
                      <a:pt x="477" y="834"/>
                    </a:lnTo>
                    <a:cubicBezTo>
                      <a:pt x="549" y="834"/>
                      <a:pt x="596" y="763"/>
                      <a:pt x="596" y="715"/>
                    </a:cubicBezTo>
                    <a:lnTo>
                      <a:pt x="596" y="120"/>
                    </a:lnTo>
                    <a:cubicBezTo>
                      <a:pt x="596" y="72"/>
                      <a:pt x="549" y="1"/>
                      <a:pt x="477"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66"/>
              <p:cNvSpPr/>
              <p:nvPr/>
            </p:nvSpPr>
            <p:spPr>
              <a:xfrm>
                <a:off x="6741435" y="2269692"/>
                <a:ext cx="19962" cy="27920"/>
              </a:xfrm>
              <a:custGeom>
                <a:avLst/>
                <a:gdLst/>
                <a:ahLst/>
                <a:cxnLst/>
                <a:rect l="l" t="t" r="r" b="b"/>
                <a:pathLst>
                  <a:path w="597" h="835" extrusionOk="0">
                    <a:moveTo>
                      <a:pt x="1" y="1"/>
                    </a:moveTo>
                    <a:cubicBezTo>
                      <a:pt x="72" y="1"/>
                      <a:pt x="120" y="72"/>
                      <a:pt x="120" y="120"/>
                    </a:cubicBezTo>
                    <a:lnTo>
                      <a:pt x="120" y="715"/>
                    </a:lnTo>
                    <a:cubicBezTo>
                      <a:pt x="120" y="787"/>
                      <a:pt x="72" y="834"/>
                      <a:pt x="1" y="834"/>
                    </a:cubicBezTo>
                    <a:lnTo>
                      <a:pt x="477" y="834"/>
                    </a:lnTo>
                    <a:cubicBezTo>
                      <a:pt x="548" y="834"/>
                      <a:pt x="596" y="787"/>
                      <a:pt x="596" y="715"/>
                    </a:cubicBezTo>
                    <a:lnTo>
                      <a:pt x="596" y="120"/>
                    </a:lnTo>
                    <a:cubicBezTo>
                      <a:pt x="596" y="72"/>
                      <a:pt x="548" y="1"/>
                      <a:pt x="477"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66"/>
              <p:cNvSpPr/>
              <p:nvPr/>
            </p:nvSpPr>
            <p:spPr>
              <a:xfrm>
                <a:off x="6741435" y="2327839"/>
                <a:ext cx="19962" cy="27887"/>
              </a:xfrm>
              <a:custGeom>
                <a:avLst/>
                <a:gdLst/>
                <a:ahLst/>
                <a:cxnLst/>
                <a:rect l="l" t="t" r="r" b="b"/>
                <a:pathLst>
                  <a:path w="597" h="834" extrusionOk="0">
                    <a:moveTo>
                      <a:pt x="1" y="0"/>
                    </a:moveTo>
                    <a:cubicBezTo>
                      <a:pt x="72" y="0"/>
                      <a:pt x="120" y="48"/>
                      <a:pt x="120" y="119"/>
                    </a:cubicBezTo>
                    <a:lnTo>
                      <a:pt x="120" y="715"/>
                    </a:lnTo>
                    <a:cubicBezTo>
                      <a:pt x="120" y="762"/>
                      <a:pt x="72" y="834"/>
                      <a:pt x="1" y="834"/>
                    </a:cubicBezTo>
                    <a:lnTo>
                      <a:pt x="477" y="834"/>
                    </a:lnTo>
                    <a:cubicBezTo>
                      <a:pt x="548" y="834"/>
                      <a:pt x="596" y="762"/>
                      <a:pt x="596" y="715"/>
                    </a:cubicBezTo>
                    <a:lnTo>
                      <a:pt x="596" y="119"/>
                    </a:lnTo>
                    <a:cubicBezTo>
                      <a:pt x="596" y="48"/>
                      <a:pt x="548" y="0"/>
                      <a:pt x="477"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66"/>
              <p:cNvSpPr/>
              <p:nvPr/>
            </p:nvSpPr>
            <p:spPr>
              <a:xfrm>
                <a:off x="6453981" y="2269692"/>
                <a:ext cx="19929" cy="27920"/>
              </a:xfrm>
              <a:custGeom>
                <a:avLst/>
                <a:gdLst/>
                <a:ahLst/>
                <a:cxnLst/>
                <a:rect l="l" t="t" r="r" b="b"/>
                <a:pathLst>
                  <a:path w="596" h="835" extrusionOk="0">
                    <a:moveTo>
                      <a:pt x="1" y="1"/>
                    </a:moveTo>
                    <a:cubicBezTo>
                      <a:pt x="48" y="1"/>
                      <a:pt x="120" y="72"/>
                      <a:pt x="120" y="120"/>
                    </a:cubicBezTo>
                    <a:lnTo>
                      <a:pt x="120" y="715"/>
                    </a:lnTo>
                    <a:cubicBezTo>
                      <a:pt x="120" y="787"/>
                      <a:pt x="48" y="834"/>
                      <a:pt x="1" y="834"/>
                    </a:cubicBezTo>
                    <a:lnTo>
                      <a:pt x="477" y="834"/>
                    </a:lnTo>
                    <a:cubicBezTo>
                      <a:pt x="525" y="834"/>
                      <a:pt x="596" y="787"/>
                      <a:pt x="596" y="715"/>
                    </a:cubicBezTo>
                    <a:lnTo>
                      <a:pt x="596" y="120"/>
                    </a:lnTo>
                    <a:cubicBezTo>
                      <a:pt x="596" y="72"/>
                      <a:pt x="525" y="1"/>
                      <a:pt x="477"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66"/>
              <p:cNvSpPr/>
              <p:nvPr/>
            </p:nvSpPr>
            <p:spPr>
              <a:xfrm>
                <a:off x="6453981" y="2327839"/>
                <a:ext cx="19929" cy="27887"/>
              </a:xfrm>
              <a:custGeom>
                <a:avLst/>
                <a:gdLst/>
                <a:ahLst/>
                <a:cxnLst/>
                <a:rect l="l" t="t" r="r" b="b"/>
                <a:pathLst>
                  <a:path w="596" h="834" extrusionOk="0">
                    <a:moveTo>
                      <a:pt x="1" y="0"/>
                    </a:moveTo>
                    <a:cubicBezTo>
                      <a:pt x="48" y="0"/>
                      <a:pt x="120" y="48"/>
                      <a:pt x="120" y="119"/>
                    </a:cubicBezTo>
                    <a:lnTo>
                      <a:pt x="120" y="715"/>
                    </a:lnTo>
                    <a:cubicBezTo>
                      <a:pt x="120" y="762"/>
                      <a:pt x="48" y="834"/>
                      <a:pt x="1" y="834"/>
                    </a:cubicBezTo>
                    <a:lnTo>
                      <a:pt x="477" y="834"/>
                    </a:lnTo>
                    <a:cubicBezTo>
                      <a:pt x="525" y="834"/>
                      <a:pt x="596" y="762"/>
                      <a:pt x="596" y="715"/>
                    </a:cubicBezTo>
                    <a:lnTo>
                      <a:pt x="596" y="119"/>
                    </a:lnTo>
                    <a:cubicBezTo>
                      <a:pt x="596" y="48"/>
                      <a:pt x="525" y="0"/>
                      <a:pt x="477" y="0"/>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778" name="Google Shape;2778;p66"/>
          <p:cNvSpPr txBox="1"/>
          <p:nvPr/>
        </p:nvSpPr>
        <p:spPr>
          <a:xfrm flipH="1">
            <a:off x="5604859" y="3351567"/>
            <a:ext cx="2310900" cy="4611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dirty="0">
                <a:solidFill>
                  <a:schemeClr val="dk1"/>
                </a:solidFill>
                <a:latin typeface="Passion One"/>
                <a:ea typeface="Passion One"/>
                <a:cs typeface="Passion One"/>
                <a:sym typeface="Passion One"/>
              </a:rPr>
              <a:t>Show Empathy </a:t>
            </a:r>
            <a:endParaRPr sz="2000" dirty="0">
              <a:solidFill>
                <a:schemeClr val="dk1"/>
              </a:solidFill>
              <a:latin typeface="Passion One"/>
              <a:ea typeface="Passion One"/>
              <a:cs typeface="Passion One"/>
              <a:sym typeface="Passion One"/>
            </a:endParaRPr>
          </a:p>
        </p:txBody>
      </p:sp>
      <p:sp>
        <p:nvSpPr>
          <p:cNvPr id="2780" name="Google Shape;2780;p66"/>
          <p:cNvSpPr txBox="1"/>
          <p:nvPr/>
        </p:nvSpPr>
        <p:spPr>
          <a:xfrm flipH="1">
            <a:off x="1079879" y="3570683"/>
            <a:ext cx="2309100" cy="4611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dirty="0">
                <a:solidFill>
                  <a:schemeClr val="dk1"/>
                </a:solidFill>
                <a:latin typeface="Passion One"/>
                <a:ea typeface="Passion One"/>
                <a:cs typeface="Passion One"/>
                <a:sym typeface="Passion One"/>
              </a:rPr>
              <a:t>Avoid Minimizing Feelings </a:t>
            </a:r>
            <a:endParaRPr sz="2000" dirty="0">
              <a:solidFill>
                <a:schemeClr val="dk1"/>
              </a:solidFill>
              <a:latin typeface="Passion One"/>
              <a:ea typeface="Passion One"/>
              <a:cs typeface="Passion One"/>
              <a:sym typeface="Passion One"/>
            </a:endParaRPr>
          </a:p>
        </p:txBody>
      </p:sp>
      <p:sp>
        <p:nvSpPr>
          <p:cNvPr id="2782" name="Google Shape;2782;p66"/>
          <p:cNvSpPr txBox="1"/>
          <p:nvPr/>
        </p:nvSpPr>
        <p:spPr>
          <a:xfrm flipH="1">
            <a:off x="1029923" y="1978408"/>
            <a:ext cx="2309100" cy="4611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dirty="0">
                <a:solidFill>
                  <a:schemeClr val="dk1"/>
                </a:solidFill>
                <a:latin typeface="Passion One"/>
                <a:ea typeface="Passion One"/>
                <a:cs typeface="Passion One"/>
                <a:sym typeface="Passion One"/>
              </a:rPr>
              <a:t>Stay calm and Non-</a:t>
            </a:r>
            <a:r>
              <a:rPr lang="en" sz="2000" dirty="0" err="1">
                <a:solidFill>
                  <a:schemeClr val="dk1"/>
                </a:solidFill>
                <a:latin typeface="Passion One"/>
                <a:ea typeface="Passion One"/>
                <a:cs typeface="Passion One"/>
                <a:sym typeface="Passion One"/>
              </a:rPr>
              <a:t>judgemental</a:t>
            </a:r>
            <a:r>
              <a:rPr lang="en" sz="2000" dirty="0">
                <a:solidFill>
                  <a:schemeClr val="dk1"/>
                </a:solidFill>
                <a:latin typeface="Passion One"/>
                <a:ea typeface="Passion One"/>
                <a:cs typeface="Passion One"/>
                <a:sym typeface="Passion One"/>
              </a:rPr>
              <a:t> </a:t>
            </a:r>
            <a:endParaRPr sz="2000" dirty="0">
              <a:solidFill>
                <a:schemeClr val="dk1"/>
              </a:solidFill>
              <a:latin typeface="Passion One"/>
              <a:ea typeface="Passion One"/>
              <a:cs typeface="Passion One"/>
              <a:sym typeface="Passion One"/>
            </a:endParaRPr>
          </a:p>
        </p:txBody>
      </p:sp>
      <p:sp>
        <p:nvSpPr>
          <p:cNvPr id="2784" name="Google Shape;2784;p66"/>
          <p:cNvSpPr txBox="1"/>
          <p:nvPr/>
        </p:nvSpPr>
        <p:spPr>
          <a:xfrm flipH="1">
            <a:off x="5696871" y="1835871"/>
            <a:ext cx="2310900" cy="4611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dirty="0">
                <a:solidFill>
                  <a:schemeClr val="dk1"/>
                </a:solidFill>
                <a:latin typeface="Passion One"/>
                <a:ea typeface="Passion One"/>
                <a:cs typeface="Passion One"/>
                <a:sym typeface="Passion One"/>
              </a:rPr>
              <a:t>Active Listening </a:t>
            </a:r>
            <a:endParaRPr sz="2000" dirty="0">
              <a:solidFill>
                <a:schemeClr val="dk1"/>
              </a:solidFill>
              <a:latin typeface="Passion One"/>
              <a:ea typeface="Passion One"/>
              <a:cs typeface="Passion One"/>
              <a:sym typeface="Passion One"/>
            </a:endParaRPr>
          </a:p>
        </p:txBody>
      </p:sp>
      <p:cxnSp>
        <p:nvCxnSpPr>
          <p:cNvPr id="2786" name="Google Shape;2786;p66"/>
          <p:cNvCxnSpPr>
            <a:stCxn id="2684" idx="6"/>
            <a:endCxn id="2675" idx="2"/>
          </p:cNvCxnSpPr>
          <p:nvPr/>
        </p:nvCxnSpPr>
        <p:spPr>
          <a:xfrm>
            <a:off x="4069359" y="1978069"/>
            <a:ext cx="1012500" cy="0"/>
          </a:xfrm>
          <a:prstGeom prst="straightConnector1">
            <a:avLst/>
          </a:prstGeom>
          <a:noFill/>
          <a:ln w="9525" cap="flat" cmpd="sng">
            <a:solidFill>
              <a:schemeClr val="dk1"/>
            </a:solidFill>
            <a:prstDash val="solid"/>
            <a:round/>
            <a:headEnd type="none" w="med" len="med"/>
            <a:tailEnd type="oval" w="med" len="med"/>
          </a:ln>
        </p:spPr>
      </p:cxnSp>
      <p:cxnSp>
        <p:nvCxnSpPr>
          <p:cNvPr id="2787" name="Google Shape;2787;p66"/>
          <p:cNvCxnSpPr>
            <a:stCxn id="2675" idx="4"/>
            <a:endCxn id="2704" idx="0"/>
          </p:cNvCxnSpPr>
          <p:nvPr/>
        </p:nvCxnSpPr>
        <p:spPr>
          <a:xfrm>
            <a:off x="5414834" y="2311069"/>
            <a:ext cx="0" cy="961200"/>
          </a:xfrm>
          <a:prstGeom prst="straightConnector1">
            <a:avLst/>
          </a:prstGeom>
          <a:noFill/>
          <a:ln w="9525" cap="flat" cmpd="sng">
            <a:solidFill>
              <a:schemeClr val="dk1"/>
            </a:solidFill>
            <a:prstDash val="solid"/>
            <a:round/>
            <a:headEnd type="none" w="med" len="med"/>
            <a:tailEnd type="oval" w="med" len="med"/>
          </a:ln>
        </p:spPr>
      </p:cxnSp>
      <p:cxnSp>
        <p:nvCxnSpPr>
          <p:cNvPr id="2788" name="Google Shape;2788;p66"/>
          <p:cNvCxnSpPr>
            <a:stCxn id="2704" idx="2"/>
            <a:endCxn id="2734" idx="6"/>
          </p:cNvCxnSpPr>
          <p:nvPr/>
        </p:nvCxnSpPr>
        <p:spPr>
          <a:xfrm rot="10800000">
            <a:off x="4069334" y="3605350"/>
            <a:ext cx="1012500" cy="0"/>
          </a:xfrm>
          <a:prstGeom prst="straightConnector1">
            <a:avLst/>
          </a:prstGeom>
          <a:noFill/>
          <a:ln w="9525" cap="flat" cmpd="sng">
            <a:solidFill>
              <a:schemeClr val="dk1"/>
            </a:solidFill>
            <a:prstDash val="solid"/>
            <a:round/>
            <a:headEnd type="none" w="med" len="med"/>
            <a:tailEnd type="oval" w="med" len="med"/>
          </a:ln>
        </p:spPr>
      </p:cxnSp>
      <p:cxnSp>
        <p:nvCxnSpPr>
          <p:cNvPr id="2789" name="Google Shape;2789;p66"/>
          <p:cNvCxnSpPr>
            <a:stCxn id="2734" idx="0"/>
            <a:endCxn id="2684" idx="4"/>
          </p:cNvCxnSpPr>
          <p:nvPr/>
        </p:nvCxnSpPr>
        <p:spPr>
          <a:xfrm rot="10800000">
            <a:off x="3736359" y="2311150"/>
            <a:ext cx="0" cy="96120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120"/>
        <p:cNvGrpSpPr/>
        <p:nvPr/>
      </p:nvGrpSpPr>
      <p:grpSpPr>
        <a:xfrm>
          <a:off x="0" y="0"/>
          <a:ext cx="0" cy="0"/>
          <a:chOff x="0" y="0"/>
          <a:chExt cx="0" cy="0"/>
        </a:xfrm>
      </p:grpSpPr>
      <p:sp>
        <p:nvSpPr>
          <p:cNvPr id="4" name="Google Shape;2128;p43">
            <a:extLst>
              <a:ext uri="{FF2B5EF4-FFF2-40B4-BE49-F238E27FC236}">
                <a16:creationId xmlns:a16="http://schemas.microsoft.com/office/drawing/2014/main" id="{15E4FE99-9E04-F5AB-86CD-4AD4A1C70C47}"/>
              </a:ext>
            </a:extLst>
          </p:cNvPr>
          <p:cNvSpPr txBox="1">
            <a:spLocks/>
          </p:cNvSpPr>
          <p:nvPr/>
        </p:nvSpPr>
        <p:spPr>
          <a:xfrm>
            <a:off x="720000" y="44502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Passion One"/>
              <a:buNone/>
              <a:defRPr sz="4300" b="0" i="0" u="none" strike="noStrike" cap="none">
                <a:solidFill>
                  <a:schemeClr val="dk1"/>
                </a:solidFill>
                <a:latin typeface="Passion One"/>
                <a:ea typeface="Passion One"/>
                <a:cs typeface="Passion One"/>
                <a:sym typeface="Passion One"/>
              </a:defRPr>
            </a:lvl1pPr>
            <a:lvl2pPr marR="0" lvl="1"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2pPr>
            <a:lvl3pPr marR="0" lvl="2"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3pPr>
            <a:lvl4pPr marR="0" lvl="3"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4pPr>
            <a:lvl5pPr marR="0" lvl="4"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5pPr>
            <a:lvl6pPr marR="0" lvl="5"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6pPr>
            <a:lvl7pPr marR="0" lvl="6"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7pPr>
            <a:lvl8pPr marR="0" lvl="7"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8pPr>
            <a:lvl9pPr marR="0" lvl="8" algn="ctr" rtl="0">
              <a:lnSpc>
                <a:spcPct val="100000"/>
              </a:lnSpc>
              <a:spcBef>
                <a:spcPts val="0"/>
              </a:spcBef>
              <a:spcAft>
                <a:spcPts val="0"/>
              </a:spcAft>
              <a:buClr>
                <a:schemeClr val="dk1"/>
              </a:buClr>
              <a:buSzPts val="3600"/>
              <a:buFont typeface="Passion One"/>
              <a:buNone/>
              <a:defRPr sz="3600" b="1" i="0" u="none" strike="noStrike" cap="none">
                <a:solidFill>
                  <a:schemeClr val="dk1"/>
                </a:solidFill>
                <a:latin typeface="Passion One"/>
                <a:ea typeface="Passion One"/>
                <a:cs typeface="Passion One"/>
                <a:sym typeface="Passion One"/>
              </a:defRPr>
            </a:lvl9pPr>
          </a:lstStyle>
          <a:p>
            <a:r>
              <a:rPr lang="en-GB" dirty="0"/>
              <a:t>SELF CARE </a:t>
            </a:r>
          </a:p>
        </p:txBody>
      </p:sp>
      <p:sp>
        <p:nvSpPr>
          <p:cNvPr id="7" name="Google Shape;2123;p42">
            <a:extLst>
              <a:ext uri="{FF2B5EF4-FFF2-40B4-BE49-F238E27FC236}">
                <a16:creationId xmlns:a16="http://schemas.microsoft.com/office/drawing/2014/main" id="{97E6B76F-AAFB-E3F8-5C5E-1214CDAB7B8E}"/>
              </a:ext>
            </a:extLst>
          </p:cNvPr>
          <p:cNvSpPr txBox="1">
            <a:spLocks/>
          </p:cNvSpPr>
          <p:nvPr/>
        </p:nvSpPr>
        <p:spPr>
          <a:xfrm>
            <a:off x="1715356" y="1590425"/>
            <a:ext cx="4206471" cy="73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Asap"/>
              <a:buNone/>
              <a:defRPr sz="18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endParaRPr lang="en-GB" dirty="0"/>
          </a:p>
        </p:txBody>
      </p:sp>
      <p:sp>
        <p:nvSpPr>
          <p:cNvPr id="9" name="Google Shape;2130;p43">
            <a:extLst>
              <a:ext uri="{FF2B5EF4-FFF2-40B4-BE49-F238E27FC236}">
                <a16:creationId xmlns:a16="http://schemas.microsoft.com/office/drawing/2014/main" id="{E2C9D330-C24A-88E5-A8D2-51B638842271}"/>
              </a:ext>
            </a:extLst>
          </p:cNvPr>
          <p:cNvSpPr txBox="1">
            <a:spLocks/>
          </p:cNvSpPr>
          <p:nvPr/>
        </p:nvSpPr>
        <p:spPr>
          <a:xfrm>
            <a:off x="686470" y="1110026"/>
            <a:ext cx="7703999" cy="10392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Passion One"/>
              <a:buNone/>
              <a:defRPr sz="6000" b="0" i="0" u="none" strike="noStrike" cap="none">
                <a:solidFill>
                  <a:schemeClr val="accent3"/>
                </a:solidFill>
                <a:latin typeface="Passion One"/>
                <a:ea typeface="Passion One"/>
                <a:cs typeface="Passion One"/>
                <a:sym typeface="Passion One"/>
              </a:defRPr>
            </a:lvl1pPr>
            <a:lvl2pPr marR="0" lvl="1"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2pPr>
            <a:lvl3pPr marR="0" lvl="2"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3pPr>
            <a:lvl4pPr marR="0" lvl="3"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4pPr>
            <a:lvl5pPr marR="0" lvl="4"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5pPr>
            <a:lvl6pPr marR="0" lvl="5"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6pPr>
            <a:lvl7pPr marR="0" lvl="6"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7pPr>
            <a:lvl8pPr marR="0" lvl="7"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8pPr>
            <a:lvl9pPr marR="0" lvl="8" algn="ctr" rtl="0">
              <a:lnSpc>
                <a:spcPct val="100000"/>
              </a:lnSpc>
              <a:spcBef>
                <a:spcPts val="0"/>
              </a:spcBef>
              <a:spcAft>
                <a:spcPts val="0"/>
              </a:spcAft>
              <a:buClr>
                <a:schemeClr val="lt1"/>
              </a:buClr>
              <a:buSzPts val="6000"/>
              <a:buFont typeface="Passion One"/>
              <a:buNone/>
              <a:defRPr sz="6000" b="1" i="0" u="none" strike="noStrike" cap="none">
                <a:solidFill>
                  <a:schemeClr val="lt1"/>
                </a:solidFill>
                <a:latin typeface="Passion One"/>
                <a:ea typeface="Passion One"/>
                <a:cs typeface="Passion One"/>
                <a:sym typeface="Passion One"/>
              </a:defRPr>
            </a:lvl9pPr>
          </a:lstStyle>
          <a:p>
            <a:pPr marL="285750" indent="-285750">
              <a:buFont typeface="Arial" panose="020B0604020202020204" pitchFamily="34" charset="0"/>
              <a:buChar char="•"/>
            </a:pPr>
            <a:r>
              <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rPr>
              <a:t>By caring for your mental health, you create a healthier, more empathetic environment that encourages others to seek help and support.</a:t>
            </a:r>
          </a:p>
          <a:p>
            <a:pPr marL="285750" indent="-285750">
              <a:buFont typeface="Arial" panose="020B0604020202020204" pitchFamily="34" charset="0"/>
              <a:buChar char="•"/>
            </a:pPr>
            <a:endPar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endParaRPr>
          </a:p>
          <a:p>
            <a:pPr marL="285750" indent="-285750">
              <a:buFont typeface="Arial" panose="020B0604020202020204" pitchFamily="34" charset="0"/>
              <a:buChar char="•"/>
            </a:pPr>
            <a:r>
              <a:rPr lang="en-GB" sz="1800" kern="100" dirty="0">
                <a:solidFill>
                  <a:schemeClr val="tx1"/>
                </a:solidFill>
                <a:latin typeface="Calibri" panose="020F0502020204030204" pitchFamily="34" charset="0"/>
                <a:ea typeface="Calibri" panose="020F0502020204030204" pitchFamily="34" charset="0"/>
                <a:cs typeface="Vrinda" panose="020B0502040204020203" pitchFamily="34" charset="0"/>
              </a:rPr>
              <a:t>Prioritizing self-care sets a positive example, reduces stigma, and equips you to offer practical support to those at risk of suicide.</a:t>
            </a:r>
          </a:p>
          <a:p>
            <a:pPr marL="857250" indent="-857250" algn="l">
              <a:buFont typeface="Arial" panose="020B0604020202020204" pitchFamily="34" charset="0"/>
              <a:buChar char="•"/>
            </a:pPr>
            <a:endParaRPr lang="en-GB" sz="1800" dirty="0">
              <a:solidFill>
                <a:schemeClr val="tx1"/>
              </a:solidFill>
            </a:endParaRPr>
          </a:p>
        </p:txBody>
      </p:sp>
      <p:grpSp>
        <p:nvGrpSpPr>
          <p:cNvPr id="12" name="Google Shape;7324;p84">
            <a:extLst>
              <a:ext uri="{FF2B5EF4-FFF2-40B4-BE49-F238E27FC236}">
                <a16:creationId xmlns:a16="http://schemas.microsoft.com/office/drawing/2014/main" id="{53BE4079-6192-1D3A-FA37-FDAF46266213}"/>
              </a:ext>
            </a:extLst>
          </p:cNvPr>
          <p:cNvGrpSpPr/>
          <p:nvPr/>
        </p:nvGrpSpPr>
        <p:grpSpPr>
          <a:xfrm rot="2946778">
            <a:off x="-317490" y="3287245"/>
            <a:ext cx="2632325" cy="1618422"/>
            <a:chOff x="2496310" y="3693351"/>
            <a:chExt cx="1342906" cy="688926"/>
          </a:xfrm>
          <a:solidFill>
            <a:schemeClr val="tx2">
              <a:lumMod val="90000"/>
            </a:schemeClr>
          </a:solidFill>
        </p:grpSpPr>
        <p:grpSp>
          <p:nvGrpSpPr>
            <p:cNvPr id="13" name="Google Shape;7325;p84">
              <a:extLst>
                <a:ext uri="{FF2B5EF4-FFF2-40B4-BE49-F238E27FC236}">
                  <a16:creationId xmlns:a16="http://schemas.microsoft.com/office/drawing/2014/main" id="{DB01E2C2-6BA7-504B-9F4A-FED3A7D19D7E}"/>
                </a:ext>
              </a:extLst>
            </p:cNvPr>
            <p:cNvGrpSpPr/>
            <p:nvPr/>
          </p:nvGrpSpPr>
          <p:grpSpPr>
            <a:xfrm>
              <a:off x="2496310" y="3693351"/>
              <a:ext cx="1342906" cy="688875"/>
              <a:chOff x="2496310" y="3693351"/>
              <a:chExt cx="1342906" cy="688875"/>
            </a:xfrm>
            <a:grpFill/>
          </p:grpSpPr>
          <p:sp>
            <p:nvSpPr>
              <p:cNvPr id="18" name="Google Shape;7326;p84">
                <a:extLst>
                  <a:ext uri="{FF2B5EF4-FFF2-40B4-BE49-F238E27FC236}">
                    <a16:creationId xmlns:a16="http://schemas.microsoft.com/office/drawing/2014/main" id="{2D20EB2A-3D6D-EBA0-278A-F8E497C2444D}"/>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327;p84">
                <a:extLst>
                  <a:ext uri="{FF2B5EF4-FFF2-40B4-BE49-F238E27FC236}">
                    <a16:creationId xmlns:a16="http://schemas.microsoft.com/office/drawing/2014/main" id="{75565A99-007E-887A-5EAA-C1ABCCCFB3DD}"/>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328;p84">
                <a:extLst>
                  <a:ext uri="{FF2B5EF4-FFF2-40B4-BE49-F238E27FC236}">
                    <a16:creationId xmlns:a16="http://schemas.microsoft.com/office/drawing/2014/main" id="{857DA91E-8419-224F-2164-3FBE622B0EA2}"/>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329;p84">
                <a:extLst>
                  <a:ext uri="{FF2B5EF4-FFF2-40B4-BE49-F238E27FC236}">
                    <a16:creationId xmlns:a16="http://schemas.microsoft.com/office/drawing/2014/main" id="{35A98CCB-2476-B1A9-6361-E179255279F1}"/>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330;p84">
                <a:extLst>
                  <a:ext uri="{FF2B5EF4-FFF2-40B4-BE49-F238E27FC236}">
                    <a16:creationId xmlns:a16="http://schemas.microsoft.com/office/drawing/2014/main" id="{E766719A-FEE6-8884-2A91-917F63BBB345}"/>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331;p84">
                <a:extLst>
                  <a:ext uri="{FF2B5EF4-FFF2-40B4-BE49-F238E27FC236}">
                    <a16:creationId xmlns:a16="http://schemas.microsoft.com/office/drawing/2014/main" id="{C95A55AB-8D64-DAD0-C938-60B561A16BDE}"/>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 name="Google Shape;7332;p84">
                <a:extLst>
                  <a:ext uri="{FF2B5EF4-FFF2-40B4-BE49-F238E27FC236}">
                    <a16:creationId xmlns:a16="http://schemas.microsoft.com/office/drawing/2014/main" id="{9F15DA34-6A0F-B090-109E-9740FBF8FEC0}"/>
                  </a:ext>
                </a:extLst>
              </p:cNvPr>
              <p:cNvCxnSpPr>
                <a:stCxn id="22"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25" name="Google Shape;7333;p84">
                <a:extLst>
                  <a:ext uri="{FF2B5EF4-FFF2-40B4-BE49-F238E27FC236}">
                    <a16:creationId xmlns:a16="http://schemas.microsoft.com/office/drawing/2014/main" id="{1ED9E764-25C6-BD6D-3527-AFE1A00CF17D}"/>
                  </a:ext>
                </a:extLst>
              </p:cNvPr>
              <p:cNvCxnSpPr>
                <a:stCxn id="19"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26" name="Google Shape;7334;p84">
                <a:extLst>
                  <a:ext uri="{FF2B5EF4-FFF2-40B4-BE49-F238E27FC236}">
                    <a16:creationId xmlns:a16="http://schemas.microsoft.com/office/drawing/2014/main" id="{75BA63DE-B5F6-C1F4-B2B3-66A9A86E4660}"/>
                  </a:ext>
                </a:extLst>
              </p:cNvPr>
              <p:cNvCxnSpPr>
                <a:stCxn id="20"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7" name="Google Shape;7335;p84">
                <a:extLst>
                  <a:ext uri="{FF2B5EF4-FFF2-40B4-BE49-F238E27FC236}">
                    <a16:creationId xmlns:a16="http://schemas.microsoft.com/office/drawing/2014/main" id="{59C9994E-4568-5261-3617-60329330436D}"/>
                  </a:ext>
                </a:extLst>
              </p:cNvPr>
              <p:cNvCxnSpPr>
                <a:stCxn id="23"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8" name="Google Shape;7336;p84">
                <a:extLst>
                  <a:ext uri="{FF2B5EF4-FFF2-40B4-BE49-F238E27FC236}">
                    <a16:creationId xmlns:a16="http://schemas.microsoft.com/office/drawing/2014/main" id="{5045509E-0659-D226-0BA5-D4DD2DD2A8AF}"/>
                  </a:ext>
                </a:extLst>
              </p:cNvPr>
              <p:cNvCxnSpPr>
                <a:stCxn id="21"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14" name="Google Shape;7337;p84">
              <a:extLst>
                <a:ext uri="{FF2B5EF4-FFF2-40B4-BE49-F238E27FC236}">
                  <a16:creationId xmlns:a16="http://schemas.microsoft.com/office/drawing/2014/main" id="{CCE05CE5-7DE2-B7A1-E046-6EFFBA32861D}"/>
                </a:ext>
              </a:extLst>
            </p:cNvPr>
            <p:cNvGrpSpPr/>
            <p:nvPr/>
          </p:nvGrpSpPr>
          <p:grpSpPr>
            <a:xfrm>
              <a:off x="2675275" y="3930557"/>
              <a:ext cx="1003306" cy="451719"/>
              <a:chOff x="2675275" y="4174282"/>
              <a:chExt cx="1003306" cy="451719"/>
            </a:xfrm>
            <a:grpFill/>
          </p:grpSpPr>
          <p:sp>
            <p:nvSpPr>
              <p:cNvPr id="15" name="Google Shape;7338;p84">
                <a:extLst>
                  <a:ext uri="{FF2B5EF4-FFF2-40B4-BE49-F238E27FC236}">
                    <a16:creationId xmlns:a16="http://schemas.microsoft.com/office/drawing/2014/main" id="{A1A0CCD3-FFBA-857A-A4CB-21E8F715858C}"/>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339;p84">
                <a:extLst>
                  <a:ext uri="{FF2B5EF4-FFF2-40B4-BE49-F238E27FC236}">
                    <a16:creationId xmlns:a16="http://schemas.microsoft.com/office/drawing/2014/main" id="{3015251C-F024-4622-C2D2-EE5D3F76A9F2}"/>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340;p84">
                <a:extLst>
                  <a:ext uri="{FF2B5EF4-FFF2-40B4-BE49-F238E27FC236}">
                    <a16:creationId xmlns:a16="http://schemas.microsoft.com/office/drawing/2014/main" id="{85A45C8C-D255-4D47-6143-4E10781AAECC}"/>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6" name="Picture 5">
            <a:extLst>
              <a:ext uri="{FF2B5EF4-FFF2-40B4-BE49-F238E27FC236}">
                <a16:creationId xmlns:a16="http://schemas.microsoft.com/office/drawing/2014/main" id="{3EB900B7-4E03-41B5-00E2-ADB007DBEA3A}"/>
              </a:ext>
            </a:extLst>
          </p:cNvPr>
          <p:cNvPicPr>
            <a:picLocks noChangeAspect="1"/>
          </p:cNvPicPr>
          <p:nvPr/>
        </p:nvPicPr>
        <p:blipFill>
          <a:blip r:embed="rId3"/>
          <a:stretch>
            <a:fillRect/>
          </a:stretch>
        </p:blipFill>
        <p:spPr>
          <a:xfrm>
            <a:off x="3450174" y="2767153"/>
            <a:ext cx="2518708" cy="2139226"/>
          </a:xfrm>
          <a:prstGeom prst="rect">
            <a:avLst/>
          </a:prstGeom>
        </p:spPr>
      </p:pic>
    </p:spTree>
    <p:extLst>
      <p:ext uri="{BB962C8B-B14F-4D97-AF65-F5344CB8AC3E}">
        <p14:creationId xmlns:p14="http://schemas.microsoft.com/office/powerpoint/2010/main" val="3958398049"/>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193"/>
        <p:cNvGrpSpPr/>
        <p:nvPr/>
      </p:nvGrpSpPr>
      <p:grpSpPr>
        <a:xfrm>
          <a:off x="0" y="0"/>
          <a:ext cx="0" cy="0"/>
          <a:chOff x="0" y="0"/>
          <a:chExt cx="0" cy="0"/>
        </a:xfrm>
      </p:grpSpPr>
      <p:sp>
        <p:nvSpPr>
          <p:cNvPr id="2194" name="Google Shape;2194;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Community Involvement</a:t>
            </a:r>
            <a:endParaRPr dirty="0"/>
          </a:p>
        </p:txBody>
      </p:sp>
      <p:sp>
        <p:nvSpPr>
          <p:cNvPr id="2198" name="Google Shape;2198;p46"/>
          <p:cNvSpPr txBox="1">
            <a:spLocks noGrp="1"/>
          </p:cNvSpPr>
          <p:nvPr>
            <p:ph type="subTitle" idx="4"/>
          </p:nvPr>
        </p:nvSpPr>
        <p:spPr>
          <a:xfrm>
            <a:off x="781138" y="2091093"/>
            <a:ext cx="2432400" cy="4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Educate yourself </a:t>
            </a:r>
            <a:endParaRPr sz="2400" dirty="0"/>
          </a:p>
        </p:txBody>
      </p:sp>
      <p:sp>
        <p:nvSpPr>
          <p:cNvPr id="2199" name="Google Shape;2199;p46"/>
          <p:cNvSpPr txBox="1">
            <a:spLocks noGrp="1"/>
          </p:cNvSpPr>
          <p:nvPr>
            <p:ph type="subTitle" idx="5"/>
          </p:nvPr>
        </p:nvSpPr>
        <p:spPr>
          <a:xfrm>
            <a:off x="3364053" y="3643202"/>
            <a:ext cx="2432400" cy="4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Community, workshop &amp;training</a:t>
            </a:r>
            <a:endParaRPr sz="2400" dirty="0"/>
          </a:p>
        </p:txBody>
      </p:sp>
      <p:sp>
        <p:nvSpPr>
          <p:cNvPr id="2200" name="Google Shape;2200;p46"/>
          <p:cNvSpPr txBox="1">
            <a:spLocks noGrp="1"/>
          </p:cNvSpPr>
          <p:nvPr>
            <p:ph type="subTitle" idx="6"/>
          </p:nvPr>
        </p:nvSpPr>
        <p:spPr>
          <a:xfrm>
            <a:off x="6025725" y="2483142"/>
            <a:ext cx="2429400" cy="47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400" dirty="0"/>
              <a:t>Awareness campaign</a:t>
            </a:r>
            <a:endParaRPr sz="2400" dirty="0"/>
          </a:p>
        </p:txBody>
      </p:sp>
      <p:grpSp>
        <p:nvGrpSpPr>
          <p:cNvPr id="2219" name="Google Shape;2219;p46"/>
          <p:cNvGrpSpPr/>
          <p:nvPr/>
        </p:nvGrpSpPr>
        <p:grpSpPr>
          <a:xfrm>
            <a:off x="7062005" y="1515823"/>
            <a:ext cx="396593" cy="396602"/>
            <a:chOff x="4779407" y="1399370"/>
            <a:chExt cx="396593" cy="396602"/>
          </a:xfrm>
        </p:grpSpPr>
        <p:sp>
          <p:nvSpPr>
            <p:cNvPr id="2220" name="Google Shape;2220;p46"/>
            <p:cNvSpPr/>
            <p:nvPr/>
          </p:nvSpPr>
          <p:spPr>
            <a:xfrm>
              <a:off x="4779407" y="1399370"/>
              <a:ext cx="380686" cy="396602"/>
            </a:xfrm>
            <a:custGeom>
              <a:avLst/>
              <a:gdLst/>
              <a:ahLst/>
              <a:cxnLst/>
              <a:rect l="l" t="t" r="r" b="b"/>
              <a:pathLst>
                <a:path w="11385" h="11861" extrusionOk="0">
                  <a:moveTo>
                    <a:pt x="239" y="1"/>
                  </a:moveTo>
                  <a:cubicBezTo>
                    <a:pt x="120" y="1"/>
                    <a:pt x="1" y="120"/>
                    <a:pt x="1" y="239"/>
                  </a:cubicBezTo>
                  <a:lnTo>
                    <a:pt x="1" y="1501"/>
                  </a:lnTo>
                  <a:cubicBezTo>
                    <a:pt x="1" y="2311"/>
                    <a:pt x="477" y="2311"/>
                    <a:pt x="477" y="3120"/>
                  </a:cubicBezTo>
                  <a:cubicBezTo>
                    <a:pt x="477" y="3930"/>
                    <a:pt x="1" y="3930"/>
                    <a:pt x="1" y="4716"/>
                  </a:cubicBezTo>
                  <a:cubicBezTo>
                    <a:pt x="1" y="5526"/>
                    <a:pt x="477" y="5526"/>
                    <a:pt x="477" y="6335"/>
                  </a:cubicBezTo>
                  <a:cubicBezTo>
                    <a:pt x="477" y="7145"/>
                    <a:pt x="1" y="7145"/>
                    <a:pt x="1" y="7931"/>
                  </a:cubicBezTo>
                  <a:cubicBezTo>
                    <a:pt x="1" y="8741"/>
                    <a:pt x="477" y="8741"/>
                    <a:pt x="477" y="9550"/>
                  </a:cubicBezTo>
                  <a:cubicBezTo>
                    <a:pt x="477" y="10360"/>
                    <a:pt x="1" y="10360"/>
                    <a:pt x="1" y="11146"/>
                  </a:cubicBezTo>
                  <a:lnTo>
                    <a:pt x="1" y="11598"/>
                  </a:lnTo>
                  <a:cubicBezTo>
                    <a:pt x="1" y="11717"/>
                    <a:pt x="120" y="11836"/>
                    <a:pt x="239" y="11836"/>
                  </a:cubicBezTo>
                  <a:lnTo>
                    <a:pt x="1072" y="11836"/>
                  </a:lnTo>
                  <a:cubicBezTo>
                    <a:pt x="1882" y="11836"/>
                    <a:pt x="1882" y="11360"/>
                    <a:pt x="2692" y="11360"/>
                  </a:cubicBezTo>
                  <a:cubicBezTo>
                    <a:pt x="3502" y="11360"/>
                    <a:pt x="3502" y="11836"/>
                    <a:pt x="4287" y="11836"/>
                  </a:cubicBezTo>
                  <a:cubicBezTo>
                    <a:pt x="5097" y="11836"/>
                    <a:pt x="5097" y="11360"/>
                    <a:pt x="5907" y="11360"/>
                  </a:cubicBezTo>
                  <a:cubicBezTo>
                    <a:pt x="6716" y="11360"/>
                    <a:pt x="6716" y="11836"/>
                    <a:pt x="7502" y="11836"/>
                  </a:cubicBezTo>
                  <a:cubicBezTo>
                    <a:pt x="8312" y="11836"/>
                    <a:pt x="8312" y="11360"/>
                    <a:pt x="9122" y="11360"/>
                  </a:cubicBezTo>
                  <a:cubicBezTo>
                    <a:pt x="9931" y="11384"/>
                    <a:pt x="9931" y="11860"/>
                    <a:pt x="10717" y="11860"/>
                  </a:cubicBezTo>
                  <a:lnTo>
                    <a:pt x="11146" y="11860"/>
                  </a:lnTo>
                  <a:cubicBezTo>
                    <a:pt x="11265" y="11860"/>
                    <a:pt x="11384" y="11741"/>
                    <a:pt x="11384" y="11622"/>
                  </a:cubicBezTo>
                  <a:lnTo>
                    <a:pt x="11384" y="10336"/>
                  </a:lnTo>
                  <a:cubicBezTo>
                    <a:pt x="11384" y="9550"/>
                    <a:pt x="10908" y="9550"/>
                    <a:pt x="10908" y="8741"/>
                  </a:cubicBezTo>
                  <a:cubicBezTo>
                    <a:pt x="10908" y="7931"/>
                    <a:pt x="11384" y="7931"/>
                    <a:pt x="11384" y="7121"/>
                  </a:cubicBezTo>
                  <a:cubicBezTo>
                    <a:pt x="11384" y="6335"/>
                    <a:pt x="10908" y="6335"/>
                    <a:pt x="10908" y="5526"/>
                  </a:cubicBezTo>
                  <a:cubicBezTo>
                    <a:pt x="10908" y="4716"/>
                    <a:pt x="11384" y="4716"/>
                    <a:pt x="11384" y="3906"/>
                  </a:cubicBezTo>
                  <a:cubicBezTo>
                    <a:pt x="11384" y="3120"/>
                    <a:pt x="10908" y="3120"/>
                    <a:pt x="10908" y="2311"/>
                  </a:cubicBezTo>
                  <a:cubicBezTo>
                    <a:pt x="10908" y="1501"/>
                    <a:pt x="11384" y="1501"/>
                    <a:pt x="11384" y="691"/>
                  </a:cubicBezTo>
                  <a:lnTo>
                    <a:pt x="11384" y="239"/>
                  </a:lnTo>
                  <a:cubicBezTo>
                    <a:pt x="11384" y="120"/>
                    <a:pt x="11265" y="1"/>
                    <a:pt x="11146" y="1"/>
                  </a:cubicBezTo>
                  <a:lnTo>
                    <a:pt x="10717" y="1"/>
                  </a:lnTo>
                  <a:cubicBezTo>
                    <a:pt x="9908" y="1"/>
                    <a:pt x="9908" y="477"/>
                    <a:pt x="9122" y="477"/>
                  </a:cubicBezTo>
                  <a:cubicBezTo>
                    <a:pt x="8312" y="477"/>
                    <a:pt x="8312" y="1"/>
                    <a:pt x="7502" y="1"/>
                  </a:cubicBezTo>
                  <a:cubicBezTo>
                    <a:pt x="6716" y="1"/>
                    <a:pt x="6716" y="477"/>
                    <a:pt x="5907" y="477"/>
                  </a:cubicBezTo>
                  <a:cubicBezTo>
                    <a:pt x="5097" y="477"/>
                    <a:pt x="5097" y="1"/>
                    <a:pt x="4287" y="1"/>
                  </a:cubicBezTo>
                  <a:cubicBezTo>
                    <a:pt x="3502" y="1"/>
                    <a:pt x="3502" y="477"/>
                    <a:pt x="2692" y="477"/>
                  </a:cubicBezTo>
                  <a:cubicBezTo>
                    <a:pt x="1882" y="477"/>
                    <a:pt x="1882" y="1"/>
                    <a:pt x="1072"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6"/>
            <p:cNvSpPr/>
            <p:nvPr/>
          </p:nvSpPr>
          <p:spPr>
            <a:xfrm>
              <a:off x="4847117" y="1467046"/>
              <a:ext cx="253222" cy="260779"/>
            </a:xfrm>
            <a:custGeom>
              <a:avLst/>
              <a:gdLst/>
              <a:ahLst/>
              <a:cxnLst/>
              <a:rect l="l" t="t" r="r" b="b"/>
              <a:pathLst>
                <a:path w="7573" h="7799" extrusionOk="0">
                  <a:moveTo>
                    <a:pt x="3548" y="1"/>
                  </a:moveTo>
                  <a:cubicBezTo>
                    <a:pt x="1548" y="191"/>
                    <a:pt x="0" y="1858"/>
                    <a:pt x="0" y="3883"/>
                  </a:cubicBezTo>
                  <a:cubicBezTo>
                    <a:pt x="0" y="5955"/>
                    <a:pt x="1548" y="7622"/>
                    <a:pt x="3548" y="7788"/>
                  </a:cubicBezTo>
                  <a:cubicBezTo>
                    <a:pt x="3588" y="7796"/>
                    <a:pt x="3628" y="7799"/>
                    <a:pt x="3667" y="7799"/>
                  </a:cubicBezTo>
                  <a:cubicBezTo>
                    <a:pt x="3747" y="7799"/>
                    <a:pt x="3826" y="7788"/>
                    <a:pt x="3906" y="7788"/>
                  </a:cubicBezTo>
                  <a:cubicBezTo>
                    <a:pt x="6049" y="7788"/>
                    <a:pt x="7573" y="6050"/>
                    <a:pt x="7573" y="3930"/>
                  </a:cubicBezTo>
                  <a:cubicBezTo>
                    <a:pt x="7573" y="1739"/>
                    <a:pt x="6049" y="25"/>
                    <a:pt x="3906"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6"/>
            <p:cNvSpPr/>
            <p:nvPr/>
          </p:nvSpPr>
          <p:spPr>
            <a:xfrm>
              <a:off x="4965750" y="1465474"/>
              <a:ext cx="142578" cy="262819"/>
            </a:xfrm>
            <a:custGeom>
              <a:avLst/>
              <a:gdLst/>
              <a:ahLst/>
              <a:cxnLst/>
              <a:rect l="l" t="t" r="r" b="b"/>
              <a:pathLst>
                <a:path w="4264" h="7860" extrusionOk="0">
                  <a:moveTo>
                    <a:pt x="358" y="0"/>
                  </a:moveTo>
                  <a:cubicBezTo>
                    <a:pt x="239" y="0"/>
                    <a:pt x="119" y="48"/>
                    <a:pt x="0" y="48"/>
                  </a:cubicBezTo>
                  <a:cubicBezTo>
                    <a:pt x="2001" y="238"/>
                    <a:pt x="3549" y="1905"/>
                    <a:pt x="3549" y="3930"/>
                  </a:cubicBezTo>
                  <a:cubicBezTo>
                    <a:pt x="3549" y="6002"/>
                    <a:pt x="2001" y="7669"/>
                    <a:pt x="0" y="7835"/>
                  </a:cubicBezTo>
                  <a:cubicBezTo>
                    <a:pt x="119" y="7859"/>
                    <a:pt x="239" y="7859"/>
                    <a:pt x="358" y="7859"/>
                  </a:cubicBezTo>
                  <a:cubicBezTo>
                    <a:pt x="2501" y="7859"/>
                    <a:pt x="4263" y="6097"/>
                    <a:pt x="4263" y="3977"/>
                  </a:cubicBezTo>
                  <a:cubicBezTo>
                    <a:pt x="4263" y="1786"/>
                    <a:pt x="2501" y="72"/>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6"/>
            <p:cNvSpPr/>
            <p:nvPr/>
          </p:nvSpPr>
          <p:spPr>
            <a:xfrm>
              <a:off x="4884532" y="1591297"/>
              <a:ext cx="187150" cy="99543"/>
            </a:xfrm>
            <a:custGeom>
              <a:avLst/>
              <a:gdLst/>
              <a:ahLst/>
              <a:cxnLst/>
              <a:rect l="l" t="t" r="r" b="b"/>
              <a:pathLst>
                <a:path w="5597" h="2977" extrusionOk="0">
                  <a:moveTo>
                    <a:pt x="167" y="0"/>
                  </a:moveTo>
                  <a:cubicBezTo>
                    <a:pt x="72" y="0"/>
                    <a:pt x="0" y="95"/>
                    <a:pt x="0" y="167"/>
                  </a:cubicBezTo>
                  <a:cubicBezTo>
                    <a:pt x="0" y="1715"/>
                    <a:pt x="1239" y="2977"/>
                    <a:pt x="2787" y="2977"/>
                  </a:cubicBezTo>
                  <a:cubicBezTo>
                    <a:pt x="4311" y="2977"/>
                    <a:pt x="5549" y="1715"/>
                    <a:pt x="5597" y="167"/>
                  </a:cubicBezTo>
                  <a:cubicBezTo>
                    <a:pt x="5597" y="95"/>
                    <a:pt x="5501" y="0"/>
                    <a:pt x="5406" y="0"/>
                  </a:cubicBezTo>
                  <a:cubicBezTo>
                    <a:pt x="5311" y="0"/>
                    <a:pt x="5239" y="95"/>
                    <a:pt x="5239" y="167"/>
                  </a:cubicBezTo>
                  <a:cubicBezTo>
                    <a:pt x="5239" y="1524"/>
                    <a:pt x="4120" y="2620"/>
                    <a:pt x="2787" y="2620"/>
                  </a:cubicBezTo>
                  <a:cubicBezTo>
                    <a:pt x="1453" y="2620"/>
                    <a:pt x="358" y="1524"/>
                    <a:pt x="358" y="167"/>
                  </a:cubicBezTo>
                  <a:cubicBezTo>
                    <a:pt x="358" y="95"/>
                    <a:pt x="262"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6"/>
            <p:cNvSpPr/>
            <p:nvPr/>
          </p:nvSpPr>
          <p:spPr>
            <a:xfrm>
              <a:off x="4904427" y="1525794"/>
              <a:ext cx="53400" cy="53567"/>
            </a:xfrm>
            <a:custGeom>
              <a:avLst/>
              <a:gdLst/>
              <a:ahLst/>
              <a:cxnLst/>
              <a:rect l="l" t="t" r="r" b="b"/>
              <a:pathLst>
                <a:path w="1597" h="1602" extrusionOk="0">
                  <a:moveTo>
                    <a:pt x="197" y="0"/>
                  </a:moveTo>
                  <a:cubicBezTo>
                    <a:pt x="149" y="0"/>
                    <a:pt x="96" y="18"/>
                    <a:pt x="48" y="54"/>
                  </a:cubicBezTo>
                  <a:cubicBezTo>
                    <a:pt x="1" y="101"/>
                    <a:pt x="1" y="221"/>
                    <a:pt x="48" y="316"/>
                  </a:cubicBezTo>
                  <a:lnTo>
                    <a:pt x="525" y="792"/>
                  </a:lnTo>
                  <a:lnTo>
                    <a:pt x="48" y="1268"/>
                  </a:lnTo>
                  <a:cubicBezTo>
                    <a:pt x="1" y="1316"/>
                    <a:pt x="1" y="1459"/>
                    <a:pt x="48" y="1530"/>
                  </a:cubicBezTo>
                  <a:cubicBezTo>
                    <a:pt x="72" y="1578"/>
                    <a:pt x="144" y="1602"/>
                    <a:pt x="167" y="1602"/>
                  </a:cubicBezTo>
                  <a:cubicBezTo>
                    <a:pt x="239" y="1602"/>
                    <a:pt x="263" y="1578"/>
                    <a:pt x="286" y="1530"/>
                  </a:cubicBezTo>
                  <a:lnTo>
                    <a:pt x="763" y="1054"/>
                  </a:lnTo>
                  <a:lnTo>
                    <a:pt x="1239" y="1530"/>
                  </a:lnTo>
                  <a:cubicBezTo>
                    <a:pt x="1263" y="1578"/>
                    <a:pt x="1334" y="1602"/>
                    <a:pt x="1358" y="1602"/>
                  </a:cubicBezTo>
                  <a:cubicBezTo>
                    <a:pt x="1430" y="1602"/>
                    <a:pt x="1453" y="1578"/>
                    <a:pt x="1477" y="1530"/>
                  </a:cubicBezTo>
                  <a:cubicBezTo>
                    <a:pt x="1549" y="1483"/>
                    <a:pt x="1549" y="1364"/>
                    <a:pt x="1477" y="1268"/>
                  </a:cubicBezTo>
                  <a:lnTo>
                    <a:pt x="1072" y="792"/>
                  </a:lnTo>
                  <a:lnTo>
                    <a:pt x="1549" y="316"/>
                  </a:lnTo>
                  <a:cubicBezTo>
                    <a:pt x="1596" y="268"/>
                    <a:pt x="1596" y="149"/>
                    <a:pt x="1549" y="54"/>
                  </a:cubicBezTo>
                  <a:cubicBezTo>
                    <a:pt x="1513" y="18"/>
                    <a:pt x="1465" y="0"/>
                    <a:pt x="1415" y="0"/>
                  </a:cubicBezTo>
                  <a:cubicBezTo>
                    <a:pt x="1364" y="0"/>
                    <a:pt x="1310" y="18"/>
                    <a:pt x="1263" y="54"/>
                  </a:cubicBezTo>
                  <a:lnTo>
                    <a:pt x="787" y="530"/>
                  </a:lnTo>
                  <a:lnTo>
                    <a:pt x="310" y="54"/>
                  </a:lnTo>
                  <a:cubicBezTo>
                    <a:pt x="286" y="18"/>
                    <a:pt x="245"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6"/>
            <p:cNvSpPr/>
            <p:nvPr/>
          </p:nvSpPr>
          <p:spPr>
            <a:xfrm>
              <a:off x="4996010" y="1525794"/>
              <a:ext cx="53366" cy="53567"/>
            </a:xfrm>
            <a:custGeom>
              <a:avLst/>
              <a:gdLst/>
              <a:ahLst/>
              <a:cxnLst/>
              <a:rect l="l" t="t" r="r" b="b"/>
              <a:pathLst>
                <a:path w="1596" h="1602" extrusionOk="0">
                  <a:moveTo>
                    <a:pt x="197" y="0"/>
                  </a:moveTo>
                  <a:cubicBezTo>
                    <a:pt x="149" y="0"/>
                    <a:pt x="96" y="18"/>
                    <a:pt x="48" y="54"/>
                  </a:cubicBezTo>
                  <a:cubicBezTo>
                    <a:pt x="0" y="101"/>
                    <a:pt x="0" y="221"/>
                    <a:pt x="48" y="316"/>
                  </a:cubicBezTo>
                  <a:lnTo>
                    <a:pt x="524" y="792"/>
                  </a:lnTo>
                  <a:lnTo>
                    <a:pt x="48" y="1268"/>
                  </a:lnTo>
                  <a:cubicBezTo>
                    <a:pt x="0" y="1316"/>
                    <a:pt x="0" y="1459"/>
                    <a:pt x="48" y="1530"/>
                  </a:cubicBezTo>
                  <a:cubicBezTo>
                    <a:pt x="72" y="1578"/>
                    <a:pt x="143" y="1602"/>
                    <a:pt x="167" y="1602"/>
                  </a:cubicBezTo>
                  <a:cubicBezTo>
                    <a:pt x="238" y="1602"/>
                    <a:pt x="262" y="1578"/>
                    <a:pt x="286" y="1530"/>
                  </a:cubicBezTo>
                  <a:lnTo>
                    <a:pt x="762" y="1054"/>
                  </a:lnTo>
                  <a:lnTo>
                    <a:pt x="1239" y="1530"/>
                  </a:lnTo>
                  <a:cubicBezTo>
                    <a:pt x="1262" y="1578"/>
                    <a:pt x="1334" y="1602"/>
                    <a:pt x="1358" y="1602"/>
                  </a:cubicBezTo>
                  <a:cubicBezTo>
                    <a:pt x="1429" y="1602"/>
                    <a:pt x="1453" y="1578"/>
                    <a:pt x="1477" y="1530"/>
                  </a:cubicBezTo>
                  <a:cubicBezTo>
                    <a:pt x="1548" y="1483"/>
                    <a:pt x="1548" y="1364"/>
                    <a:pt x="1477" y="1268"/>
                  </a:cubicBezTo>
                  <a:lnTo>
                    <a:pt x="1072" y="792"/>
                  </a:lnTo>
                  <a:lnTo>
                    <a:pt x="1548" y="316"/>
                  </a:lnTo>
                  <a:cubicBezTo>
                    <a:pt x="1596" y="268"/>
                    <a:pt x="1596" y="149"/>
                    <a:pt x="1548" y="54"/>
                  </a:cubicBezTo>
                  <a:cubicBezTo>
                    <a:pt x="1513" y="18"/>
                    <a:pt x="1465" y="0"/>
                    <a:pt x="1414" y="0"/>
                  </a:cubicBezTo>
                  <a:cubicBezTo>
                    <a:pt x="1364" y="0"/>
                    <a:pt x="1310" y="18"/>
                    <a:pt x="1262" y="54"/>
                  </a:cubicBezTo>
                  <a:lnTo>
                    <a:pt x="786" y="530"/>
                  </a:lnTo>
                  <a:lnTo>
                    <a:pt x="310" y="54"/>
                  </a:lnTo>
                  <a:cubicBezTo>
                    <a:pt x="286" y="18"/>
                    <a:pt x="244"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6"/>
            <p:cNvSpPr/>
            <p:nvPr/>
          </p:nvSpPr>
          <p:spPr>
            <a:xfrm>
              <a:off x="5136143" y="1399370"/>
              <a:ext cx="39857" cy="395800"/>
            </a:xfrm>
            <a:custGeom>
              <a:avLst/>
              <a:gdLst/>
              <a:ahLst/>
              <a:cxnLst/>
              <a:rect l="l" t="t" r="r" b="b"/>
              <a:pathLst>
                <a:path w="1192" h="11837" extrusionOk="0">
                  <a:moveTo>
                    <a:pt x="239" y="1"/>
                  </a:moveTo>
                  <a:cubicBezTo>
                    <a:pt x="358" y="1"/>
                    <a:pt x="477" y="120"/>
                    <a:pt x="477" y="239"/>
                  </a:cubicBezTo>
                  <a:lnTo>
                    <a:pt x="477" y="668"/>
                  </a:lnTo>
                  <a:cubicBezTo>
                    <a:pt x="477" y="1477"/>
                    <a:pt x="1" y="1477"/>
                    <a:pt x="1" y="2287"/>
                  </a:cubicBezTo>
                  <a:cubicBezTo>
                    <a:pt x="1" y="3097"/>
                    <a:pt x="477" y="3097"/>
                    <a:pt x="477" y="3882"/>
                  </a:cubicBezTo>
                  <a:cubicBezTo>
                    <a:pt x="477" y="4692"/>
                    <a:pt x="1" y="4692"/>
                    <a:pt x="1" y="5502"/>
                  </a:cubicBezTo>
                  <a:cubicBezTo>
                    <a:pt x="1" y="6312"/>
                    <a:pt x="477" y="6312"/>
                    <a:pt x="477" y="7097"/>
                  </a:cubicBezTo>
                  <a:cubicBezTo>
                    <a:pt x="477" y="7907"/>
                    <a:pt x="1" y="7907"/>
                    <a:pt x="1" y="8717"/>
                  </a:cubicBezTo>
                  <a:cubicBezTo>
                    <a:pt x="1" y="9527"/>
                    <a:pt x="477" y="9527"/>
                    <a:pt x="477" y="10312"/>
                  </a:cubicBezTo>
                  <a:lnTo>
                    <a:pt x="477" y="11598"/>
                  </a:lnTo>
                  <a:cubicBezTo>
                    <a:pt x="477" y="11717"/>
                    <a:pt x="358" y="11836"/>
                    <a:pt x="239" y="11836"/>
                  </a:cubicBezTo>
                  <a:lnTo>
                    <a:pt x="953" y="11836"/>
                  </a:lnTo>
                  <a:cubicBezTo>
                    <a:pt x="1072" y="11836"/>
                    <a:pt x="1191" y="11717"/>
                    <a:pt x="1191" y="11598"/>
                  </a:cubicBezTo>
                  <a:lnTo>
                    <a:pt x="1191" y="10312"/>
                  </a:lnTo>
                  <a:cubicBezTo>
                    <a:pt x="1191" y="9527"/>
                    <a:pt x="715" y="9527"/>
                    <a:pt x="715" y="8717"/>
                  </a:cubicBezTo>
                  <a:cubicBezTo>
                    <a:pt x="715" y="7907"/>
                    <a:pt x="1191" y="7907"/>
                    <a:pt x="1191" y="7097"/>
                  </a:cubicBezTo>
                  <a:cubicBezTo>
                    <a:pt x="1191" y="6312"/>
                    <a:pt x="715" y="6312"/>
                    <a:pt x="715" y="5502"/>
                  </a:cubicBezTo>
                  <a:cubicBezTo>
                    <a:pt x="715" y="4692"/>
                    <a:pt x="1191" y="4692"/>
                    <a:pt x="1191" y="3882"/>
                  </a:cubicBezTo>
                  <a:cubicBezTo>
                    <a:pt x="1191" y="3097"/>
                    <a:pt x="715" y="3097"/>
                    <a:pt x="715" y="2287"/>
                  </a:cubicBezTo>
                  <a:cubicBezTo>
                    <a:pt x="715" y="1477"/>
                    <a:pt x="1191" y="1477"/>
                    <a:pt x="1191" y="668"/>
                  </a:cubicBezTo>
                  <a:lnTo>
                    <a:pt x="1191" y="239"/>
                  </a:lnTo>
                  <a:cubicBezTo>
                    <a:pt x="1191" y="120"/>
                    <a:pt x="1072" y="1"/>
                    <a:pt x="953"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oogle Shape;2219;p46">
            <a:extLst>
              <a:ext uri="{FF2B5EF4-FFF2-40B4-BE49-F238E27FC236}">
                <a16:creationId xmlns:a16="http://schemas.microsoft.com/office/drawing/2014/main" id="{F24771DA-746A-BEEA-D8F2-AF7837D476CF}"/>
              </a:ext>
            </a:extLst>
          </p:cNvPr>
          <p:cNvGrpSpPr/>
          <p:nvPr/>
        </p:nvGrpSpPr>
        <p:grpSpPr>
          <a:xfrm>
            <a:off x="1753074" y="1425551"/>
            <a:ext cx="396593" cy="396602"/>
            <a:chOff x="4779407" y="1399370"/>
            <a:chExt cx="396593" cy="396602"/>
          </a:xfrm>
        </p:grpSpPr>
        <p:sp>
          <p:nvSpPr>
            <p:cNvPr id="9" name="Google Shape;2220;p46">
              <a:extLst>
                <a:ext uri="{FF2B5EF4-FFF2-40B4-BE49-F238E27FC236}">
                  <a16:creationId xmlns:a16="http://schemas.microsoft.com/office/drawing/2014/main" id="{92BA8007-17F6-B5B5-C388-5CAD705537E8}"/>
                </a:ext>
              </a:extLst>
            </p:cNvPr>
            <p:cNvSpPr/>
            <p:nvPr/>
          </p:nvSpPr>
          <p:spPr>
            <a:xfrm>
              <a:off x="4779407" y="1399370"/>
              <a:ext cx="380686" cy="396602"/>
            </a:xfrm>
            <a:custGeom>
              <a:avLst/>
              <a:gdLst/>
              <a:ahLst/>
              <a:cxnLst/>
              <a:rect l="l" t="t" r="r" b="b"/>
              <a:pathLst>
                <a:path w="11385" h="11861" extrusionOk="0">
                  <a:moveTo>
                    <a:pt x="239" y="1"/>
                  </a:moveTo>
                  <a:cubicBezTo>
                    <a:pt x="120" y="1"/>
                    <a:pt x="1" y="120"/>
                    <a:pt x="1" y="239"/>
                  </a:cubicBezTo>
                  <a:lnTo>
                    <a:pt x="1" y="1501"/>
                  </a:lnTo>
                  <a:cubicBezTo>
                    <a:pt x="1" y="2311"/>
                    <a:pt x="477" y="2311"/>
                    <a:pt x="477" y="3120"/>
                  </a:cubicBezTo>
                  <a:cubicBezTo>
                    <a:pt x="477" y="3930"/>
                    <a:pt x="1" y="3930"/>
                    <a:pt x="1" y="4716"/>
                  </a:cubicBezTo>
                  <a:cubicBezTo>
                    <a:pt x="1" y="5526"/>
                    <a:pt x="477" y="5526"/>
                    <a:pt x="477" y="6335"/>
                  </a:cubicBezTo>
                  <a:cubicBezTo>
                    <a:pt x="477" y="7145"/>
                    <a:pt x="1" y="7145"/>
                    <a:pt x="1" y="7931"/>
                  </a:cubicBezTo>
                  <a:cubicBezTo>
                    <a:pt x="1" y="8741"/>
                    <a:pt x="477" y="8741"/>
                    <a:pt x="477" y="9550"/>
                  </a:cubicBezTo>
                  <a:cubicBezTo>
                    <a:pt x="477" y="10360"/>
                    <a:pt x="1" y="10360"/>
                    <a:pt x="1" y="11146"/>
                  </a:cubicBezTo>
                  <a:lnTo>
                    <a:pt x="1" y="11598"/>
                  </a:lnTo>
                  <a:cubicBezTo>
                    <a:pt x="1" y="11717"/>
                    <a:pt x="120" y="11836"/>
                    <a:pt x="239" y="11836"/>
                  </a:cubicBezTo>
                  <a:lnTo>
                    <a:pt x="1072" y="11836"/>
                  </a:lnTo>
                  <a:cubicBezTo>
                    <a:pt x="1882" y="11836"/>
                    <a:pt x="1882" y="11360"/>
                    <a:pt x="2692" y="11360"/>
                  </a:cubicBezTo>
                  <a:cubicBezTo>
                    <a:pt x="3502" y="11360"/>
                    <a:pt x="3502" y="11836"/>
                    <a:pt x="4287" y="11836"/>
                  </a:cubicBezTo>
                  <a:cubicBezTo>
                    <a:pt x="5097" y="11836"/>
                    <a:pt x="5097" y="11360"/>
                    <a:pt x="5907" y="11360"/>
                  </a:cubicBezTo>
                  <a:cubicBezTo>
                    <a:pt x="6716" y="11360"/>
                    <a:pt x="6716" y="11836"/>
                    <a:pt x="7502" y="11836"/>
                  </a:cubicBezTo>
                  <a:cubicBezTo>
                    <a:pt x="8312" y="11836"/>
                    <a:pt x="8312" y="11360"/>
                    <a:pt x="9122" y="11360"/>
                  </a:cubicBezTo>
                  <a:cubicBezTo>
                    <a:pt x="9931" y="11384"/>
                    <a:pt x="9931" y="11860"/>
                    <a:pt x="10717" y="11860"/>
                  </a:cubicBezTo>
                  <a:lnTo>
                    <a:pt x="11146" y="11860"/>
                  </a:lnTo>
                  <a:cubicBezTo>
                    <a:pt x="11265" y="11860"/>
                    <a:pt x="11384" y="11741"/>
                    <a:pt x="11384" y="11622"/>
                  </a:cubicBezTo>
                  <a:lnTo>
                    <a:pt x="11384" y="10336"/>
                  </a:lnTo>
                  <a:cubicBezTo>
                    <a:pt x="11384" y="9550"/>
                    <a:pt x="10908" y="9550"/>
                    <a:pt x="10908" y="8741"/>
                  </a:cubicBezTo>
                  <a:cubicBezTo>
                    <a:pt x="10908" y="7931"/>
                    <a:pt x="11384" y="7931"/>
                    <a:pt x="11384" y="7121"/>
                  </a:cubicBezTo>
                  <a:cubicBezTo>
                    <a:pt x="11384" y="6335"/>
                    <a:pt x="10908" y="6335"/>
                    <a:pt x="10908" y="5526"/>
                  </a:cubicBezTo>
                  <a:cubicBezTo>
                    <a:pt x="10908" y="4716"/>
                    <a:pt x="11384" y="4716"/>
                    <a:pt x="11384" y="3906"/>
                  </a:cubicBezTo>
                  <a:cubicBezTo>
                    <a:pt x="11384" y="3120"/>
                    <a:pt x="10908" y="3120"/>
                    <a:pt x="10908" y="2311"/>
                  </a:cubicBezTo>
                  <a:cubicBezTo>
                    <a:pt x="10908" y="1501"/>
                    <a:pt x="11384" y="1501"/>
                    <a:pt x="11384" y="691"/>
                  </a:cubicBezTo>
                  <a:lnTo>
                    <a:pt x="11384" y="239"/>
                  </a:lnTo>
                  <a:cubicBezTo>
                    <a:pt x="11384" y="120"/>
                    <a:pt x="11265" y="1"/>
                    <a:pt x="11146" y="1"/>
                  </a:cubicBezTo>
                  <a:lnTo>
                    <a:pt x="10717" y="1"/>
                  </a:lnTo>
                  <a:cubicBezTo>
                    <a:pt x="9908" y="1"/>
                    <a:pt x="9908" y="477"/>
                    <a:pt x="9122" y="477"/>
                  </a:cubicBezTo>
                  <a:cubicBezTo>
                    <a:pt x="8312" y="477"/>
                    <a:pt x="8312" y="1"/>
                    <a:pt x="7502" y="1"/>
                  </a:cubicBezTo>
                  <a:cubicBezTo>
                    <a:pt x="6716" y="1"/>
                    <a:pt x="6716" y="477"/>
                    <a:pt x="5907" y="477"/>
                  </a:cubicBezTo>
                  <a:cubicBezTo>
                    <a:pt x="5097" y="477"/>
                    <a:pt x="5097" y="1"/>
                    <a:pt x="4287" y="1"/>
                  </a:cubicBezTo>
                  <a:cubicBezTo>
                    <a:pt x="3502" y="1"/>
                    <a:pt x="3502" y="477"/>
                    <a:pt x="2692" y="477"/>
                  </a:cubicBezTo>
                  <a:cubicBezTo>
                    <a:pt x="1882" y="477"/>
                    <a:pt x="1882" y="1"/>
                    <a:pt x="1072"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21;p46">
              <a:extLst>
                <a:ext uri="{FF2B5EF4-FFF2-40B4-BE49-F238E27FC236}">
                  <a16:creationId xmlns:a16="http://schemas.microsoft.com/office/drawing/2014/main" id="{7E5C14EA-73D7-4A45-8CEF-D289A44D579E}"/>
                </a:ext>
              </a:extLst>
            </p:cNvPr>
            <p:cNvSpPr/>
            <p:nvPr/>
          </p:nvSpPr>
          <p:spPr>
            <a:xfrm>
              <a:off x="4847117" y="1467046"/>
              <a:ext cx="253222" cy="260779"/>
            </a:xfrm>
            <a:custGeom>
              <a:avLst/>
              <a:gdLst/>
              <a:ahLst/>
              <a:cxnLst/>
              <a:rect l="l" t="t" r="r" b="b"/>
              <a:pathLst>
                <a:path w="7573" h="7799" extrusionOk="0">
                  <a:moveTo>
                    <a:pt x="3548" y="1"/>
                  </a:moveTo>
                  <a:cubicBezTo>
                    <a:pt x="1548" y="191"/>
                    <a:pt x="0" y="1858"/>
                    <a:pt x="0" y="3883"/>
                  </a:cubicBezTo>
                  <a:cubicBezTo>
                    <a:pt x="0" y="5955"/>
                    <a:pt x="1548" y="7622"/>
                    <a:pt x="3548" y="7788"/>
                  </a:cubicBezTo>
                  <a:cubicBezTo>
                    <a:pt x="3588" y="7796"/>
                    <a:pt x="3628" y="7799"/>
                    <a:pt x="3667" y="7799"/>
                  </a:cubicBezTo>
                  <a:cubicBezTo>
                    <a:pt x="3747" y="7799"/>
                    <a:pt x="3826" y="7788"/>
                    <a:pt x="3906" y="7788"/>
                  </a:cubicBezTo>
                  <a:cubicBezTo>
                    <a:pt x="6049" y="7788"/>
                    <a:pt x="7573" y="6050"/>
                    <a:pt x="7573" y="3930"/>
                  </a:cubicBezTo>
                  <a:cubicBezTo>
                    <a:pt x="7573" y="1739"/>
                    <a:pt x="6049" y="25"/>
                    <a:pt x="3906"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22;p46">
              <a:extLst>
                <a:ext uri="{FF2B5EF4-FFF2-40B4-BE49-F238E27FC236}">
                  <a16:creationId xmlns:a16="http://schemas.microsoft.com/office/drawing/2014/main" id="{4671C8C5-A47E-2507-71B9-326D75BE03EE}"/>
                </a:ext>
              </a:extLst>
            </p:cNvPr>
            <p:cNvSpPr/>
            <p:nvPr/>
          </p:nvSpPr>
          <p:spPr>
            <a:xfrm>
              <a:off x="4965750" y="1465474"/>
              <a:ext cx="142578" cy="262819"/>
            </a:xfrm>
            <a:custGeom>
              <a:avLst/>
              <a:gdLst/>
              <a:ahLst/>
              <a:cxnLst/>
              <a:rect l="l" t="t" r="r" b="b"/>
              <a:pathLst>
                <a:path w="4264" h="7860" extrusionOk="0">
                  <a:moveTo>
                    <a:pt x="358" y="0"/>
                  </a:moveTo>
                  <a:cubicBezTo>
                    <a:pt x="239" y="0"/>
                    <a:pt x="119" y="48"/>
                    <a:pt x="0" y="48"/>
                  </a:cubicBezTo>
                  <a:cubicBezTo>
                    <a:pt x="2001" y="238"/>
                    <a:pt x="3549" y="1905"/>
                    <a:pt x="3549" y="3930"/>
                  </a:cubicBezTo>
                  <a:cubicBezTo>
                    <a:pt x="3549" y="6002"/>
                    <a:pt x="2001" y="7669"/>
                    <a:pt x="0" y="7835"/>
                  </a:cubicBezTo>
                  <a:cubicBezTo>
                    <a:pt x="119" y="7859"/>
                    <a:pt x="239" y="7859"/>
                    <a:pt x="358" y="7859"/>
                  </a:cubicBezTo>
                  <a:cubicBezTo>
                    <a:pt x="2501" y="7859"/>
                    <a:pt x="4263" y="6097"/>
                    <a:pt x="4263" y="3977"/>
                  </a:cubicBezTo>
                  <a:cubicBezTo>
                    <a:pt x="4263" y="1786"/>
                    <a:pt x="2501" y="72"/>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23;p46">
              <a:extLst>
                <a:ext uri="{FF2B5EF4-FFF2-40B4-BE49-F238E27FC236}">
                  <a16:creationId xmlns:a16="http://schemas.microsoft.com/office/drawing/2014/main" id="{95B634CA-1AB4-D943-4B05-F0AAF852CDA8}"/>
                </a:ext>
              </a:extLst>
            </p:cNvPr>
            <p:cNvSpPr/>
            <p:nvPr/>
          </p:nvSpPr>
          <p:spPr>
            <a:xfrm>
              <a:off x="4884532" y="1591297"/>
              <a:ext cx="187150" cy="99543"/>
            </a:xfrm>
            <a:custGeom>
              <a:avLst/>
              <a:gdLst/>
              <a:ahLst/>
              <a:cxnLst/>
              <a:rect l="l" t="t" r="r" b="b"/>
              <a:pathLst>
                <a:path w="5597" h="2977" extrusionOk="0">
                  <a:moveTo>
                    <a:pt x="167" y="0"/>
                  </a:moveTo>
                  <a:cubicBezTo>
                    <a:pt x="72" y="0"/>
                    <a:pt x="0" y="95"/>
                    <a:pt x="0" y="167"/>
                  </a:cubicBezTo>
                  <a:cubicBezTo>
                    <a:pt x="0" y="1715"/>
                    <a:pt x="1239" y="2977"/>
                    <a:pt x="2787" y="2977"/>
                  </a:cubicBezTo>
                  <a:cubicBezTo>
                    <a:pt x="4311" y="2977"/>
                    <a:pt x="5549" y="1715"/>
                    <a:pt x="5597" y="167"/>
                  </a:cubicBezTo>
                  <a:cubicBezTo>
                    <a:pt x="5597" y="95"/>
                    <a:pt x="5501" y="0"/>
                    <a:pt x="5406" y="0"/>
                  </a:cubicBezTo>
                  <a:cubicBezTo>
                    <a:pt x="5311" y="0"/>
                    <a:pt x="5239" y="95"/>
                    <a:pt x="5239" y="167"/>
                  </a:cubicBezTo>
                  <a:cubicBezTo>
                    <a:pt x="5239" y="1524"/>
                    <a:pt x="4120" y="2620"/>
                    <a:pt x="2787" y="2620"/>
                  </a:cubicBezTo>
                  <a:cubicBezTo>
                    <a:pt x="1453" y="2620"/>
                    <a:pt x="358" y="1524"/>
                    <a:pt x="358" y="167"/>
                  </a:cubicBezTo>
                  <a:cubicBezTo>
                    <a:pt x="358" y="95"/>
                    <a:pt x="262"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224;p46">
              <a:extLst>
                <a:ext uri="{FF2B5EF4-FFF2-40B4-BE49-F238E27FC236}">
                  <a16:creationId xmlns:a16="http://schemas.microsoft.com/office/drawing/2014/main" id="{A7D1E4AF-B61B-F7B9-B659-5074DB92C04D}"/>
                </a:ext>
              </a:extLst>
            </p:cNvPr>
            <p:cNvSpPr/>
            <p:nvPr/>
          </p:nvSpPr>
          <p:spPr>
            <a:xfrm>
              <a:off x="4904427" y="1525794"/>
              <a:ext cx="53400" cy="53567"/>
            </a:xfrm>
            <a:custGeom>
              <a:avLst/>
              <a:gdLst/>
              <a:ahLst/>
              <a:cxnLst/>
              <a:rect l="l" t="t" r="r" b="b"/>
              <a:pathLst>
                <a:path w="1597" h="1602" extrusionOk="0">
                  <a:moveTo>
                    <a:pt x="197" y="0"/>
                  </a:moveTo>
                  <a:cubicBezTo>
                    <a:pt x="149" y="0"/>
                    <a:pt x="96" y="18"/>
                    <a:pt x="48" y="54"/>
                  </a:cubicBezTo>
                  <a:cubicBezTo>
                    <a:pt x="1" y="101"/>
                    <a:pt x="1" y="221"/>
                    <a:pt x="48" y="316"/>
                  </a:cubicBezTo>
                  <a:lnTo>
                    <a:pt x="525" y="792"/>
                  </a:lnTo>
                  <a:lnTo>
                    <a:pt x="48" y="1268"/>
                  </a:lnTo>
                  <a:cubicBezTo>
                    <a:pt x="1" y="1316"/>
                    <a:pt x="1" y="1459"/>
                    <a:pt x="48" y="1530"/>
                  </a:cubicBezTo>
                  <a:cubicBezTo>
                    <a:pt x="72" y="1578"/>
                    <a:pt x="144" y="1602"/>
                    <a:pt x="167" y="1602"/>
                  </a:cubicBezTo>
                  <a:cubicBezTo>
                    <a:pt x="239" y="1602"/>
                    <a:pt x="263" y="1578"/>
                    <a:pt x="286" y="1530"/>
                  </a:cubicBezTo>
                  <a:lnTo>
                    <a:pt x="763" y="1054"/>
                  </a:lnTo>
                  <a:lnTo>
                    <a:pt x="1239" y="1530"/>
                  </a:lnTo>
                  <a:cubicBezTo>
                    <a:pt x="1263" y="1578"/>
                    <a:pt x="1334" y="1602"/>
                    <a:pt x="1358" y="1602"/>
                  </a:cubicBezTo>
                  <a:cubicBezTo>
                    <a:pt x="1430" y="1602"/>
                    <a:pt x="1453" y="1578"/>
                    <a:pt x="1477" y="1530"/>
                  </a:cubicBezTo>
                  <a:cubicBezTo>
                    <a:pt x="1549" y="1483"/>
                    <a:pt x="1549" y="1364"/>
                    <a:pt x="1477" y="1268"/>
                  </a:cubicBezTo>
                  <a:lnTo>
                    <a:pt x="1072" y="792"/>
                  </a:lnTo>
                  <a:lnTo>
                    <a:pt x="1549" y="316"/>
                  </a:lnTo>
                  <a:cubicBezTo>
                    <a:pt x="1596" y="268"/>
                    <a:pt x="1596" y="149"/>
                    <a:pt x="1549" y="54"/>
                  </a:cubicBezTo>
                  <a:cubicBezTo>
                    <a:pt x="1513" y="18"/>
                    <a:pt x="1465" y="0"/>
                    <a:pt x="1415" y="0"/>
                  </a:cubicBezTo>
                  <a:cubicBezTo>
                    <a:pt x="1364" y="0"/>
                    <a:pt x="1310" y="18"/>
                    <a:pt x="1263" y="54"/>
                  </a:cubicBezTo>
                  <a:lnTo>
                    <a:pt x="787" y="530"/>
                  </a:lnTo>
                  <a:lnTo>
                    <a:pt x="310" y="54"/>
                  </a:lnTo>
                  <a:cubicBezTo>
                    <a:pt x="286" y="18"/>
                    <a:pt x="245"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25;p46">
              <a:extLst>
                <a:ext uri="{FF2B5EF4-FFF2-40B4-BE49-F238E27FC236}">
                  <a16:creationId xmlns:a16="http://schemas.microsoft.com/office/drawing/2014/main" id="{EE741C12-28D6-FEBD-6885-D8CB739E8077}"/>
                </a:ext>
              </a:extLst>
            </p:cNvPr>
            <p:cNvSpPr/>
            <p:nvPr/>
          </p:nvSpPr>
          <p:spPr>
            <a:xfrm>
              <a:off x="4996010" y="1525794"/>
              <a:ext cx="53366" cy="53567"/>
            </a:xfrm>
            <a:custGeom>
              <a:avLst/>
              <a:gdLst/>
              <a:ahLst/>
              <a:cxnLst/>
              <a:rect l="l" t="t" r="r" b="b"/>
              <a:pathLst>
                <a:path w="1596" h="1602" extrusionOk="0">
                  <a:moveTo>
                    <a:pt x="197" y="0"/>
                  </a:moveTo>
                  <a:cubicBezTo>
                    <a:pt x="149" y="0"/>
                    <a:pt x="96" y="18"/>
                    <a:pt x="48" y="54"/>
                  </a:cubicBezTo>
                  <a:cubicBezTo>
                    <a:pt x="0" y="101"/>
                    <a:pt x="0" y="221"/>
                    <a:pt x="48" y="316"/>
                  </a:cubicBezTo>
                  <a:lnTo>
                    <a:pt x="524" y="792"/>
                  </a:lnTo>
                  <a:lnTo>
                    <a:pt x="48" y="1268"/>
                  </a:lnTo>
                  <a:cubicBezTo>
                    <a:pt x="0" y="1316"/>
                    <a:pt x="0" y="1459"/>
                    <a:pt x="48" y="1530"/>
                  </a:cubicBezTo>
                  <a:cubicBezTo>
                    <a:pt x="72" y="1578"/>
                    <a:pt x="143" y="1602"/>
                    <a:pt x="167" y="1602"/>
                  </a:cubicBezTo>
                  <a:cubicBezTo>
                    <a:pt x="238" y="1602"/>
                    <a:pt x="262" y="1578"/>
                    <a:pt x="286" y="1530"/>
                  </a:cubicBezTo>
                  <a:lnTo>
                    <a:pt x="762" y="1054"/>
                  </a:lnTo>
                  <a:lnTo>
                    <a:pt x="1239" y="1530"/>
                  </a:lnTo>
                  <a:cubicBezTo>
                    <a:pt x="1262" y="1578"/>
                    <a:pt x="1334" y="1602"/>
                    <a:pt x="1358" y="1602"/>
                  </a:cubicBezTo>
                  <a:cubicBezTo>
                    <a:pt x="1429" y="1602"/>
                    <a:pt x="1453" y="1578"/>
                    <a:pt x="1477" y="1530"/>
                  </a:cubicBezTo>
                  <a:cubicBezTo>
                    <a:pt x="1548" y="1483"/>
                    <a:pt x="1548" y="1364"/>
                    <a:pt x="1477" y="1268"/>
                  </a:cubicBezTo>
                  <a:lnTo>
                    <a:pt x="1072" y="792"/>
                  </a:lnTo>
                  <a:lnTo>
                    <a:pt x="1548" y="316"/>
                  </a:lnTo>
                  <a:cubicBezTo>
                    <a:pt x="1596" y="268"/>
                    <a:pt x="1596" y="149"/>
                    <a:pt x="1548" y="54"/>
                  </a:cubicBezTo>
                  <a:cubicBezTo>
                    <a:pt x="1513" y="18"/>
                    <a:pt x="1465" y="0"/>
                    <a:pt x="1414" y="0"/>
                  </a:cubicBezTo>
                  <a:cubicBezTo>
                    <a:pt x="1364" y="0"/>
                    <a:pt x="1310" y="18"/>
                    <a:pt x="1262" y="54"/>
                  </a:cubicBezTo>
                  <a:lnTo>
                    <a:pt x="786" y="530"/>
                  </a:lnTo>
                  <a:lnTo>
                    <a:pt x="310" y="54"/>
                  </a:lnTo>
                  <a:cubicBezTo>
                    <a:pt x="286" y="18"/>
                    <a:pt x="244"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26;p46">
              <a:extLst>
                <a:ext uri="{FF2B5EF4-FFF2-40B4-BE49-F238E27FC236}">
                  <a16:creationId xmlns:a16="http://schemas.microsoft.com/office/drawing/2014/main" id="{5E6F99E9-645D-69CC-104C-5EBB831A42E4}"/>
                </a:ext>
              </a:extLst>
            </p:cNvPr>
            <p:cNvSpPr/>
            <p:nvPr/>
          </p:nvSpPr>
          <p:spPr>
            <a:xfrm>
              <a:off x="5136143" y="1399370"/>
              <a:ext cx="39857" cy="395800"/>
            </a:xfrm>
            <a:custGeom>
              <a:avLst/>
              <a:gdLst/>
              <a:ahLst/>
              <a:cxnLst/>
              <a:rect l="l" t="t" r="r" b="b"/>
              <a:pathLst>
                <a:path w="1192" h="11837" extrusionOk="0">
                  <a:moveTo>
                    <a:pt x="239" y="1"/>
                  </a:moveTo>
                  <a:cubicBezTo>
                    <a:pt x="358" y="1"/>
                    <a:pt x="477" y="120"/>
                    <a:pt x="477" y="239"/>
                  </a:cubicBezTo>
                  <a:lnTo>
                    <a:pt x="477" y="668"/>
                  </a:lnTo>
                  <a:cubicBezTo>
                    <a:pt x="477" y="1477"/>
                    <a:pt x="1" y="1477"/>
                    <a:pt x="1" y="2287"/>
                  </a:cubicBezTo>
                  <a:cubicBezTo>
                    <a:pt x="1" y="3097"/>
                    <a:pt x="477" y="3097"/>
                    <a:pt x="477" y="3882"/>
                  </a:cubicBezTo>
                  <a:cubicBezTo>
                    <a:pt x="477" y="4692"/>
                    <a:pt x="1" y="4692"/>
                    <a:pt x="1" y="5502"/>
                  </a:cubicBezTo>
                  <a:cubicBezTo>
                    <a:pt x="1" y="6312"/>
                    <a:pt x="477" y="6312"/>
                    <a:pt x="477" y="7097"/>
                  </a:cubicBezTo>
                  <a:cubicBezTo>
                    <a:pt x="477" y="7907"/>
                    <a:pt x="1" y="7907"/>
                    <a:pt x="1" y="8717"/>
                  </a:cubicBezTo>
                  <a:cubicBezTo>
                    <a:pt x="1" y="9527"/>
                    <a:pt x="477" y="9527"/>
                    <a:pt x="477" y="10312"/>
                  </a:cubicBezTo>
                  <a:lnTo>
                    <a:pt x="477" y="11598"/>
                  </a:lnTo>
                  <a:cubicBezTo>
                    <a:pt x="477" y="11717"/>
                    <a:pt x="358" y="11836"/>
                    <a:pt x="239" y="11836"/>
                  </a:cubicBezTo>
                  <a:lnTo>
                    <a:pt x="953" y="11836"/>
                  </a:lnTo>
                  <a:cubicBezTo>
                    <a:pt x="1072" y="11836"/>
                    <a:pt x="1191" y="11717"/>
                    <a:pt x="1191" y="11598"/>
                  </a:cubicBezTo>
                  <a:lnTo>
                    <a:pt x="1191" y="10312"/>
                  </a:lnTo>
                  <a:cubicBezTo>
                    <a:pt x="1191" y="9527"/>
                    <a:pt x="715" y="9527"/>
                    <a:pt x="715" y="8717"/>
                  </a:cubicBezTo>
                  <a:cubicBezTo>
                    <a:pt x="715" y="7907"/>
                    <a:pt x="1191" y="7907"/>
                    <a:pt x="1191" y="7097"/>
                  </a:cubicBezTo>
                  <a:cubicBezTo>
                    <a:pt x="1191" y="6312"/>
                    <a:pt x="715" y="6312"/>
                    <a:pt x="715" y="5502"/>
                  </a:cubicBezTo>
                  <a:cubicBezTo>
                    <a:pt x="715" y="4692"/>
                    <a:pt x="1191" y="4692"/>
                    <a:pt x="1191" y="3882"/>
                  </a:cubicBezTo>
                  <a:cubicBezTo>
                    <a:pt x="1191" y="3097"/>
                    <a:pt x="715" y="3097"/>
                    <a:pt x="715" y="2287"/>
                  </a:cubicBezTo>
                  <a:cubicBezTo>
                    <a:pt x="715" y="1477"/>
                    <a:pt x="1191" y="1477"/>
                    <a:pt x="1191" y="668"/>
                  </a:cubicBezTo>
                  <a:lnTo>
                    <a:pt x="1191" y="239"/>
                  </a:lnTo>
                  <a:cubicBezTo>
                    <a:pt x="1191" y="120"/>
                    <a:pt x="1072" y="1"/>
                    <a:pt x="953"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2219;p46">
            <a:extLst>
              <a:ext uri="{FF2B5EF4-FFF2-40B4-BE49-F238E27FC236}">
                <a16:creationId xmlns:a16="http://schemas.microsoft.com/office/drawing/2014/main" id="{93DE4A14-C5AB-8D1E-F4B4-44EC9C08A511}"/>
              </a:ext>
            </a:extLst>
          </p:cNvPr>
          <p:cNvGrpSpPr/>
          <p:nvPr/>
        </p:nvGrpSpPr>
        <p:grpSpPr>
          <a:xfrm>
            <a:off x="4381956" y="2607672"/>
            <a:ext cx="396593" cy="396602"/>
            <a:chOff x="4779407" y="1399370"/>
            <a:chExt cx="396593" cy="396602"/>
          </a:xfrm>
        </p:grpSpPr>
        <p:sp>
          <p:nvSpPr>
            <p:cNvPr id="17" name="Google Shape;2220;p46">
              <a:extLst>
                <a:ext uri="{FF2B5EF4-FFF2-40B4-BE49-F238E27FC236}">
                  <a16:creationId xmlns:a16="http://schemas.microsoft.com/office/drawing/2014/main" id="{9C6B0C5E-C535-4A56-9558-8BD296623DBB}"/>
                </a:ext>
              </a:extLst>
            </p:cNvPr>
            <p:cNvSpPr/>
            <p:nvPr/>
          </p:nvSpPr>
          <p:spPr>
            <a:xfrm>
              <a:off x="4779407" y="1399370"/>
              <a:ext cx="380686" cy="396602"/>
            </a:xfrm>
            <a:custGeom>
              <a:avLst/>
              <a:gdLst/>
              <a:ahLst/>
              <a:cxnLst/>
              <a:rect l="l" t="t" r="r" b="b"/>
              <a:pathLst>
                <a:path w="11385" h="11861" extrusionOk="0">
                  <a:moveTo>
                    <a:pt x="239" y="1"/>
                  </a:moveTo>
                  <a:cubicBezTo>
                    <a:pt x="120" y="1"/>
                    <a:pt x="1" y="120"/>
                    <a:pt x="1" y="239"/>
                  </a:cubicBezTo>
                  <a:lnTo>
                    <a:pt x="1" y="1501"/>
                  </a:lnTo>
                  <a:cubicBezTo>
                    <a:pt x="1" y="2311"/>
                    <a:pt x="477" y="2311"/>
                    <a:pt x="477" y="3120"/>
                  </a:cubicBezTo>
                  <a:cubicBezTo>
                    <a:pt x="477" y="3930"/>
                    <a:pt x="1" y="3930"/>
                    <a:pt x="1" y="4716"/>
                  </a:cubicBezTo>
                  <a:cubicBezTo>
                    <a:pt x="1" y="5526"/>
                    <a:pt x="477" y="5526"/>
                    <a:pt x="477" y="6335"/>
                  </a:cubicBezTo>
                  <a:cubicBezTo>
                    <a:pt x="477" y="7145"/>
                    <a:pt x="1" y="7145"/>
                    <a:pt x="1" y="7931"/>
                  </a:cubicBezTo>
                  <a:cubicBezTo>
                    <a:pt x="1" y="8741"/>
                    <a:pt x="477" y="8741"/>
                    <a:pt x="477" y="9550"/>
                  </a:cubicBezTo>
                  <a:cubicBezTo>
                    <a:pt x="477" y="10360"/>
                    <a:pt x="1" y="10360"/>
                    <a:pt x="1" y="11146"/>
                  </a:cubicBezTo>
                  <a:lnTo>
                    <a:pt x="1" y="11598"/>
                  </a:lnTo>
                  <a:cubicBezTo>
                    <a:pt x="1" y="11717"/>
                    <a:pt x="120" y="11836"/>
                    <a:pt x="239" y="11836"/>
                  </a:cubicBezTo>
                  <a:lnTo>
                    <a:pt x="1072" y="11836"/>
                  </a:lnTo>
                  <a:cubicBezTo>
                    <a:pt x="1882" y="11836"/>
                    <a:pt x="1882" y="11360"/>
                    <a:pt x="2692" y="11360"/>
                  </a:cubicBezTo>
                  <a:cubicBezTo>
                    <a:pt x="3502" y="11360"/>
                    <a:pt x="3502" y="11836"/>
                    <a:pt x="4287" y="11836"/>
                  </a:cubicBezTo>
                  <a:cubicBezTo>
                    <a:pt x="5097" y="11836"/>
                    <a:pt x="5097" y="11360"/>
                    <a:pt x="5907" y="11360"/>
                  </a:cubicBezTo>
                  <a:cubicBezTo>
                    <a:pt x="6716" y="11360"/>
                    <a:pt x="6716" y="11836"/>
                    <a:pt x="7502" y="11836"/>
                  </a:cubicBezTo>
                  <a:cubicBezTo>
                    <a:pt x="8312" y="11836"/>
                    <a:pt x="8312" y="11360"/>
                    <a:pt x="9122" y="11360"/>
                  </a:cubicBezTo>
                  <a:cubicBezTo>
                    <a:pt x="9931" y="11384"/>
                    <a:pt x="9931" y="11860"/>
                    <a:pt x="10717" y="11860"/>
                  </a:cubicBezTo>
                  <a:lnTo>
                    <a:pt x="11146" y="11860"/>
                  </a:lnTo>
                  <a:cubicBezTo>
                    <a:pt x="11265" y="11860"/>
                    <a:pt x="11384" y="11741"/>
                    <a:pt x="11384" y="11622"/>
                  </a:cubicBezTo>
                  <a:lnTo>
                    <a:pt x="11384" y="10336"/>
                  </a:lnTo>
                  <a:cubicBezTo>
                    <a:pt x="11384" y="9550"/>
                    <a:pt x="10908" y="9550"/>
                    <a:pt x="10908" y="8741"/>
                  </a:cubicBezTo>
                  <a:cubicBezTo>
                    <a:pt x="10908" y="7931"/>
                    <a:pt x="11384" y="7931"/>
                    <a:pt x="11384" y="7121"/>
                  </a:cubicBezTo>
                  <a:cubicBezTo>
                    <a:pt x="11384" y="6335"/>
                    <a:pt x="10908" y="6335"/>
                    <a:pt x="10908" y="5526"/>
                  </a:cubicBezTo>
                  <a:cubicBezTo>
                    <a:pt x="10908" y="4716"/>
                    <a:pt x="11384" y="4716"/>
                    <a:pt x="11384" y="3906"/>
                  </a:cubicBezTo>
                  <a:cubicBezTo>
                    <a:pt x="11384" y="3120"/>
                    <a:pt x="10908" y="3120"/>
                    <a:pt x="10908" y="2311"/>
                  </a:cubicBezTo>
                  <a:cubicBezTo>
                    <a:pt x="10908" y="1501"/>
                    <a:pt x="11384" y="1501"/>
                    <a:pt x="11384" y="691"/>
                  </a:cubicBezTo>
                  <a:lnTo>
                    <a:pt x="11384" y="239"/>
                  </a:lnTo>
                  <a:cubicBezTo>
                    <a:pt x="11384" y="120"/>
                    <a:pt x="11265" y="1"/>
                    <a:pt x="11146" y="1"/>
                  </a:cubicBezTo>
                  <a:lnTo>
                    <a:pt x="10717" y="1"/>
                  </a:lnTo>
                  <a:cubicBezTo>
                    <a:pt x="9908" y="1"/>
                    <a:pt x="9908" y="477"/>
                    <a:pt x="9122" y="477"/>
                  </a:cubicBezTo>
                  <a:cubicBezTo>
                    <a:pt x="8312" y="477"/>
                    <a:pt x="8312" y="1"/>
                    <a:pt x="7502" y="1"/>
                  </a:cubicBezTo>
                  <a:cubicBezTo>
                    <a:pt x="6716" y="1"/>
                    <a:pt x="6716" y="477"/>
                    <a:pt x="5907" y="477"/>
                  </a:cubicBezTo>
                  <a:cubicBezTo>
                    <a:pt x="5097" y="477"/>
                    <a:pt x="5097" y="1"/>
                    <a:pt x="4287" y="1"/>
                  </a:cubicBezTo>
                  <a:cubicBezTo>
                    <a:pt x="3502" y="1"/>
                    <a:pt x="3502" y="477"/>
                    <a:pt x="2692" y="477"/>
                  </a:cubicBezTo>
                  <a:cubicBezTo>
                    <a:pt x="1882" y="477"/>
                    <a:pt x="1882" y="1"/>
                    <a:pt x="1072"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221;p46">
              <a:extLst>
                <a:ext uri="{FF2B5EF4-FFF2-40B4-BE49-F238E27FC236}">
                  <a16:creationId xmlns:a16="http://schemas.microsoft.com/office/drawing/2014/main" id="{A2CA0603-165F-E18C-B936-825617B9D880}"/>
                </a:ext>
              </a:extLst>
            </p:cNvPr>
            <p:cNvSpPr/>
            <p:nvPr/>
          </p:nvSpPr>
          <p:spPr>
            <a:xfrm>
              <a:off x="4847117" y="1467046"/>
              <a:ext cx="253222" cy="260779"/>
            </a:xfrm>
            <a:custGeom>
              <a:avLst/>
              <a:gdLst/>
              <a:ahLst/>
              <a:cxnLst/>
              <a:rect l="l" t="t" r="r" b="b"/>
              <a:pathLst>
                <a:path w="7573" h="7799" extrusionOk="0">
                  <a:moveTo>
                    <a:pt x="3548" y="1"/>
                  </a:moveTo>
                  <a:cubicBezTo>
                    <a:pt x="1548" y="191"/>
                    <a:pt x="0" y="1858"/>
                    <a:pt x="0" y="3883"/>
                  </a:cubicBezTo>
                  <a:cubicBezTo>
                    <a:pt x="0" y="5955"/>
                    <a:pt x="1548" y="7622"/>
                    <a:pt x="3548" y="7788"/>
                  </a:cubicBezTo>
                  <a:cubicBezTo>
                    <a:pt x="3588" y="7796"/>
                    <a:pt x="3628" y="7799"/>
                    <a:pt x="3667" y="7799"/>
                  </a:cubicBezTo>
                  <a:cubicBezTo>
                    <a:pt x="3747" y="7799"/>
                    <a:pt x="3826" y="7788"/>
                    <a:pt x="3906" y="7788"/>
                  </a:cubicBezTo>
                  <a:cubicBezTo>
                    <a:pt x="6049" y="7788"/>
                    <a:pt x="7573" y="6050"/>
                    <a:pt x="7573" y="3930"/>
                  </a:cubicBezTo>
                  <a:cubicBezTo>
                    <a:pt x="7573" y="1739"/>
                    <a:pt x="6049" y="25"/>
                    <a:pt x="3906" y="1"/>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222;p46">
              <a:extLst>
                <a:ext uri="{FF2B5EF4-FFF2-40B4-BE49-F238E27FC236}">
                  <a16:creationId xmlns:a16="http://schemas.microsoft.com/office/drawing/2014/main" id="{C683F448-7CC7-0159-9942-69754198C9BE}"/>
                </a:ext>
              </a:extLst>
            </p:cNvPr>
            <p:cNvSpPr/>
            <p:nvPr/>
          </p:nvSpPr>
          <p:spPr>
            <a:xfrm>
              <a:off x="4965750" y="1465474"/>
              <a:ext cx="142578" cy="262819"/>
            </a:xfrm>
            <a:custGeom>
              <a:avLst/>
              <a:gdLst/>
              <a:ahLst/>
              <a:cxnLst/>
              <a:rect l="l" t="t" r="r" b="b"/>
              <a:pathLst>
                <a:path w="4264" h="7860" extrusionOk="0">
                  <a:moveTo>
                    <a:pt x="358" y="0"/>
                  </a:moveTo>
                  <a:cubicBezTo>
                    <a:pt x="239" y="0"/>
                    <a:pt x="119" y="48"/>
                    <a:pt x="0" y="48"/>
                  </a:cubicBezTo>
                  <a:cubicBezTo>
                    <a:pt x="2001" y="238"/>
                    <a:pt x="3549" y="1905"/>
                    <a:pt x="3549" y="3930"/>
                  </a:cubicBezTo>
                  <a:cubicBezTo>
                    <a:pt x="3549" y="6002"/>
                    <a:pt x="2001" y="7669"/>
                    <a:pt x="0" y="7835"/>
                  </a:cubicBezTo>
                  <a:cubicBezTo>
                    <a:pt x="119" y="7859"/>
                    <a:pt x="239" y="7859"/>
                    <a:pt x="358" y="7859"/>
                  </a:cubicBezTo>
                  <a:cubicBezTo>
                    <a:pt x="2501" y="7859"/>
                    <a:pt x="4263" y="6097"/>
                    <a:pt x="4263" y="3977"/>
                  </a:cubicBezTo>
                  <a:cubicBezTo>
                    <a:pt x="4263" y="1786"/>
                    <a:pt x="2501" y="72"/>
                    <a:pt x="358" y="0"/>
                  </a:cubicBezTo>
                  <a:close/>
                </a:path>
              </a:pathLst>
            </a:custGeom>
            <a:solidFill>
              <a:srgbClr val="FF870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223;p46">
              <a:extLst>
                <a:ext uri="{FF2B5EF4-FFF2-40B4-BE49-F238E27FC236}">
                  <a16:creationId xmlns:a16="http://schemas.microsoft.com/office/drawing/2014/main" id="{A0465C00-9311-4571-1BBC-37618DADD3C3}"/>
                </a:ext>
              </a:extLst>
            </p:cNvPr>
            <p:cNvSpPr/>
            <p:nvPr/>
          </p:nvSpPr>
          <p:spPr>
            <a:xfrm>
              <a:off x="4884532" y="1591297"/>
              <a:ext cx="187150" cy="99543"/>
            </a:xfrm>
            <a:custGeom>
              <a:avLst/>
              <a:gdLst/>
              <a:ahLst/>
              <a:cxnLst/>
              <a:rect l="l" t="t" r="r" b="b"/>
              <a:pathLst>
                <a:path w="5597" h="2977" extrusionOk="0">
                  <a:moveTo>
                    <a:pt x="167" y="0"/>
                  </a:moveTo>
                  <a:cubicBezTo>
                    <a:pt x="72" y="0"/>
                    <a:pt x="0" y="95"/>
                    <a:pt x="0" y="167"/>
                  </a:cubicBezTo>
                  <a:cubicBezTo>
                    <a:pt x="0" y="1715"/>
                    <a:pt x="1239" y="2977"/>
                    <a:pt x="2787" y="2977"/>
                  </a:cubicBezTo>
                  <a:cubicBezTo>
                    <a:pt x="4311" y="2977"/>
                    <a:pt x="5549" y="1715"/>
                    <a:pt x="5597" y="167"/>
                  </a:cubicBezTo>
                  <a:cubicBezTo>
                    <a:pt x="5597" y="95"/>
                    <a:pt x="5501" y="0"/>
                    <a:pt x="5406" y="0"/>
                  </a:cubicBezTo>
                  <a:cubicBezTo>
                    <a:pt x="5311" y="0"/>
                    <a:pt x="5239" y="95"/>
                    <a:pt x="5239" y="167"/>
                  </a:cubicBezTo>
                  <a:cubicBezTo>
                    <a:pt x="5239" y="1524"/>
                    <a:pt x="4120" y="2620"/>
                    <a:pt x="2787" y="2620"/>
                  </a:cubicBezTo>
                  <a:cubicBezTo>
                    <a:pt x="1453" y="2620"/>
                    <a:pt x="358" y="1524"/>
                    <a:pt x="358" y="167"/>
                  </a:cubicBezTo>
                  <a:cubicBezTo>
                    <a:pt x="358" y="95"/>
                    <a:pt x="262" y="0"/>
                    <a:pt x="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224;p46">
              <a:extLst>
                <a:ext uri="{FF2B5EF4-FFF2-40B4-BE49-F238E27FC236}">
                  <a16:creationId xmlns:a16="http://schemas.microsoft.com/office/drawing/2014/main" id="{B99AAC5E-35A0-0D06-783E-F39BB0790793}"/>
                </a:ext>
              </a:extLst>
            </p:cNvPr>
            <p:cNvSpPr/>
            <p:nvPr/>
          </p:nvSpPr>
          <p:spPr>
            <a:xfrm>
              <a:off x="4904427" y="1525794"/>
              <a:ext cx="53400" cy="53567"/>
            </a:xfrm>
            <a:custGeom>
              <a:avLst/>
              <a:gdLst/>
              <a:ahLst/>
              <a:cxnLst/>
              <a:rect l="l" t="t" r="r" b="b"/>
              <a:pathLst>
                <a:path w="1597" h="1602" extrusionOk="0">
                  <a:moveTo>
                    <a:pt x="197" y="0"/>
                  </a:moveTo>
                  <a:cubicBezTo>
                    <a:pt x="149" y="0"/>
                    <a:pt x="96" y="18"/>
                    <a:pt x="48" y="54"/>
                  </a:cubicBezTo>
                  <a:cubicBezTo>
                    <a:pt x="1" y="101"/>
                    <a:pt x="1" y="221"/>
                    <a:pt x="48" y="316"/>
                  </a:cubicBezTo>
                  <a:lnTo>
                    <a:pt x="525" y="792"/>
                  </a:lnTo>
                  <a:lnTo>
                    <a:pt x="48" y="1268"/>
                  </a:lnTo>
                  <a:cubicBezTo>
                    <a:pt x="1" y="1316"/>
                    <a:pt x="1" y="1459"/>
                    <a:pt x="48" y="1530"/>
                  </a:cubicBezTo>
                  <a:cubicBezTo>
                    <a:pt x="72" y="1578"/>
                    <a:pt x="144" y="1602"/>
                    <a:pt x="167" y="1602"/>
                  </a:cubicBezTo>
                  <a:cubicBezTo>
                    <a:pt x="239" y="1602"/>
                    <a:pt x="263" y="1578"/>
                    <a:pt x="286" y="1530"/>
                  </a:cubicBezTo>
                  <a:lnTo>
                    <a:pt x="763" y="1054"/>
                  </a:lnTo>
                  <a:lnTo>
                    <a:pt x="1239" y="1530"/>
                  </a:lnTo>
                  <a:cubicBezTo>
                    <a:pt x="1263" y="1578"/>
                    <a:pt x="1334" y="1602"/>
                    <a:pt x="1358" y="1602"/>
                  </a:cubicBezTo>
                  <a:cubicBezTo>
                    <a:pt x="1430" y="1602"/>
                    <a:pt x="1453" y="1578"/>
                    <a:pt x="1477" y="1530"/>
                  </a:cubicBezTo>
                  <a:cubicBezTo>
                    <a:pt x="1549" y="1483"/>
                    <a:pt x="1549" y="1364"/>
                    <a:pt x="1477" y="1268"/>
                  </a:cubicBezTo>
                  <a:lnTo>
                    <a:pt x="1072" y="792"/>
                  </a:lnTo>
                  <a:lnTo>
                    <a:pt x="1549" y="316"/>
                  </a:lnTo>
                  <a:cubicBezTo>
                    <a:pt x="1596" y="268"/>
                    <a:pt x="1596" y="149"/>
                    <a:pt x="1549" y="54"/>
                  </a:cubicBezTo>
                  <a:cubicBezTo>
                    <a:pt x="1513" y="18"/>
                    <a:pt x="1465" y="0"/>
                    <a:pt x="1415" y="0"/>
                  </a:cubicBezTo>
                  <a:cubicBezTo>
                    <a:pt x="1364" y="0"/>
                    <a:pt x="1310" y="18"/>
                    <a:pt x="1263" y="54"/>
                  </a:cubicBezTo>
                  <a:lnTo>
                    <a:pt x="787" y="530"/>
                  </a:lnTo>
                  <a:lnTo>
                    <a:pt x="310" y="54"/>
                  </a:lnTo>
                  <a:cubicBezTo>
                    <a:pt x="286" y="18"/>
                    <a:pt x="245"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25;p46">
              <a:extLst>
                <a:ext uri="{FF2B5EF4-FFF2-40B4-BE49-F238E27FC236}">
                  <a16:creationId xmlns:a16="http://schemas.microsoft.com/office/drawing/2014/main" id="{E75AFB0A-A629-F36F-ED0D-8B58C6A997BA}"/>
                </a:ext>
              </a:extLst>
            </p:cNvPr>
            <p:cNvSpPr/>
            <p:nvPr/>
          </p:nvSpPr>
          <p:spPr>
            <a:xfrm>
              <a:off x="4996010" y="1525794"/>
              <a:ext cx="53366" cy="53567"/>
            </a:xfrm>
            <a:custGeom>
              <a:avLst/>
              <a:gdLst/>
              <a:ahLst/>
              <a:cxnLst/>
              <a:rect l="l" t="t" r="r" b="b"/>
              <a:pathLst>
                <a:path w="1596" h="1602" extrusionOk="0">
                  <a:moveTo>
                    <a:pt x="197" y="0"/>
                  </a:moveTo>
                  <a:cubicBezTo>
                    <a:pt x="149" y="0"/>
                    <a:pt x="96" y="18"/>
                    <a:pt x="48" y="54"/>
                  </a:cubicBezTo>
                  <a:cubicBezTo>
                    <a:pt x="0" y="101"/>
                    <a:pt x="0" y="221"/>
                    <a:pt x="48" y="316"/>
                  </a:cubicBezTo>
                  <a:lnTo>
                    <a:pt x="524" y="792"/>
                  </a:lnTo>
                  <a:lnTo>
                    <a:pt x="48" y="1268"/>
                  </a:lnTo>
                  <a:cubicBezTo>
                    <a:pt x="0" y="1316"/>
                    <a:pt x="0" y="1459"/>
                    <a:pt x="48" y="1530"/>
                  </a:cubicBezTo>
                  <a:cubicBezTo>
                    <a:pt x="72" y="1578"/>
                    <a:pt x="143" y="1602"/>
                    <a:pt x="167" y="1602"/>
                  </a:cubicBezTo>
                  <a:cubicBezTo>
                    <a:pt x="238" y="1602"/>
                    <a:pt x="262" y="1578"/>
                    <a:pt x="286" y="1530"/>
                  </a:cubicBezTo>
                  <a:lnTo>
                    <a:pt x="762" y="1054"/>
                  </a:lnTo>
                  <a:lnTo>
                    <a:pt x="1239" y="1530"/>
                  </a:lnTo>
                  <a:cubicBezTo>
                    <a:pt x="1262" y="1578"/>
                    <a:pt x="1334" y="1602"/>
                    <a:pt x="1358" y="1602"/>
                  </a:cubicBezTo>
                  <a:cubicBezTo>
                    <a:pt x="1429" y="1602"/>
                    <a:pt x="1453" y="1578"/>
                    <a:pt x="1477" y="1530"/>
                  </a:cubicBezTo>
                  <a:cubicBezTo>
                    <a:pt x="1548" y="1483"/>
                    <a:pt x="1548" y="1364"/>
                    <a:pt x="1477" y="1268"/>
                  </a:cubicBezTo>
                  <a:lnTo>
                    <a:pt x="1072" y="792"/>
                  </a:lnTo>
                  <a:lnTo>
                    <a:pt x="1548" y="316"/>
                  </a:lnTo>
                  <a:cubicBezTo>
                    <a:pt x="1596" y="268"/>
                    <a:pt x="1596" y="149"/>
                    <a:pt x="1548" y="54"/>
                  </a:cubicBezTo>
                  <a:cubicBezTo>
                    <a:pt x="1513" y="18"/>
                    <a:pt x="1465" y="0"/>
                    <a:pt x="1414" y="0"/>
                  </a:cubicBezTo>
                  <a:cubicBezTo>
                    <a:pt x="1364" y="0"/>
                    <a:pt x="1310" y="18"/>
                    <a:pt x="1262" y="54"/>
                  </a:cubicBezTo>
                  <a:lnTo>
                    <a:pt x="786" y="530"/>
                  </a:lnTo>
                  <a:lnTo>
                    <a:pt x="310" y="54"/>
                  </a:lnTo>
                  <a:cubicBezTo>
                    <a:pt x="286" y="18"/>
                    <a:pt x="244" y="0"/>
                    <a:pt x="1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226;p46">
              <a:extLst>
                <a:ext uri="{FF2B5EF4-FFF2-40B4-BE49-F238E27FC236}">
                  <a16:creationId xmlns:a16="http://schemas.microsoft.com/office/drawing/2014/main" id="{A720558D-BB67-263D-C0DA-4E6B447CC086}"/>
                </a:ext>
              </a:extLst>
            </p:cNvPr>
            <p:cNvSpPr/>
            <p:nvPr/>
          </p:nvSpPr>
          <p:spPr>
            <a:xfrm>
              <a:off x="5136143" y="1399370"/>
              <a:ext cx="39857" cy="395800"/>
            </a:xfrm>
            <a:custGeom>
              <a:avLst/>
              <a:gdLst/>
              <a:ahLst/>
              <a:cxnLst/>
              <a:rect l="l" t="t" r="r" b="b"/>
              <a:pathLst>
                <a:path w="1192" h="11837" extrusionOk="0">
                  <a:moveTo>
                    <a:pt x="239" y="1"/>
                  </a:moveTo>
                  <a:cubicBezTo>
                    <a:pt x="358" y="1"/>
                    <a:pt x="477" y="120"/>
                    <a:pt x="477" y="239"/>
                  </a:cubicBezTo>
                  <a:lnTo>
                    <a:pt x="477" y="668"/>
                  </a:lnTo>
                  <a:cubicBezTo>
                    <a:pt x="477" y="1477"/>
                    <a:pt x="1" y="1477"/>
                    <a:pt x="1" y="2287"/>
                  </a:cubicBezTo>
                  <a:cubicBezTo>
                    <a:pt x="1" y="3097"/>
                    <a:pt x="477" y="3097"/>
                    <a:pt x="477" y="3882"/>
                  </a:cubicBezTo>
                  <a:cubicBezTo>
                    <a:pt x="477" y="4692"/>
                    <a:pt x="1" y="4692"/>
                    <a:pt x="1" y="5502"/>
                  </a:cubicBezTo>
                  <a:cubicBezTo>
                    <a:pt x="1" y="6312"/>
                    <a:pt x="477" y="6312"/>
                    <a:pt x="477" y="7097"/>
                  </a:cubicBezTo>
                  <a:cubicBezTo>
                    <a:pt x="477" y="7907"/>
                    <a:pt x="1" y="7907"/>
                    <a:pt x="1" y="8717"/>
                  </a:cubicBezTo>
                  <a:cubicBezTo>
                    <a:pt x="1" y="9527"/>
                    <a:pt x="477" y="9527"/>
                    <a:pt x="477" y="10312"/>
                  </a:cubicBezTo>
                  <a:lnTo>
                    <a:pt x="477" y="11598"/>
                  </a:lnTo>
                  <a:cubicBezTo>
                    <a:pt x="477" y="11717"/>
                    <a:pt x="358" y="11836"/>
                    <a:pt x="239" y="11836"/>
                  </a:cubicBezTo>
                  <a:lnTo>
                    <a:pt x="953" y="11836"/>
                  </a:lnTo>
                  <a:cubicBezTo>
                    <a:pt x="1072" y="11836"/>
                    <a:pt x="1191" y="11717"/>
                    <a:pt x="1191" y="11598"/>
                  </a:cubicBezTo>
                  <a:lnTo>
                    <a:pt x="1191" y="10312"/>
                  </a:lnTo>
                  <a:cubicBezTo>
                    <a:pt x="1191" y="9527"/>
                    <a:pt x="715" y="9527"/>
                    <a:pt x="715" y="8717"/>
                  </a:cubicBezTo>
                  <a:cubicBezTo>
                    <a:pt x="715" y="7907"/>
                    <a:pt x="1191" y="7907"/>
                    <a:pt x="1191" y="7097"/>
                  </a:cubicBezTo>
                  <a:cubicBezTo>
                    <a:pt x="1191" y="6312"/>
                    <a:pt x="715" y="6312"/>
                    <a:pt x="715" y="5502"/>
                  </a:cubicBezTo>
                  <a:cubicBezTo>
                    <a:pt x="715" y="4692"/>
                    <a:pt x="1191" y="4692"/>
                    <a:pt x="1191" y="3882"/>
                  </a:cubicBezTo>
                  <a:cubicBezTo>
                    <a:pt x="1191" y="3097"/>
                    <a:pt x="715" y="3097"/>
                    <a:pt x="715" y="2287"/>
                  </a:cubicBezTo>
                  <a:cubicBezTo>
                    <a:pt x="715" y="1477"/>
                    <a:pt x="1191" y="1477"/>
                    <a:pt x="1191" y="668"/>
                  </a:cubicBezTo>
                  <a:lnTo>
                    <a:pt x="1191" y="239"/>
                  </a:lnTo>
                  <a:cubicBezTo>
                    <a:pt x="1191" y="120"/>
                    <a:pt x="1072" y="1"/>
                    <a:pt x="953" y="1"/>
                  </a:cubicBezTo>
                  <a:close/>
                </a:path>
              </a:pathLst>
            </a:custGeom>
            <a:solidFill>
              <a:srgbClr val="A5B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42923495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114"/>
        <p:cNvGrpSpPr/>
        <p:nvPr/>
      </p:nvGrpSpPr>
      <p:grpSpPr>
        <a:xfrm>
          <a:off x="0" y="0"/>
          <a:ext cx="0" cy="0"/>
          <a:chOff x="0" y="0"/>
          <a:chExt cx="0" cy="0"/>
        </a:xfrm>
      </p:grpSpPr>
      <p:sp>
        <p:nvSpPr>
          <p:cNvPr id="2115" name="Google Shape;2115;p41"/>
          <p:cNvSpPr txBox="1">
            <a:spLocks noGrp="1"/>
          </p:cNvSpPr>
          <p:nvPr>
            <p:ph type="title"/>
          </p:nvPr>
        </p:nvSpPr>
        <p:spPr>
          <a:xfrm>
            <a:off x="2135550" y="484200"/>
            <a:ext cx="4872900" cy="1161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Postvention</a:t>
            </a:r>
            <a:endParaRPr dirty="0"/>
          </a:p>
        </p:txBody>
      </p:sp>
      <p:sp>
        <p:nvSpPr>
          <p:cNvPr id="2116" name="Google Shape;2116;p41"/>
          <p:cNvSpPr txBox="1">
            <a:spLocks noGrp="1"/>
          </p:cNvSpPr>
          <p:nvPr>
            <p:ph type="subTitle" idx="1"/>
          </p:nvPr>
        </p:nvSpPr>
        <p:spPr>
          <a:xfrm>
            <a:off x="998673" y="1645500"/>
            <a:ext cx="7429710" cy="726300"/>
          </a:xfrm>
          <a:prstGeom prst="rect">
            <a:avLst/>
          </a:prstGeom>
        </p:spPr>
        <p:txBody>
          <a:bodyPr spcFirstLastPara="1" wrap="square" lIns="91425" tIns="91425" rIns="91425" bIns="91425" anchor="t" anchorCtr="0">
            <a:noAutofit/>
          </a:bodyPr>
          <a:lstStyle/>
          <a:p>
            <a:pPr marL="285750" indent="-285750" algn="l">
              <a:lnSpc>
                <a:spcPct val="150000"/>
              </a:lnSpc>
              <a:buFont typeface="Arial" panose="020B0604020202020204" pitchFamily="34" charset="0"/>
              <a:buChar char="•"/>
            </a:pPr>
            <a:r>
              <a:rPr lang="en-GB" sz="1600" dirty="0"/>
              <a:t> Partners with local educational institutions to implement mental health programs, awareness campaigns, and support services for students and staff.</a:t>
            </a:r>
          </a:p>
          <a:p>
            <a:pPr marL="285750" indent="-285750" algn="l">
              <a:lnSpc>
                <a:spcPct val="150000"/>
              </a:lnSpc>
              <a:buFont typeface="Arial" panose="020B0604020202020204" pitchFamily="34" charset="0"/>
              <a:buChar char="•"/>
            </a:pPr>
            <a:r>
              <a:rPr lang="en-GB" sz="1600" dirty="0"/>
              <a:t> Connect them with grief </a:t>
            </a:r>
            <a:r>
              <a:rPr lang="en-GB" sz="1600" dirty="0" err="1"/>
              <a:t>counseling</a:t>
            </a:r>
            <a:r>
              <a:rPr lang="en-GB" sz="1600" dirty="0"/>
              <a:t>, support groups, and relevant resources. </a:t>
            </a:r>
          </a:p>
          <a:p>
            <a:pPr marL="0" indent="0">
              <a:lnSpc>
                <a:spcPct val="150000"/>
              </a:lnSpc>
            </a:pPr>
            <a:endParaRPr sz="1600" dirty="0"/>
          </a:p>
        </p:txBody>
      </p:sp>
      <p:grpSp>
        <p:nvGrpSpPr>
          <p:cNvPr id="2" name="Google Shape;7324;p84">
            <a:extLst>
              <a:ext uri="{FF2B5EF4-FFF2-40B4-BE49-F238E27FC236}">
                <a16:creationId xmlns:a16="http://schemas.microsoft.com/office/drawing/2014/main" id="{5132267B-72FC-807F-8226-96D83E845B51}"/>
              </a:ext>
            </a:extLst>
          </p:cNvPr>
          <p:cNvGrpSpPr/>
          <p:nvPr/>
        </p:nvGrpSpPr>
        <p:grpSpPr>
          <a:xfrm rot="2946778">
            <a:off x="-317490" y="3287245"/>
            <a:ext cx="2632325" cy="1618422"/>
            <a:chOff x="2496310" y="3693351"/>
            <a:chExt cx="1342906" cy="688926"/>
          </a:xfrm>
          <a:solidFill>
            <a:schemeClr val="tx2">
              <a:lumMod val="90000"/>
            </a:schemeClr>
          </a:solidFill>
        </p:grpSpPr>
        <p:grpSp>
          <p:nvGrpSpPr>
            <p:cNvPr id="3" name="Google Shape;7325;p84">
              <a:extLst>
                <a:ext uri="{FF2B5EF4-FFF2-40B4-BE49-F238E27FC236}">
                  <a16:creationId xmlns:a16="http://schemas.microsoft.com/office/drawing/2014/main" id="{F01184E3-1507-25EA-601C-84E4F14E7D14}"/>
                </a:ext>
              </a:extLst>
            </p:cNvPr>
            <p:cNvGrpSpPr/>
            <p:nvPr/>
          </p:nvGrpSpPr>
          <p:grpSpPr>
            <a:xfrm>
              <a:off x="2496310" y="3693351"/>
              <a:ext cx="1342906" cy="688875"/>
              <a:chOff x="2496310" y="3693351"/>
              <a:chExt cx="1342906" cy="688875"/>
            </a:xfrm>
            <a:grpFill/>
          </p:grpSpPr>
          <p:sp>
            <p:nvSpPr>
              <p:cNvPr id="8" name="Google Shape;7326;p84">
                <a:extLst>
                  <a:ext uri="{FF2B5EF4-FFF2-40B4-BE49-F238E27FC236}">
                    <a16:creationId xmlns:a16="http://schemas.microsoft.com/office/drawing/2014/main" id="{23D5B56B-9095-84DB-0CAC-FE02F8F0B128}"/>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327;p84">
                <a:extLst>
                  <a:ext uri="{FF2B5EF4-FFF2-40B4-BE49-F238E27FC236}">
                    <a16:creationId xmlns:a16="http://schemas.microsoft.com/office/drawing/2014/main" id="{02149112-6B6B-B411-037F-0EF9499F0E7E}"/>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328;p84">
                <a:extLst>
                  <a:ext uri="{FF2B5EF4-FFF2-40B4-BE49-F238E27FC236}">
                    <a16:creationId xmlns:a16="http://schemas.microsoft.com/office/drawing/2014/main" id="{C7A9DDB4-BCB7-BCF4-35F8-7BB928021B83}"/>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329;p84">
                <a:extLst>
                  <a:ext uri="{FF2B5EF4-FFF2-40B4-BE49-F238E27FC236}">
                    <a16:creationId xmlns:a16="http://schemas.microsoft.com/office/drawing/2014/main" id="{D11BEDCF-D4A7-4260-8D6C-C018BA58994E}"/>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330;p84">
                <a:extLst>
                  <a:ext uri="{FF2B5EF4-FFF2-40B4-BE49-F238E27FC236}">
                    <a16:creationId xmlns:a16="http://schemas.microsoft.com/office/drawing/2014/main" id="{F9101657-0FCA-B4DD-77FB-4BD90893AA9A}"/>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31;p84">
                <a:extLst>
                  <a:ext uri="{FF2B5EF4-FFF2-40B4-BE49-F238E27FC236}">
                    <a16:creationId xmlns:a16="http://schemas.microsoft.com/office/drawing/2014/main" id="{BB4349E2-B6A6-C266-1C91-6DC8A03605D0}"/>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 name="Google Shape;7332;p84">
                <a:extLst>
                  <a:ext uri="{FF2B5EF4-FFF2-40B4-BE49-F238E27FC236}">
                    <a16:creationId xmlns:a16="http://schemas.microsoft.com/office/drawing/2014/main" id="{616FA841-A4A9-3600-CF80-9BEE685346AB}"/>
                  </a:ext>
                </a:extLst>
              </p:cNvPr>
              <p:cNvCxnSpPr>
                <a:stCxn id="12"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15" name="Google Shape;7333;p84">
                <a:extLst>
                  <a:ext uri="{FF2B5EF4-FFF2-40B4-BE49-F238E27FC236}">
                    <a16:creationId xmlns:a16="http://schemas.microsoft.com/office/drawing/2014/main" id="{613BD9BE-03CF-07E7-A96A-E55CB29C600A}"/>
                  </a:ext>
                </a:extLst>
              </p:cNvPr>
              <p:cNvCxnSpPr>
                <a:stCxn id="9"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16" name="Google Shape;7334;p84">
                <a:extLst>
                  <a:ext uri="{FF2B5EF4-FFF2-40B4-BE49-F238E27FC236}">
                    <a16:creationId xmlns:a16="http://schemas.microsoft.com/office/drawing/2014/main" id="{41EAEA91-872A-3682-0D2E-A84B030D918C}"/>
                  </a:ext>
                </a:extLst>
              </p:cNvPr>
              <p:cNvCxnSpPr>
                <a:stCxn id="10"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17" name="Google Shape;7335;p84">
                <a:extLst>
                  <a:ext uri="{FF2B5EF4-FFF2-40B4-BE49-F238E27FC236}">
                    <a16:creationId xmlns:a16="http://schemas.microsoft.com/office/drawing/2014/main" id="{5682545A-7566-D954-C2A3-8DBE968C4A86}"/>
                  </a:ext>
                </a:extLst>
              </p:cNvPr>
              <p:cNvCxnSpPr>
                <a:stCxn id="13"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18" name="Google Shape;7336;p84">
                <a:extLst>
                  <a:ext uri="{FF2B5EF4-FFF2-40B4-BE49-F238E27FC236}">
                    <a16:creationId xmlns:a16="http://schemas.microsoft.com/office/drawing/2014/main" id="{BC42F0F5-98CB-03EC-AE52-8B7653E2C675}"/>
                  </a:ext>
                </a:extLst>
              </p:cNvPr>
              <p:cNvCxnSpPr>
                <a:stCxn id="11"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4" name="Google Shape;7337;p84">
              <a:extLst>
                <a:ext uri="{FF2B5EF4-FFF2-40B4-BE49-F238E27FC236}">
                  <a16:creationId xmlns:a16="http://schemas.microsoft.com/office/drawing/2014/main" id="{F874DB06-EE61-E935-1049-EB4C4496E9B4}"/>
                </a:ext>
              </a:extLst>
            </p:cNvPr>
            <p:cNvGrpSpPr/>
            <p:nvPr/>
          </p:nvGrpSpPr>
          <p:grpSpPr>
            <a:xfrm>
              <a:off x="2675275" y="3930557"/>
              <a:ext cx="1003306" cy="451719"/>
              <a:chOff x="2675275" y="4174282"/>
              <a:chExt cx="1003306" cy="451719"/>
            </a:xfrm>
            <a:grpFill/>
          </p:grpSpPr>
          <p:sp>
            <p:nvSpPr>
              <p:cNvPr id="5" name="Google Shape;7338;p84">
                <a:extLst>
                  <a:ext uri="{FF2B5EF4-FFF2-40B4-BE49-F238E27FC236}">
                    <a16:creationId xmlns:a16="http://schemas.microsoft.com/office/drawing/2014/main" id="{CCF51EC1-2EFC-9491-E4C1-961A6C389538}"/>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339;p84">
                <a:extLst>
                  <a:ext uri="{FF2B5EF4-FFF2-40B4-BE49-F238E27FC236}">
                    <a16:creationId xmlns:a16="http://schemas.microsoft.com/office/drawing/2014/main" id="{283A05E5-BA91-A083-721A-73B2858C6376}"/>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340;p84">
                <a:extLst>
                  <a:ext uri="{FF2B5EF4-FFF2-40B4-BE49-F238E27FC236}">
                    <a16:creationId xmlns:a16="http://schemas.microsoft.com/office/drawing/2014/main" id="{2F28DA3B-B57C-1519-B507-2270A127DF9F}"/>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9" name="Google Shape;7324;p84">
            <a:extLst>
              <a:ext uri="{FF2B5EF4-FFF2-40B4-BE49-F238E27FC236}">
                <a16:creationId xmlns:a16="http://schemas.microsoft.com/office/drawing/2014/main" id="{23039ABC-5E63-13DE-7EAD-6A6BEF86461E}"/>
              </a:ext>
            </a:extLst>
          </p:cNvPr>
          <p:cNvGrpSpPr/>
          <p:nvPr/>
        </p:nvGrpSpPr>
        <p:grpSpPr>
          <a:xfrm rot="18024467">
            <a:off x="7042006" y="3591924"/>
            <a:ext cx="2632325" cy="1618422"/>
            <a:chOff x="2496310" y="3693351"/>
            <a:chExt cx="1342906" cy="688926"/>
          </a:xfrm>
          <a:solidFill>
            <a:schemeClr val="tx2">
              <a:lumMod val="90000"/>
            </a:schemeClr>
          </a:solidFill>
        </p:grpSpPr>
        <p:grpSp>
          <p:nvGrpSpPr>
            <p:cNvPr id="20" name="Google Shape;7325;p84">
              <a:extLst>
                <a:ext uri="{FF2B5EF4-FFF2-40B4-BE49-F238E27FC236}">
                  <a16:creationId xmlns:a16="http://schemas.microsoft.com/office/drawing/2014/main" id="{3FC49D58-FC9D-DD4A-B94A-071B1ACF0515}"/>
                </a:ext>
              </a:extLst>
            </p:cNvPr>
            <p:cNvGrpSpPr/>
            <p:nvPr/>
          </p:nvGrpSpPr>
          <p:grpSpPr>
            <a:xfrm>
              <a:off x="2496310" y="3693351"/>
              <a:ext cx="1342906" cy="688875"/>
              <a:chOff x="2496310" y="3693351"/>
              <a:chExt cx="1342906" cy="688875"/>
            </a:xfrm>
            <a:grpFill/>
          </p:grpSpPr>
          <p:sp>
            <p:nvSpPr>
              <p:cNvPr id="25" name="Google Shape;7326;p84">
                <a:extLst>
                  <a:ext uri="{FF2B5EF4-FFF2-40B4-BE49-F238E27FC236}">
                    <a16:creationId xmlns:a16="http://schemas.microsoft.com/office/drawing/2014/main" id="{84CDD407-C3AB-E181-D564-174AE6AF6317}"/>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327;p84">
                <a:extLst>
                  <a:ext uri="{FF2B5EF4-FFF2-40B4-BE49-F238E27FC236}">
                    <a16:creationId xmlns:a16="http://schemas.microsoft.com/office/drawing/2014/main" id="{CB7A5531-2DF2-FE51-08BD-42014750F443}"/>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328;p84">
                <a:extLst>
                  <a:ext uri="{FF2B5EF4-FFF2-40B4-BE49-F238E27FC236}">
                    <a16:creationId xmlns:a16="http://schemas.microsoft.com/office/drawing/2014/main" id="{1D665ED3-4836-6ACC-DB3E-475C1440CE19}"/>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329;p84">
                <a:extLst>
                  <a:ext uri="{FF2B5EF4-FFF2-40B4-BE49-F238E27FC236}">
                    <a16:creationId xmlns:a16="http://schemas.microsoft.com/office/drawing/2014/main" id="{4A108C40-B1AC-462D-63AD-8D1168E42575}"/>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330;p84">
                <a:extLst>
                  <a:ext uri="{FF2B5EF4-FFF2-40B4-BE49-F238E27FC236}">
                    <a16:creationId xmlns:a16="http://schemas.microsoft.com/office/drawing/2014/main" id="{F62B3A73-CC2A-32F3-6388-1B898EE5B32E}"/>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331;p84">
                <a:extLst>
                  <a:ext uri="{FF2B5EF4-FFF2-40B4-BE49-F238E27FC236}">
                    <a16:creationId xmlns:a16="http://schemas.microsoft.com/office/drawing/2014/main" id="{90DD23D7-5223-DEB3-5502-97C2F539F6B5}"/>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1" name="Google Shape;7332;p84">
                <a:extLst>
                  <a:ext uri="{FF2B5EF4-FFF2-40B4-BE49-F238E27FC236}">
                    <a16:creationId xmlns:a16="http://schemas.microsoft.com/office/drawing/2014/main" id="{897FE9E2-EAF0-1526-8777-5DB205741833}"/>
                  </a:ext>
                </a:extLst>
              </p:cNvPr>
              <p:cNvCxnSpPr>
                <a:stCxn id="29"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32" name="Google Shape;7333;p84">
                <a:extLst>
                  <a:ext uri="{FF2B5EF4-FFF2-40B4-BE49-F238E27FC236}">
                    <a16:creationId xmlns:a16="http://schemas.microsoft.com/office/drawing/2014/main" id="{9B3291B3-3369-8BD5-ACFB-A115DF08699F}"/>
                  </a:ext>
                </a:extLst>
              </p:cNvPr>
              <p:cNvCxnSpPr>
                <a:stCxn id="26"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33" name="Google Shape;7334;p84">
                <a:extLst>
                  <a:ext uri="{FF2B5EF4-FFF2-40B4-BE49-F238E27FC236}">
                    <a16:creationId xmlns:a16="http://schemas.microsoft.com/office/drawing/2014/main" id="{CA267ECD-3B39-A40A-B025-3F947FD57944}"/>
                  </a:ext>
                </a:extLst>
              </p:cNvPr>
              <p:cNvCxnSpPr>
                <a:stCxn id="27"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34" name="Google Shape;7335;p84">
                <a:extLst>
                  <a:ext uri="{FF2B5EF4-FFF2-40B4-BE49-F238E27FC236}">
                    <a16:creationId xmlns:a16="http://schemas.microsoft.com/office/drawing/2014/main" id="{69E92A13-8FFF-F050-D2BF-2E761F55A1F6}"/>
                  </a:ext>
                </a:extLst>
              </p:cNvPr>
              <p:cNvCxnSpPr>
                <a:stCxn id="30"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35" name="Google Shape;7336;p84">
                <a:extLst>
                  <a:ext uri="{FF2B5EF4-FFF2-40B4-BE49-F238E27FC236}">
                    <a16:creationId xmlns:a16="http://schemas.microsoft.com/office/drawing/2014/main" id="{4130755C-FDCE-A16F-2FEB-024E653CD38E}"/>
                  </a:ext>
                </a:extLst>
              </p:cNvPr>
              <p:cNvCxnSpPr>
                <a:stCxn id="28"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21" name="Google Shape;7337;p84">
              <a:extLst>
                <a:ext uri="{FF2B5EF4-FFF2-40B4-BE49-F238E27FC236}">
                  <a16:creationId xmlns:a16="http://schemas.microsoft.com/office/drawing/2014/main" id="{A4ED4172-1A98-CA76-9A28-52271EDBF82A}"/>
                </a:ext>
              </a:extLst>
            </p:cNvPr>
            <p:cNvGrpSpPr/>
            <p:nvPr/>
          </p:nvGrpSpPr>
          <p:grpSpPr>
            <a:xfrm>
              <a:off x="2675275" y="3930557"/>
              <a:ext cx="1003306" cy="451719"/>
              <a:chOff x="2675275" y="4174282"/>
              <a:chExt cx="1003306" cy="451719"/>
            </a:xfrm>
            <a:grpFill/>
          </p:grpSpPr>
          <p:sp>
            <p:nvSpPr>
              <p:cNvPr id="22" name="Google Shape;7338;p84">
                <a:extLst>
                  <a:ext uri="{FF2B5EF4-FFF2-40B4-BE49-F238E27FC236}">
                    <a16:creationId xmlns:a16="http://schemas.microsoft.com/office/drawing/2014/main" id="{5482B0CA-4EFF-6725-E1D7-59F091ACF862}"/>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339;p84">
                <a:extLst>
                  <a:ext uri="{FF2B5EF4-FFF2-40B4-BE49-F238E27FC236}">
                    <a16:creationId xmlns:a16="http://schemas.microsoft.com/office/drawing/2014/main" id="{6EBBD474-1CCD-E07B-D2E0-7ED6BC458EBB}"/>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340;p84">
                <a:extLst>
                  <a:ext uri="{FF2B5EF4-FFF2-40B4-BE49-F238E27FC236}">
                    <a16:creationId xmlns:a16="http://schemas.microsoft.com/office/drawing/2014/main" id="{E5C6E977-A63F-0C08-4112-5897570497AF}"/>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37" name="Picture 36">
            <a:extLst>
              <a:ext uri="{FF2B5EF4-FFF2-40B4-BE49-F238E27FC236}">
                <a16:creationId xmlns:a16="http://schemas.microsoft.com/office/drawing/2014/main" id="{8BCC5C98-9A55-CCD8-D9E2-567D9C852C90}"/>
              </a:ext>
            </a:extLst>
          </p:cNvPr>
          <p:cNvPicPr>
            <a:picLocks noChangeAspect="1"/>
          </p:cNvPicPr>
          <p:nvPr/>
        </p:nvPicPr>
        <p:blipFill>
          <a:blip r:embed="rId3"/>
          <a:stretch>
            <a:fillRect/>
          </a:stretch>
        </p:blipFill>
        <p:spPr>
          <a:xfrm>
            <a:off x="3833049" y="2970721"/>
            <a:ext cx="1792847" cy="1792847"/>
          </a:xfrm>
          <a:prstGeom prst="rect">
            <a:avLst/>
          </a:prstGeom>
          <a:solidFill>
            <a:schemeClr val="tx2">
              <a:lumMod val="90000"/>
            </a:schemeClr>
          </a:solidFill>
        </p:spPr>
      </p:pic>
    </p:spTree>
    <p:extLst>
      <p:ext uri="{BB962C8B-B14F-4D97-AF65-F5344CB8AC3E}">
        <p14:creationId xmlns:p14="http://schemas.microsoft.com/office/powerpoint/2010/main" val="133120039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373"/>
        <p:cNvGrpSpPr/>
        <p:nvPr/>
      </p:nvGrpSpPr>
      <p:grpSpPr>
        <a:xfrm>
          <a:off x="0" y="0"/>
          <a:ext cx="0" cy="0"/>
          <a:chOff x="0" y="0"/>
          <a:chExt cx="0" cy="0"/>
        </a:xfrm>
      </p:grpSpPr>
      <p:sp>
        <p:nvSpPr>
          <p:cNvPr id="2375" name="Google Shape;2375;p52"/>
          <p:cNvSpPr txBox="1">
            <a:spLocks noGrp="1"/>
          </p:cNvSpPr>
          <p:nvPr>
            <p:ph type="title"/>
          </p:nvPr>
        </p:nvSpPr>
        <p:spPr>
          <a:xfrm>
            <a:off x="5102087" y="768486"/>
            <a:ext cx="3090600" cy="63312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CONCLUSION </a:t>
            </a:r>
            <a:endParaRPr dirty="0"/>
          </a:p>
        </p:txBody>
      </p:sp>
      <p:sp>
        <p:nvSpPr>
          <p:cNvPr id="2376" name="Google Shape;2376;p52"/>
          <p:cNvSpPr txBox="1">
            <a:spLocks noGrp="1"/>
          </p:cNvSpPr>
          <p:nvPr>
            <p:ph type="subTitle" idx="1"/>
          </p:nvPr>
        </p:nvSpPr>
        <p:spPr>
          <a:xfrm>
            <a:off x="4763036" y="1377370"/>
            <a:ext cx="3090000" cy="1245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Creating awareness and support for mental health and suicide prevention is an ongoing effort that requires the active participation of individuals and the community as a whole. By working together and involving mental health professionals and organizations, we can make a significant impact in our community.</a:t>
            </a:r>
          </a:p>
          <a:p>
            <a:pPr marL="0" lvl="0" indent="0" algn="ctr" rtl="0">
              <a:spcBef>
                <a:spcPts val="0"/>
              </a:spcBef>
              <a:spcAft>
                <a:spcPts val="0"/>
              </a:spcAft>
              <a:buNone/>
            </a:pPr>
            <a:endParaRPr dirty="0"/>
          </a:p>
        </p:txBody>
      </p:sp>
      <p:grpSp>
        <p:nvGrpSpPr>
          <p:cNvPr id="2377" name="Google Shape;2377;p52"/>
          <p:cNvGrpSpPr/>
          <p:nvPr/>
        </p:nvGrpSpPr>
        <p:grpSpPr>
          <a:xfrm>
            <a:off x="1049875" y="694073"/>
            <a:ext cx="241089" cy="301916"/>
            <a:chOff x="1049875" y="694073"/>
            <a:chExt cx="241089" cy="301916"/>
          </a:xfrm>
        </p:grpSpPr>
        <p:sp>
          <p:nvSpPr>
            <p:cNvPr id="2378" name="Google Shape;2378;p52"/>
            <p:cNvSpPr/>
            <p:nvPr/>
          </p:nvSpPr>
          <p:spPr>
            <a:xfrm>
              <a:off x="1174713" y="694073"/>
              <a:ext cx="116251" cy="148826"/>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2"/>
            <p:cNvSpPr/>
            <p:nvPr/>
          </p:nvSpPr>
          <p:spPr>
            <a:xfrm>
              <a:off x="1049875" y="906375"/>
              <a:ext cx="73151" cy="89613"/>
            </a:xfrm>
            <a:custGeom>
              <a:avLst/>
              <a:gdLst/>
              <a:ahLst/>
              <a:cxnLst/>
              <a:rect l="l" t="t" r="r" b="b"/>
              <a:pathLst>
                <a:path w="1413" h="1809" extrusionOk="0">
                  <a:moveTo>
                    <a:pt x="703" y="0"/>
                  </a:moveTo>
                  <a:cubicBezTo>
                    <a:pt x="632" y="670"/>
                    <a:pt x="1" y="839"/>
                    <a:pt x="1" y="839"/>
                  </a:cubicBezTo>
                  <a:cubicBezTo>
                    <a:pt x="1" y="839"/>
                    <a:pt x="567" y="1060"/>
                    <a:pt x="703" y="1808"/>
                  </a:cubicBezTo>
                  <a:cubicBezTo>
                    <a:pt x="846" y="1047"/>
                    <a:pt x="1412" y="839"/>
                    <a:pt x="1412" y="839"/>
                  </a:cubicBezTo>
                  <a:cubicBezTo>
                    <a:pt x="1412" y="839"/>
                    <a:pt x="788" y="670"/>
                    <a:pt x="70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a:extLst>
              <a:ext uri="{FF2B5EF4-FFF2-40B4-BE49-F238E27FC236}">
                <a16:creationId xmlns:a16="http://schemas.microsoft.com/office/drawing/2014/main" id="{EC2C464C-0400-A3BD-ABE0-0F75162C1E12}"/>
              </a:ext>
            </a:extLst>
          </p:cNvPr>
          <p:cNvPicPr>
            <a:picLocks noChangeAspect="1"/>
          </p:cNvPicPr>
          <p:nvPr/>
        </p:nvPicPr>
        <p:blipFill>
          <a:blip r:embed="rId3"/>
          <a:stretch>
            <a:fillRect/>
          </a:stretch>
        </p:blipFill>
        <p:spPr>
          <a:xfrm>
            <a:off x="1290964" y="637072"/>
            <a:ext cx="2632325" cy="3723068"/>
          </a:xfrm>
          <a:prstGeom prst="rect">
            <a:avLst/>
          </a:prstGeom>
        </p:spPr>
      </p:pic>
      <p:grpSp>
        <p:nvGrpSpPr>
          <p:cNvPr id="13" name="Google Shape;7324;p84">
            <a:extLst>
              <a:ext uri="{FF2B5EF4-FFF2-40B4-BE49-F238E27FC236}">
                <a16:creationId xmlns:a16="http://schemas.microsoft.com/office/drawing/2014/main" id="{0D9279EB-5A9D-B78E-1B1E-E38579DCBB17}"/>
              </a:ext>
            </a:extLst>
          </p:cNvPr>
          <p:cNvGrpSpPr/>
          <p:nvPr/>
        </p:nvGrpSpPr>
        <p:grpSpPr>
          <a:xfrm>
            <a:off x="6949558" y="3525078"/>
            <a:ext cx="2632325" cy="1618422"/>
            <a:chOff x="2496310" y="3693351"/>
            <a:chExt cx="1342906" cy="688926"/>
          </a:xfrm>
          <a:solidFill>
            <a:schemeClr val="tx2">
              <a:lumMod val="90000"/>
            </a:schemeClr>
          </a:solidFill>
        </p:grpSpPr>
        <p:grpSp>
          <p:nvGrpSpPr>
            <p:cNvPr id="14" name="Google Shape;7325;p84">
              <a:extLst>
                <a:ext uri="{FF2B5EF4-FFF2-40B4-BE49-F238E27FC236}">
                  <a16:creationId xmlns:a16="http://schemas.microsoft.com/office/drawing/2014/main" id="{126A0D9C-7459-EEAB-8488-15AE9171106C}"/>
                </a:ext>
              </a:extLst>
            </p:cNvPr>
            <p:cNvGrpSpPr/>
            <p:nvPr/>
          </p:nvGrpSpPr>
          <p:grpSpPr>
            <a:xfrm>
              <a:off x="2496310" y="3693351"/>
              <a:ext cx="1342906" cy="688875"/>
              <a:chOff x="2496310" y="3693351"/>
              <a:chExt cx="1342906" cy="688875"/>
            </a:xfrm>
            <a:grpFill/>
          </p:grpSpPr>
          <p:sp>
            <p:nvSpPr>
              <p:cNvPr id="19" name="Google Shape;7326;p84">
                <a:extLst>
                  <a:ext uri="{FF2B5EF4-FFF2-40B4-BE49-F238E27FC236}">
                    <a16:creationId xmlns:a16="http://schemas.microsoft.com/office/drawing/2014/main" id="{ABF49C0A-186B-3B83-12DF-BE8CC044B6EE}"/>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327;p84">
                <a:extLst>
                  <a:ext uri="{FF2B5EF4-FFF2-40B4-BE49-F238E27FC236}">
                    <a16:creationId xmlns:a16="http://schemas.microsoft.com/office/drawing/2014/main" id="{7CB80FC3-D6EA-E108-1BF1-ED2CEF7EE08A}"/>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328;p84">
                <a:extLst>
                  <a:ext uri="{FF2B5EF4-FFF2-40B4-BE49-F238E27FC236}">
                    <a16:creationId xmlns:a16="http://schemas.microsoft.com/office/drawing/2014/main" id="{94E99834-47E3-DC16-312B-587222F479EF}"/>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329;p84">
                <a:extLst>
                  <a:ext uri="{FF2B5EF4-FFF2-40B4-BE49-F238E27FC236}">
                    <a16:creationId xmlns:a16="http://schemas.microsoft.com/office/drawing/2014/main" id="{6BC0F16B-13AC-D44E-43BA-1F8C59359A83}"/>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330;p84">
                <a:extLst>
                  <a:ext uri="{FF2B5EF4-FFF2-40B4-BE49-F238E27FC236}">
                    <a16:creationId xmlns:a16="http://schemas.microsoft.com/office/drawing/2014/main" id="{A91B86D6-FF11-6A1B-84F6-147F3D5DB951}"/>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331;p84">
                <a:extLst>
                  <a:ext uri="{FF2B5EF4-FFF2-40B4-BE49-F238E27FC236}">
                    <a16:creationId xmlns:a16="http://schemas.microsoft.com/office/drawing/2014/main" id="{A274C6CD-6DE5-48AF-DAE8-C4A9BDE9F0D3}"/>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 name="Google Shape;7332;p84">
                <a:extLst>
                  <a:ext uri="{FF2B5EF4-FFF2-40B4-BE49-F238E27FC236}">
                    <a16:creationId xmlns:a16="http://schemas.microsoft.com/office/drawing/2014/main" id="{A95C6CFB-7926-B159-E686-2A0F47FA6A53}"/>
                  </a:ext>
                </a:extLst>
              </p:cNvPr>
              <p:cNvCxnSpPr>
                <a:stCxn id="23"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26" name="Google Shape;7333;p84">
                <a:extLst>
                  <a:ext uri="{FF2B5EF4-FFF2-40B4-BE49-F238E27FC236}">
                    <a16:creationId xmlns:a16="http://schemas.microsoft.com/office/drawing/2014/main" id="{C6997801-CEA9-6846-81C3-389A9EF32396}"/>
                  </a:ext>
                </a:extLst>
              </p:cNvPr>
              <p:cNvCxnSpPr>
                <a:stCxn id="20"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27" name="Google Shape;7334;p84">
                <a:extLst>
                  <a:ext uri="{FF2B5EF4-FFF2-40B4-BE49-F238E27FC236}">
                    <a16:creationId xmlns:a16="http://schemas.microsoft.com/office/drawing/2014/main" id="{5232DDE4-21B3-4446-593E-3CD934F124D9}"/>
                  </a:ext>
                </a:extLst>
              </p:cNvPr>
              <p:cNvCxnSpPr>
                <a:stCxn id="21"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8" name="Google Shape;7335;p84">
                <a:extLst>
                  <a:ext uri="{FF2B5EF4-FFF2-40B4-BE49-F238E27FC236}">
                    <a16:creationId xmlns:a16="http://schemas.microsoft.com/office/drawing/2014/main" id="{B7416611-B236-6A00-FDDB-92317DAEDAA7}"/>
                  </a:ext>
                </a:extLst>
              </p:cNvPr>
              <p:cNvCxnSpPr>
                <a:stCxn id="24"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9" name="Google Shape;7336;p84">
                <a:extLst>
                  <a:ext uri="{FF2B5EF4-FFF2-40B4-BE49-F238E27FC236}">
                    <a16:creationId xmlns:a16="http://schemas.microsoft.com/office/drawing/2014/main" id="{78E826B6-D14C-2757-6369-CD9D264A9D21}"/>
                  </a:ext>
                </a:extLst>
              </p:cNvPr>
              <p:cNvCxnSpPr>
                <a:stCxn id="22"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15" name="Google Shape;7337;p84">
              <a:extLst>
                <a:ext uri="{FF2B5EF4-FFF2-40B4-BE49-F238E27FC236}">
                  <a16:creationId xmlns:a16="http://schemas.microsoft.com/office/drawing/2014/main" id="{B9B93385-FCCC-E1F6-8059-EC597AA50C68}"/>
                </a:ext>
              </a:extLst>
            </p:cNvPr>
            <p:cNvGrpSpPr/>
            <p:nvPr/>
          </p:nvGrpSpPr>
          <p:grpSpPr>
            <a:xfrm>
              <a:off x="2675275" y="3930557"/>
              <a:ext cx="1003306" cy="451719"/>
              <a:chOff x="2675275" y="4174282"/>
              <a:chExt cx="1003306" cy="451719"/>
            </a:xfrm>
            <a:grpFill/>
          </p:grpSpPr>
          <p:sp>
            <p:nvSpPr>
              <p:cNvPr id="16" name="Google Shape;7338;p84">
                <a:extLst>
                  <a:ext uri="{FF2B5EF4-FFF2-40B4-BE49-F238E27FC236}">
                    <a16:creationId xmlns:a16="http://schemas.microsoft.com/office/drawing/2014/main" id="{36A9A49C-5F25-C8AC-CCDE-427AC5259009}"/>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339;p84">
                <a:extLst>
                  <a:ext uri="{FF2B5EF4-FFF2-40B4-BE49-F238E27FC236}">
                    <a16:creationId xmlns:a16="http://schemas.microsoft.com/office/drawing/2014/main" id="{8B76C299-85D3-D772-B763-86E87C2256A2}"/>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340;p84">
                <a:extLst>
                  <a:ext uri="{FF2B5EF4-FFF2-40B4-BE49-F238E27FC236}">
                    <a16:creationId xmlns:a16="http://schemas.microsoft.com/office/drawing/2014/main" id="{120567F7-9528-0D98-C626-FDED6346609B}"/>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60583085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2849"/>
        <p:cNvGrpSpPr/>
        <p:nvPr/>
      </p:nvGrpSpPr>
      <p:grpSpPr>
        <a:xfrm>
          <a:off x="0" y="0"/>
          <a:ext cx="0" cy="0"/>
          <a:chOff x="0" y="0"/>
          <a:chExt cx="0" cy="0"/>
        </a:xfrm>
      </p:grpSpPr>
      <p:sp>
        <p:nvSpPr>
          <p:cNvPr id="2850" name="Google Shape;2850;p72"/>
          <p:cNvSpPr txBox="1">
            <a:spLocks noGrp="1"/>
          </p:cNvSpPr>
          <p:nvPr>
            <p:ph type="title"/>
          </p:nvPr>
        </p:nvSpPr>
        <p:spPr>
          <a:xfrm>
            <a:off x="2098497" y="1524111"/>
            <a:ext cx="49470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sp>
        <p:nvSpPr>
          <p:cNvPr id="4" name="Google Shape;3865;p78">
            <a:extLst>
              <a:ext uri="{FF2B5EF4-FFF2-40B4-BE49-F238E27FC236}">
                <a16:creationId xmlns:a16="http://schemas.microsoft.com/office/drawing/2014/main" id="{EF98F1A7-AEC6-3953-4CE9-E68F2D86AD2F}"/>
              </a:ext>
            </a:extLst>
          </p:cNvPr>
          <p:cNvSpPr/>
          <p:nvPr/>
        </p:nvSpPr>
        <p:spPr>
          <a:xfrm>
            <a:off x="1590511" y="3213346"/>
            <a:ext cx="5962972" cy="754200"/>
          </a:xfrm>
          <a:prstGeom prst="roundRect">
            <a:avLst>
              <a:gd name="adj" fmla="val 16667"/>
            </a:avLst>
          </a:prstGeom>
          <a:solidFill>
            <a:srgbClr val="A9B3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851;p72">
            <a:extLst>
              <a:ext uri="{FF2B5EF4-FFF2-40B4-BE49-F238E27FC236}">
                <a16:creationId xmlns:a16="http://schemas.microsoft.com/office/drawing/2014/main" id="{0E40A7BC-924D-14A0-DFAF-8653F9C87DB0}"/>
              </a:ext>
            </a:extLst>
          </p:cNvPr>
          <p:cNvSpPr txBox="1">
            <a:spLocks/>
          </p:cNvSpPr>
          <p:nvPr/>
        </p:nvSpPr>
        <p:spPr>
          <a:xfrm>
            <a:off x="1985955" y="3038622"/>
            <a:ext cx="5059542" cy="14347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Asap"/>
              <a:buNone/>
              <a:defRPr sz="1600" b="0" i="0" u="none" strike="noStrike" cap="none">
                <a:solidFill>
                  <a:schemeClr val="dk1"/>
                </a:solidFill>
                <a:latin typeface="Asap"/>
                <a:ea typeface="Asap"/>
                <a:cs typeface="Asap"/>
                <a:sym typeface="Asap"/>
              </a:defRPr>
            </a:lvl1pPr>
            <a:lvl2pPr marL="914400" marR="0" lvl="1"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2pPr>
            <a:lvl3pPr marL="1371600" marR="0" lvl="2"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3pPr>
            <a:lvl4pPr marL="1828800" marR="0" lvl="3"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4pPr>
            <a:lvl5pPr marL="2286000" marR="0" lvl="4"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5pPr>
            <a:lvl6pPr marL="2743200" marR="0" lvl="5"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6pPr>
            <a:lvl7pPr marL="3200400" marR="0" lvl="6"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7pPr>
            <a:lvl8pPr marL="3657600" marR="0" lvl="7"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8pPr>
            <a:lvl9pPr marL="4114800" marR="0" lvl="8" indent="-317500" algn="ctr" rtl="0">
              <a:lnSpc>
                <a:spcPct val="100000"/>
              </a:lnSpc>
              <a:spcBef>
                <a:spcPts val="0"/>
              </a:spcBef>
              <a:spcAft>
                <a:spcPts val="0"/>
              </a:spcAft>
              <a:buClr>
                <a:schemeClr val="dk1"/>
              </a:buClr>
              <a:buSzPts val="1400"/>
              <a:buFont typeface="Asap"/>
              <a:buNone/>
              <a:defRPr sz="1400" b="0" i="0" u="none" strike="noStrike" cap="none">
                <a:solidFill>
                  <a:schemeClr val="dk1"/>
                </a:solidFill>
                <a:latin typeface="Asap"/>
                <a:ea typeface="Asap"/>
                <a:cs typeface="Asap"/>
                <a:sym typeface="Asap"/>
              </a:defRPr>
            </a:lvl9pPr>
          </a:lstStyle>
          <a:p>
            <a:pPr marL="0" indent="0"/>
            <a:r>
              <a:rPr lang="en-GB" b="1"/>
              <a:t>Do you have any questions?</a:t>
            </a:r>
          </a:p>
          <a:p>
            <a:pPr marL="0" indent="0"/>
            <a:endParaRPr lang="en-GB" dirty="0"/>
          </a:p>
        </p:txBody>
      </p:sp>
      <p:grpSp>
        <p:nvGrpSpPr>
          <p:cNvPr id="8" name="Google Shape;7324;p84">
            <a:extLst>
              <a:ext uri="{FF2B5EF4-FFF2-40B4-BE49-F238E27FC236}">
                <a16:creationId xmlns:a16="http://schemas.microsoft.com/office/drawing/2014/main" id="{8D14B068-DA87-209A-D4F7-C3255C7B12E8}"/>
              </a:ext>
            </a:extLst>
          </p:cNvPr>
          <p:cNvGrpSpPr/>
          <p:nvPr/>
        </p:nvGrpSpPr>
        <p:grpSpPr>
          <a:xfrm rot="2946778">
            <a:off x="-486302" y="3526397"/>
            <a:ext cx="2632325" cy="1618422"/>
            <a:chOff x="2496310" y="3693351"/>
            <a:chExt cx="1342906" cy="688926"/>
          </a:xfrm>
          <a:solidFill>
            <a:schemeClr val="tx2">
              <a:lumMod val="90000"/>
            </a:schemeClr>
          </a:solidFill>
        </p:grpSpPr>
        <p:grpSp>
          <p:nvGrpSpPr>
            <p:cNvPr id="9" name="Google Shape;7325;p84">
              <a:extLst>
                <a:ext uri="{FF2B5EF4-FFF2-40B4-BE49-F238E27FC236}">
                  <a16:creationId xmlns:a16="http://schemas.microsoft.com/office/drawing/2014/main" id="{AF37F28C-E003-E73F-2AEF-58FDADEDB9D9}"/>
                </a:ext>
              </a:extLst>
            </p:cNvPr>
            <p:cNvGrpSpPr/>
            <p:nvPr/>
          </p:nvGrpSpPr>
          <p:grpSpPr>
            <a:xfrm>
              <a:off x="2496310" y="3693351"/>
              <a:ext cx="1342906" cy="688875"/>
              <a:chOff x="2496310" y="3693351"/>
              <a:chExt cx="1342906" cy="688875"/>
            </a:xfrm>
            <a:grpFill/>
          </p:grpSpPr>
          <p:sp>
            <p:nvSpPr>
              <p:cNvPr id="14" name="Google Shape;7326;p84">
                <a:extLst>
                  <a:ext uri="{FF2B5EF4-FFF2-40B4-BE49-F238E27FC236}">
                    <a16:creationId xmlns:a16="http://schemas.microsoft.com/office/drawing/2014/main" id="{1B556ABC-77A0-1228-4B68-368ED1EB523D}"/>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327;p84">
                <a:extLst>
                  <a:ext uri="{FF2B5EF4-FFF2-40B4-BE49-F238E27FC236}">
                    <a16:creationId xmlns:a16="http://schemas.microsoft.com/office/drawing/2014/main" id="{0F01A955-9BF6-EC7E-C346-46359B830C9E}"/>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328;p84">
                <a:extLst>
                  <a:ext uri="{FF2B5EF4-FFF2-40B4-BE49-F238E27FC236}">
                    <a16:creationId xmlns:a16="http://schemas.microsoft.com/office/drawing/2014/main" id="{5F52C177-4AC1-767B-0686-6EADA5BB286C}"/>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329;p84">
                <a:extLst>
                  <a:ext uri="{FF2B5EF4-FFF2-40B4-BE49-F238E27FC236}">
                    <a16:creationId xmlns:a16="http://schemas.microsoft.com/office/drawing/2014/main" id="{0576A7C1-C336-DCD5-D280-D0E5A5186163}"/>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330;p84">
                <a:extLst>
                  <a:ext uri="{FF2B5EF4-FFF2-40B4-BE49-F238E27FC236}">
                    <a16:creationId xmlns:a16="http://schemas.microsoft.com/office/drawing/2014/main" id="{E2F2BEBF-9F6B-10B6-B222-DB4F64941207}"/>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331;p84">
                <a:extLst>
                  <a:ext uri="{FF2B5EF4-FFF2-40B4-BE49-F238E27FC236}">
                    <a16:creationId xmlns:a16="http://schemas.microsoft.com/office/drawing/2014/main" id="{AC050306-C22B-85BB-074D-C9DC63851149}"/>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7332;p84">
                <a:extLst>
                  <a:ext uri="{FF2B5EF4-FFF2-40B4-BE49-F238E27FC236}">
                    <a16:creationId xmlns:a16="http://schemas.microsoft.com/office/drawing/2014/main" id="{9CA3670B-6992-C27E-8CCB-17F8FCF795E3}"/>
                  </a:ext>
                </a:extLst>
              </p:cNvPr>
              <p:cNvCxnSpPr>
                <a:stCxn id="18"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21" name="Google Shape;7333;p84">
                <a:extLst>
                  <a:ext uri="{FF2B5EF4-FFF2-40B4-BE49-F238E27FC236}">
                    <a16:creationId xmlns:a16="http://schemas.microsoft.com/office/drawing/2014/main" id="{34121E27-CC46-2DC8-7833-92A4D202DBD4}"/>
                  </a:ext>
                </a:extLst>
              </p:cNvPr>
              <p:cNvCxnSpPr>
                <a:stCxn id="15"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22" name="Google Shape;7334;p84">
                <a:extLst>
                  <a:ext uri="{FF2B5EF4-FFF2-40B4-BE49-F238E27FC236}">
                    <a16:creationId xmlns:a16="http://schemas.microsoft.com/office/drawing/2014/main" id="{A415B259-01C1-3B60-1A31-E8D2483FEEFE}"/>
                  </a:ext>
                </a:extLst>
              </p:cNvPr>
              <p:cNvCxnSpPr>
                <a:stCxn id="16"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3" name="Google Shape;7335;p84">
                <a:extLst>
                  <a:ext uri="{FF2B5EF4-FFF2-40B4-BE49-F238E27FC236}">
                    <a16:creationId xmlns:a16="http://schemas.microsoft.com/office/drawing/2014/main" id="{C66CE5E2-655A-8606-CC15-D4DF44EE0A51}"/>
                  </a:ext>
                </a:extLst>
              </p:cNvPr>
              <p:cNvCxnSpPr>
                <a:stCxn id="19"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4" name="Google Shape;7336;p84">
                <a:extLst>
                  <a:ext uri="{FF2B5EF4-FFF2-40B4-BE49-F238E27FC236}">
                    <a16:creationId xmlns:a16="http://schemas.microsoft.com/office/drawing/2014/main" id="{F1399C1A-F1DD-0807-D8C4-677C2C58AA9B}"/>
                  </a:ext>
                </a:extLst>
              </p:cNvPr>
              <p:cNvCxnSpPr>
                <a:stCxn id="17"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10" name="Google Shape;7337;p84">
              <a:extLst>
                <a:ext uri="{FF2B5EF4-FFF2-40B4-BE49-F238E27FC236}">
                  <a16:creationId xmlns:a16="http://schemas.microsoft.com/office/drawing/2014/main" id="{057F9056-8C2B-78B1-42DE-BC1CCD9FB02E}"/>
                </a:ext>
              </a:extLst>
            </p:cNvPr>
            <p:cNvGrpSpPr/>
            <p:nvPr/>
          </p:nvGrpSpPr>
          <p:grpSpPr>
            <a:xfrm>
              <a:off x="2675275" y="3930557"/>
              <a:ext cx="1003306" cy="451719"/>
              <a:chOff x="2675275" y="4174282"/>
              <a:chExt cx="1003306" cy="451719"/>
            </a:xfrm>
            <a:grpFill/>
          </p:grpSpPr>
          <p:sp>
            <p:nvSpPr>
              <p:cNvPr id="11" name="Google Shape;7338;p84">
                <a:extLst>
                  <a:ext uri="{FF2B5EF4-FFF2-40B4-BE49-F238E27FC236}">
                    <a16:creationId xmlns:a16="http://schemas.microsoft.com/office/drawing/2014/main" id="{DC8943AF-CFAB-35ED-1926-432A103DFD6A}"/>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339;p84">
                <a:extLst>
                  <a:ext uri="{FF2B5EF4-FFF2-40B4-BE49-F238E27FC236}">
                    <a16:creationId xmlns:a16="http://schemas.microsoft.com/office/drawing/2014/main" id="{CF57C798-54D3-C43B-A630-D36B0A558045}"/>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40;p84">
                <a:extLst>
                  <a:ext uri="{FF2B5EF4-FFF2-40B4-BE49-F238E27FC236}">
                    <a16:creationId xmlns:a16="http://schemas.microsoft.com/office/drawing/2014/main" id="{34F9F864-038D-E289-2365-B009D404B8FA}"/>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 name="Google Shape;7324;p84">
            <a:extLst>
              <a:ext uri="{FF2B5EF4-FFF2-40B4-BE49-F238E27FC236}">
                <a16:creationId xmlns:a16="http://schemas.microsoft.com/office/drawing/2014/main" id="{29FAE923-1B7F-918E-3621-91A5AB1FFE14}"/>
              </a:ext>
            </a:extLst>
          </p:cNvPr>
          <p:cNvGrpSpPr/>
          <p:nvPr/>
        </p:nvGrpSpPr>
        <p:grpSpPr>
          <a:xfrm rot="7187425">
            <a:off x="-499997" y="-238125"/>
            <a:ext cx="2632325" cy="1618422"/>
            <a:chOff x="2496310" y="3693351"/>
            <a:chExt cx="1342906" cy="688926"/>
          </a:xfrm>
          <a:solidFill>
            <a:schemeClr val="tx2">
              <a:lumMod val="90000"/>
            </a:schemeClr>
          </a:solidFill>
        </p:grpSpPr>
        <p:grpSp>
          <p:nvGrpSpPr>
            <p:cNvPr id="26" name="Google Shape;7325;p84">
              <a:extLst>
                <a:ext uri="{FF2B5EF4-FFF2-40B4-BE49-F238E27FC236}">
                  <a16:creationId xmlns:a16="http://schemas.microsoft.com/office/drawing/2014/main" id="{AD997F60-DDDE-86D5-EA5E-89F733302247}"/>
                </a:ext>
              </a:extLst>
            </p:cNvPr>
            <p:cNvGrpSpPr/>
            <p:nvPr/>
          </p:nvGrpSpPr>
          <p:grpSpPr>
            <a:xfrm>
              <a:off x="2496310" y="3693351"/>
              <a:ext cx="1342906" cy="688875"/>
              <a:chOff x="2496310" y="3693351"/>
              <a:chExt cx="1342906" cy="688875"/>
            </a:xfrm>
            <a:grpFill/>
          </p:grpSpPr>
          <p:sp>
            <p:nvSpPr>
              <p:cNvPr id="31" name="Google Shape;7326;p84">
                <a:extLst>
                  <a:ext uri="{FF2B5EF4-FFF2-40B4-BE49-F238E27FC236}">
                    <a16:creationId xmlns:a16="http://schemas.microsoft.com/office/drawing/2014/main" id="{E3C68EE7-E2F7-0787-8CD4-94D01FB88006}"/>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327;p84">
                <a:extLst>
                  <a:ext uri="{FF2B5EF4-FFF2-40B4-BE49-F238E27FC236}">
                    <a16:creationId xmlns:a16="http://schemas.microsoft.com/office/drawing/2014/main" id="{591AAC16-49EF-189B-6A64-E97241D778B6}"/>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328;p84">
                <a:extLst>
                  <a:ext uri="{FF2B5EF4-FFF2-40B4-BE49-F238E27FC236}">
                    <a16:creationId xmlns:a16="http://schemas.microsoft.com/office/drawing/2014/main" id="{473B13AC-B151-E09B-2F25-7EB277302155}"/>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329;p84">
                <a:extLst>
                  <a:ext uri="{FF2B5EF4-FFF2-40B4-BE49-F238E27FC236}">
                    <a16:creationId xmlns:a16="http://schemas.microsoft.com/office/drawing/2014/main" id="{7974A77A-78BC-766A-9E80-01E6BA2B6175}"/>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330;p84">
                <a:extLst>
                  <a:ext uri="{FF2B5EF4-FFF2-40B4-BE49-F238E27FC236}">
                    <a16:creationId xmlns:a16="http://schemas.microsoft.com/office/drawing/2014/main" id="{06766605-F7C2-1F4C-F8FB-046E60648055}"/>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331;p84">
                <a:extLst>
                  <a:ext uri="{FF2B5EF4-FFF2-40B4-BE49-F238E27FC236}">
                    <a16:creationId xmlns:a16="http://schemas.microsoft.com/office/drawing/2014/main" id="{E4B19DE1-47A2-0F6C-C8F0-819173FF2A12}"/>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 name="Google Shape;7332;p84">
                <a:extLst>
                  <a:ext uri="{FF2B5EF4-FFF2-40B4-BE49-F238E27FC236}">
                    <a16:creationId xmlns:a16="http://schemas.microsoft.com/office/drawing/2014/main" id="{3C4946E5-BD17-7D3E-524A-CADC71825B21}"/>
                  </a:ext>
                </a:extLst>
              </p:cNvPr>
              <p:cNvCxnSpPr>
                <a:stCxn id="35"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38" name="Google Shape;7333;p84">
                <a:extLst>
                  <a:ext uri="{FF2B5EF4-FFF2-40B4-BE49-F238E27FC236}">
                    <a16:creationId xmlns:a16="http://schemas.microsoft.com/office/drawing/2014/main" id="{26707E2F-4853-2FD0-2B5C-D7401A289214}"/>
                  </a:ext>
                </a:extLst>
              </p:cNvPr>
              <p:cNvCxnSpPr>
                <a:stCxn id="32"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39" name="Google Shape;7334;p84">
                <a:extLst>
                  <a:ext uri="{FF2B5EF4-FFF2-40B4-BE49-F238E27FC236}">
                    <a16:creationId xmlns:a16="http://schemas.microsoft.com/office/drawing/2014/main" id="{E5287964-95A1-8737-12C3-D797E4C4A8B6}"/>
                  </a:ext>
                </a:extLst>
              </p:cNvPr>
              <p:cNvCxnSpPr>
                <a:stCxn id="33"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40" name="Google Shape;7335;p84">
                <a:extLst>
                  <a:ext uri="{FF2B5EF4-FFF2-40B4-BE49-F238E27FC236}">
                    <a16:creationId xmlns:a16="http://schemas.microsoft.com/office/drawing/2014/main" id="{CCEA6691-3CF3-B633-3DEA-E9611DD69974}"/>
                  </a:ext>
                </a:extLst>
              </p:cNvPr>
              <p:cNvCxnSpPr>
                <a:stCxn id="36"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41" name="Google Shape;7336;p84">
                <a:extLst>
                  <a:ext uri="{FF2B5EF4-FFF2-40B4-BE49-F238E27FC236}">
                    <a16:creationId xmlns:a16="http://schemas.microsoft.com/office/drawing/2014/main" id="{AEED0490-BA29-469A-722B-42ECDD4F2638}"/>
                  </a:ext>
                </a:extLst>
              </p:cNvPr>
              <p:cNvCxnSpPr>
                <a:stCxn id="34"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27" name="Google Shape;7337;p84">
              <a:extLst>
                <a:ext uri="{FF2B5EF4-FFF2-40B4-BE49-F238E27FC236}">
                  <a16:creationId xmlns:a16="http://schemas.microsoft.com/office/drawing/2014/main" id="{5B943B82-30E6-5ED2-A49A-880256CE73C2}"/>
                </a:ext>
              </a:extLst>
            </p:cNvPr>
            <p:cNvGrpSpPr/>
            <p:nvPr/>
          </p:nvGrpSpPr>
          <p:grpSpPr>
            <a:xfrm>
              <a:off x="2675275" y="3930557"/>
              <a:ext cx="1003306" cy="451719"/>
              <a:chOff x="2675275" y="4174282"/>
              <a:chExt cx="1003306" cy="451719"/>
            </a:xfrm>
            <a:grpFill/>
          </p:grpSpPr>
          <p:sp>
            <p:nvSpPr>
              <p:cNvPr id="28" name="Google Shape;7338;p84">
                <a:extLst>
                  <a:ext uri="{FF2B5EF4-FFF2-40B4-BE49-F238E27FC236}">
                    <a16:creationId xmlns:a16="http://schemas.microsoft.com/office/drawing/2014/main" id="{DF0D7F43-6231-00C1-A8C5-C0F535506F8F}"/>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339;p84">
                <a:extLst>
                  <a:ext uri="{FF2B5EF4-FFF2-40B4-BE49-F238E27FC236}">
                    <a16:creationId xmlns:a16="http://schemas.microsoft.com/office/drawing/2014/main" id="{D9BB4089-2324-3821-B254-750800CDF505}"/>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340;p84">
                <a:extLst>
                  <a:ext uri="{FF2B5EF4-FFF2-40B4-BE49-F238E27FC236}">
                    <a16:creationId xmlns:a16="http://schemas.microsoft.com/office/drawing/2014/main" id="{7BD71848-180B-FC1B-02CF-2D908AFFCF91}"/>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 name="Google Shape;7324;p84">
            <a:extLst>
              <a:ext uri="{FF2B5EF4-FFF2-40B4-BE49-F238E27FC236}">
                <a16:creationId xmlns:a16="http://schemas.microsoft.com/office/drawing/2014/main" id="{68EDE15A-0947-F611-C714-5B59A1693B61}"/>
              </a:ext>
            </a:extLst>
          </p:cNvPr>
          <p:cNvGrpSpPr/>
          <p:nvPr/>
        </p:nvGrpSpPr>
        <p:grpSpPr>
          <a:xfrm rot="19075872">
            <a:off x="6638634" y="3257864"/>
            <a:ext cx="3212007" cy="1916595"/>
            <a:chOff x="2496310" y="3693351"/>
            <a:chExt cx="1342906" cy="688926"/>
          </a:xfrm>
          <a:solidFill>
            <a:schemeClr val="tx2">
              <a:lumMod val="90000"/>
            </a:schemeClr>
          </a:solidFill>
        </p:grpSpPr>
        <p:grpSp>
          <p:nvGrpSpPr>
            <p:cNvPr id="43" name="Google Shape;7325;p84">
              <a:extLst>
                <a:ext uri="{FF2B5EF4-FFF2-40B4-BE49-F238E27FC236}">
                  <a16:creationId xmlns:a16="http://schemas.microsoft.com/office/drawing/2014/main" id="{FF4ECFF9-06EF-0BE0-28EC-93A92DCAEAE9}"/>
                </a:ext>
              </a:extLst>
            </p:cNvPr>
            <p:cNvGrpSpPr/>
            <p:nvPr/>
          </p:nvGrpSpPr>
          <p:grpSpPr>
            <a:xfrm>
              <a:off x="2496310" y="3693351"/>
              <a:ext cx="1342906" cy="688875"/>
              <a:chOff x="2496310" y="3693351"/>
              <a:chExt cx="1342906" cy="688875"/>
            </a:xfrm>
            <a:grpFill/>
          </p:grpSpPr>
          <p:sp>
            <p:nvSpPr>
              <p:cNvPr id="48" name="Google Shape;7326;p84">
                <a:extLst>
                  <a:ext uri="{FF2B5EF4-FFF2-40B4-BE49-F238E27FC236}">
                    <a16:creationId xmlns:a16="http://schemas.microsoft.com/office/drawing/2014/main" id="{4E484D38-0A46-15BC-3BB5-D10E67342B2F}"/>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327;p84">
                <a:extLst>
                  <a:ext uri="{FF2B5EF4-FFF2-40B4-BE49-F238E27FC236}">
                    <a16:creationId xmlns:a16="http://schemas.microsoft.com/office/drawing/2014/main" id="{69031F17-F67E-0CE5-EFF4-F65D50F05425}"/>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328;p84">
                <a:extLst>
                  <a:ext uri="{FF2B5EF4-FFF2-40B4-BE49-F238E27FC236}">
                    <a16:creationId xmlns:a16="http://schemas.microsoft.com/office/drawing/2014/main" id="{BC74AF8D-4B01-367D-4C33-3E087C6C5AAC}"/>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329;p84">
                <a:extLst>
                  <a:ext uri="{FF2B5EF4-FFF2-40B4-BE49-F238E27FC236}">
                    <a16:creationId xmlns:a16="http://schemas.microsoft.com/office/drawing/2014/main" id="{5D6D1BCC-F796-476F-DA88-60B029833291}"/>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330;p84">
                <a:extLst>
                  <a:ext uri="{FF2B5EF4-FFF2-40B4-BE49-F238E27FC236}">
                    <a16:creationId xmlns:a16="http://schemas.microsoft.com/office/drawing/2014/main" id="{E388CC3C-2729-B7B5-2B50-F73EE8CCA34B}"/>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331;p84">
                <a:extLst>
                  <a:ext uri="{FF2B5EF4-FFF2-40B4-BE49-F238E27FC236}">
                    <a16:creationId xmlns:a16="http://schemas.microsoft.com/office/drawing/2014/main" id="{41E20E0B-1F40-7087-8469-959DF6B054D4}"/>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 name="Google Shape;7332;p84">
                <a:extLst>
                  <a:ext uri="{FF2B5EF4-FFF2-40B4-BE49-F238E27FC236}">
                    <a16:creationId xmlns:a16="http://schemas.microsoft.com/office/drawing/2014/main" id="{48A6DA90-BA17-82F5-5A0F-B9696903DF53}"/>
                  </a:ext>
                </a:extLst>
              </p:cNvPr>
              <p:cNvCxnSpPr>
                <a:stCxn id="52"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55" name="Google Shape;7333;p84">
                <a:extLst>
                  <a:ext uri="{FF2B5EF4-FFF2-40B4-BE49-F238E27FC236}">
                    <a16:creationId xmlns:a16="http://schemas.microsoft.com/office/drawing/2014/main" id="{B9A1438F-74BF-6B05-DB69-8B0151BA6925}"/>
                  </a:ext>
                </a:extLst>
              </p:cNvPr>
              <p:cNvCxnSpPr>
                <a:stCxn id="49"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56" name="Google Shape;7334;p84">
                <a:extLst>
                  <a:ext uri="{FF2B5EF4-FFF2-40B4-BE49-F238E27FC236}">
                    <a16:creationId xmlns:a16="http://schemas.microsoft.com/office/drawing/2014/main" id="{7BB78DB4-DE4D-567F-3367-04AAAB396071}"/>
                  </a:ext>
                </a:extLst>
              </p:cNvPr>
              <p:cNvCxnSpPr>
                <a:stCxn id="50"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57" name="Google Shape;7335;p84">
                <a:extLst>
                  <a:ext uri="{FF2B5EF4-FFF2-40B4-BE49-F238E27FC236}">
                    <a16:creationId xmlns:a16="http://schemas.microsoft.com/office/drawing/2014/main" id="{B7A6179E-EA51-C3AA-5328-E2A8DACA2F6A}"/>
                  </a:ext>
                </a:extLst>
              </p:cNvPr>
              <p:cNvCxnSpPr>
                <a:stCxn id="53"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58" name="Google Shape;7336;p84">
                <a:extLst>
                  <a:ext uri="{FF2B5EF4-FFF2-40B4-BE49-F238E27FC236}">
                    <a16:creationId xmlns:a16="http://schemas.microsoft.com/office/drawing/2014/main" id="{3D7FE058-C18B-758B-67B5-811D4ECF67BB}"/>
                  </a:ext>
                </a:extLst>
              </p:cNvPr>
              <p:cNvCxnSpPr>
                <a:stCxn id="51"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44" name="Google Shape;7337;p84">
              <a:extLst>
                <a:ext uri="{FF2B5EF4-FFF2-40B4-BE49-F238E27FC236}">
                  <a16:creationId xmlns:a16="http://schemas.microsoft.com/office/drawing/2014/main" id="{26414915-8179-DC04-619D-4ACD41BBE502}"/>
                </a:ext>
              </a:extLst>
            </p:cNvPr>
            <p:cNvGrpSpPr/>
            <p:nvPr/>
          </p:nvGrpSpPr>
          <p:grpSpPr>
            <a:xfrm>
              <a:off x="2675275" y="3930557"/>
              <a:ext cx="1003306" cy="451719"/>
              <a:chOff x="2675275" y="4174282"/>
              <a:chExt cx="1003306" cy="451719"/>
            </a:xfrm>
            <a:grpFill/>
          </p:grpSpPr>
          <p:sp>
            <p:nvSpPr>
              <p:cNvPr id="45" name="Google Shape;7338;p84">
                <a:extLst>
                  <a:ext uri="{FF2B5EF4-FFF2-40B4-BE49-F238E27FC236}">
                    <a16:creationId xmlns:a16="http://schemas.microsoft.com/office/drawing/2014/main" id="{DC2F13F9-6D5D-1890-DDC9-A95C0745FA12}"/>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339;p84">
                <a:extLst>
                  <a:ext uri="{FF2B5EF4-FFF2-40B4-BE49-F238E27FC236}">
                    <a16:creationId xmlns:a16="http://schemas.microsoft.com/office/drawing/2014/main" id="{4AEC6831-8CE0-1148-6880-312E3B6981EC}"/>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340;p84">
                <a:extLst>
                  <a:ext uri="{FF2B5EF4-FFF2-40B4-BE49-F238E27FC236}">
                    <a16:creationId xmlns:a16="http://schemas.microsoft.com/office/drawing/2014/main" id="{11A81FB0-911C-0F62-C873-73F12C8F4B05}"/>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 name="Google Shape;7324;p84">
            <a:extLst>
              <a:ext uri="{FF2B5EF4-FFF2-40B4-BE49-F238E27FC236}">
                <a16:creationId xmlns:a16="http://schemas.microsoft.com/office/drawing/2014/main" id="{D4EA0B79-A03E-B5BB-0DA0-E1D7670B9C7E}"/>
              </a:ext>
            </a:extLst>
          </p:cNvPr>
          <p:cNvGrpSpPr/>
          <p:nvPr/>
        </p:nvGrpSpPr>
        <p:grpSpPr>
          <a:xfrm rot="13431249">
            <a:off x="6909300" y="44152"/>
            <a:ext cx="2632325" cy="1618422"/>
            <a:chOff x="2496310" y="3693351"/>
            <a:chExt cx="1342906" cy="688926"/>
          </a:xfrm>
          <a:solidFill>
            <a:schemeClr val="tx2">
              <a:lumMod val="90000"/>
            </a:schemeClr>
          </a:solidFill>
        </p:grpSpPr>
        <p:grpSp>
          <p:nvGrpSpPr>
            <p:cNvPr id="60" name="Google Shape;7325;p84">
              <a:extLst>
                <a:ext uri="{FF2B5EF4-FFF2-40B4-BE49-F238E27FC236}">
                  <a16:creationId xmlns:a16="http://schemas.microsoft.com/office/drawing/2014/main" id="{895D6144-CF04-0E57-5A99-22876595D4C1}"/>
                </a:ext>
              </a:extLst>
            </p:cNvPr>
            <p:cNvGrpSpPr/>
            <p:nvPr/>
          </p:nvGrpSpPr>
          <p:grpSpPr>
            <a:xfrm>
              <a:off x="2496310" y="3693351"/>
              <a:ext cx="1342906" cy="688875"/>
              <a:chOff x="2496310" y="3693351"/>
              <a:chExt cx="1342906" cy="688875"/>
            </a:xfrm>
            <a:grpFill/>
          </p:grpSpPr>
          <p:sp>
            <p:nvSpPr>
              <p:cNvPr id="2817" name="Google Shape;7326;p84">
                <a:extLst>
                  <a:ext uri="{FF2B5EF4-FFF2-40B4-BE49-F238E27FC236}">
                    <a16:creationId xmlns:a16="http://schemas.microsoft.com/office/drawing/2014/main" id="{1E13D717-EE87-7EB8-D3A4-7DDA0CCE0C13}"/>
                  </a:ext>
                </a:extLst>
              </p:cNvPr>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7327;p84">
                <a:extLst>
                  <a:ext uri="{FF2B5EF4-FFF2-40B4-BE49-F238E27FC236}">
                    <a16:creationId xmlns:a16="http://schemas.microsoft.com/office/drawing/2014/main" id="{D28963DE-ACA9-C8F2-73EF-3AAE90357803}"/>
                  </a:ext>
                </a:extLst>
              </p:cNvPr>
              <p:cNvSpPr/>
              <p:nvPr/>
            </p:nvSpPr>
            <p:spPr>
              <a:xfrm>
                <a:off x="342068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7328;p84">
                <a:extLst>
                  <a:ext uri="{FF2B5EF4-FFF2-40B4-BE49-F238E27FC236}">
                    <a16:creationId xmlns:a16="http://schemas.microsoft.com/office/drawing/2014/main" id="{A5637020-72E8-C9E4-B3E3-7DD98620449D}"/>
                  </a:ext>
                </a:extLst>
              </p:cNvPr>
              <p:cNvSpPr/>
              <p:nvPr/>
            </p:nvSpPr>
            <p:spPr>
              <a:xfrm>
                <a:off x="3135700" y="3791751"/>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7329;p84">
                <a:extLst>
                  <a:ext uri="{FF2B5EF4-FFF2-40B4-BE49-F238E27FC236}">
                    <a16:creationId xmlns:a16="http://schemas.microsoft.com/office/drawing/2014/main" id="{BC22D1ED-D5F6-1AB8-5E12-0033444D9A93}"/>
                  </a:ext>
                </a:extLst>
              </p:cNvPr>
              <p:cNvSpPr/>
              <p:nvPr/>
            </p:nvSpPr>
            <p:spPr>
              <a:xfrm>
                <a:off x="3620515"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7330;p84">
                <a:extLst>
                  <a:ext uri="{FF2B5EF4-FFF2-40B4-BE49-F238E27FC236}">
                    <a16:creationId xmlns:a16="http://schemas.microsoft.com/office/drawing/2014/main" id="{5D9DD1CB-2564-65FC-A27D-2104A1771725}"/>
                  </a:ext>
                </a:extLst>
              </p:cNvPr>
              <p:cNvSpPr/>
              <p:nvPr/>
            </p:nvSpPr>
            <p:spPr>
              <a:xfrm>
                <a:off x="2843808" y="3858516"/>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7331;p84">
                <a:extLst>
                  <a:ext uri="{FF2B5EF4-FFF2-40B4-BE49-F238E27FC236}">
                    <a16:creationId xmlns:a16="http://schemas.microsoft.com/office/drawing/2014/main" id="{64C5B5DF-0EF8-4E44-DF2B-48551B869B2C}"/>
                  </a:ext>
                </a:extLst>
              </p:cNvPr>
              <p:cNvSpPr/>
              <p:nvPr/>
            </p:nvSpPr>
            <p:spPr>
              <a:xfrm>
                <a:off x="2652010" y="4032917"/>
                <a:ext cx="65100" cy="65100"/>
              </a:xfrm>
              <a:prstGeom prst="ellipse">
                <a:avLst/>
              </a:pr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23" name="Google Shape;7332;p84">
                <a:extLst>
                  <a:ext uri="{FF2B5EF4-FFF2-40B4-BE49-F238E27FC236}">
                    <a16:creationId xmlns:a16="http://schemas.microsoft.com/office/drawing/2014/main" id="{ACB2ADEB-33D2-E2AE-4285-596E4EABE316}"/>
                  </a:ext>
                </a:extLst>
              </p:cNvPr>
              <p:cNvCxnSpPr>
                <a:stCxn id="2821" idx="0"/>
              </p:cNvCxnSpPr>
              <p:nvPr/>
            </p:nvCxnSpPr>
            <p:spPr>
              <a:xfrm rot="5400000" flipH="1">
                <a:off x="2741958" y="3724116"/>
                <a:ext cx="68700" cy="200100"/>
              </a:xfrm>
              <a:prstGeom prst="bentConnector2">
                <a:avLst/>
              </a:prstGeom>
              <a:grpFill/>
              <a:ln w="19050" cap="flat" cmpd="sng">
                <a:solidFill>
                  <a:srgbClr val="869FB2"/>
                </a:solidFill>
                <a:prstDash val="solid"/>
                <a:round/>
                <a:headEnd type="none" w="med" len="med"/>
                <a:tailEnd type="none" w="med" len="med"/>
              </a:ln>
            </p:spPr>
          </p:cxnSp>
          <p:cxnSp>
            <p:nvCxnSpPr>
              <p:cNvPr id="2824" name="Google Shape;7333;p84">
                <a:extLst>
                  <a:ext uri="{FF2B5EF4-FFF2-40B4-BE49-F238E27FC236}">
                    <a16:creationId xmlns:a16="http://schemas.microsoft.com/office/drawing/2014/main" id="{80499F2D-DAD8-D39A-1AB1-69955D1B1FE7}"/>
                  </a:ext>
                </a:extLst>
              </p:cNvPr>
              <p:cNvCxnSpPr>
                <a:stCxn id="2818" idx="0"/>
              </p:cNvCxnSpPr>
              <p:nvPr/>
            </p:nvCxnSpPr>
            <p:spPr>
              <a:xfrm rot="-5400000">
                <a:off x="3512338" y="3723516"/>
                <a:ext cx="75900" cy="194100"/>
              </a:xfrm>
              <a:prstGeom prst="bentConnector2">
                <a:avLst/>
              </a:prstGeom>
              <a:grpFill/>
              <a:ln w="19050" cap="flat" cmpd="sng">
                <a:solidFill>
                  <a:srgbClr val="869FB2"/>
                </a:solidFill>
                <a:prstDash val="solid"/>
                <a:round/>
                <a:headEnd type="none" w="med" len="med"/>
                <a:tailEnd type="none" w="med" len="med"/>
              </a:ln>
            </p:spPr>
          </p:cxnSp>
          <p:cxnSp>
            <p:nvCxnSpPr>
              <p:cNvPr id="2825" name="Google Shape;7334;p84">
                <a:extLst>
                  <a:ext uri="{FF2B5EF4-FFF2-40B4-BE49-F238E27FC236}">
                    <a16:creationId xmlns:a16="http://schemas.microsoft.com/office/drawing/2014/main" id="{EF2FBFA8-C327-8F6C-1822-DA1B97E408FB}"/>
                  </a:ext>
                </a:extLst>
              </p:cNvPr>
              <p:cNvCxnSpPr>
                <a:stCxn id="2819" idx="0"/>
              </p:cNvCxnSpPr>
              <p:nvPr/>
            </p:nvCxnSpPr>
            <p:spPr>
              <a:xfrm rot="-5400000">
                <a:off x="3119350" y="3742251"/>
                <a:ext cx="984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826" name="Google Shape;7335;p84">
                <a:extLst>
                  <a:ext uri="{FF2B5EF4-FFF2-40B4-BE49-F238E27FC236}">
                    <a16:creationId xmlns:a16="http://schemas.microsoft.com/office/drawing/2014/main" id="{00179056-19D4-93B0-8D73-607552FE06C8}"/>
                  </a:ext>
                </a:extLst>
              </p:cNvPr>
              <p:cNvCxnSpPr>
                <a:stCxn id="2822" idx="2"/>
              </p:cNvCxnSpPr>
              <p:nvPr/>
            </p:nvCxnSpPr>
            <p:spPr>
              <a:xfrm flipH="1">
                <a:off x="2496310" y="4065467"/>
                <a:ext cx="155700" cy="600"/>
              </a:xfrm>
              <a:prstGeom prst="bentConnector3">
                <a:avLst>
                  <a:gd name="adj1" fmla="val 50000"/>
                </a:avLst>
              </a:prstGeom>
              <a:grpFill/>
              <a:ln w="19050" cap="flat" cmpd="sng">
                <a:solidFill>
                  <a:srgbClr val="869FB2"/>
                </a:solidFill>
                <a:prstDash val="solid"/>
                <a:round/>
                <a:headEnd type="none" w="med" len="med"/>
                <a:tailEnd type="none" w="med" len="med"/>
              </a:ln>
            </p:spPr>
          </p:cxnSp>
          <p:cxnSp>
            <p:nvCxnSpPr>
              <p:cNvPr id="2827" name="Google Shape;7336;p84">
                <a:extLst>
                  <a:ext uri="{FF2B5EF4-FFF2-40B4-BE49-F238E27FC236}">
                    <a16:creationId xmlns:a16="http://schemas.microsoft.com/office/drawing/2014/main" id="{56C20AC0-D2E5-4F98-0FE7-76E64A176DEE}"/>
                  </a:ext>
                </a:extLst>
              </p:cNvPr>
              <p:cNvCxnSpPr>
                <a:stCxn id="2820" idx="6"/>
              </p:cNvCxnSpPr>
              <p:nvPr/>
            </p:nvCxnSpPr>
            <p:spPr>
              <a:xfrm>
                <a:off x="3685615" y="4065467"/>
                <a:ext cx="153600" cy="600"/>
              </a:xfrm>
              <a:prstGeom prst="bentConnector3">
                <a:avLst>
                  <a:gd name="adj1" fmla="val 50000"/>
                </a:avLst>
              </a:prstGeom>
              <a:grpFill/>
              <a:ln w="19050" cap="flat" cmpd="sng">
                <a:solidFill>
                  <a:srgbClr val="869FB2"/>
                </a:solidFill>
                <a:prstDash val="solid"/>
                <a:round/>
                <a:headEnd type="none" w="med" len="med"/>
                <a:tailEnd type="none" w="med" len="med"/>
              </a:ln>
            </p:spPr>
          </p:cxnSp>
        </p:grpSp>
        <p:grpSp>
          <p:nvGrpSpPr>
            <p:cNvPr id="61" name="Google Shape;7337;p84">
              <a:extLst>
                <a:ext uri="{FF2B5EF4-FFF2-40B4-BE49-F238E27FC236}">
                  <a16:creationId xmlns:a16="http://schemas.microsoft.com/office/drawing/2014/main" id="{360EA7A4-C0B4-7952-580E-9B6064639A5E}"/>
                </a:ext>
              </a:extLst>
            </p:cNvPr>
            <p:cNvGrpSpPr/>
            <p:nvPr/>
          </p:nvGrpSpPr>
          <p:grpSpPr>
            <a:xfrm>
              <a:off x="2675275" y="3930557"/>
              <a:ext cx="1003306" cy="451719"/>
              <a:chOff x="2675275" y="4174282"/>
              <a:chExt cx="1003306" cy="451719"/>
            </a:xfrm>
            <a:grpFill/>
          </p:grpSpPr>
          <p:sp>
            <p:nvSpPr>
              <p:cNvPr id="62" name="Google Shape;7338;p84">
                <a:extLst>
                  <a:ext uri="{FF2B5EF4-FFF2-40B4-BE49-F238E27FC236}">
                    <a16:creationId xmlns:a16="http://schemas.microsoft.com/office/drawing/2014/main" id="{BFB5DB32-9611-6F3A-CBE9-D2236B29CC5D}"/>
                  </a:ext>
                </a:extLst>
              </p:cNvPr>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339;p84">
                <a:extLst>
                  <a:ext uri="{FF2B5EF4-FFF2-40B4-BE49-F238E27FC236}">
                    <a16:creationId xmlns:a16="http://schemas.microsoft.com/office/drawing/2014/main" id="{5678B9B6-3682-E9CF-E9ED-2CBCDCD2E36D}"/>
                  </a:ext>
                </a:extLst>
              </p:cNvPr>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7340;p84">
                <a:extLst>
                  <a:ext uri="{FF2B5EF4-FFF2-40B4-BE49-F238E27FC236}">
                    <a16:creationId xmlns:a16="http://schemas.microsoft.com/office/drawing/2014/main" id="{DB45BFF3-057B-FB71-10B1-C59104E5B38B}"/>
                  </a:ext>
                </a:extLst>
              </p:cNvPr>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 Substance Abuse Prevention and Awareness - Health - 11th Grade by Slidesgo">
  <a:themeElements>
    <a:clrScheme name="Simple Light">
      <a:dk1>
        <a:srgbClr val="162A45"/>
      </a:dk1>
      <a:lt1>
        <a:srgbClr val="F5DAB5"/>
      </a:lt1>
      <a:dk2>
        <a:srgbClr val="FAEAD2"/>
      </a:dk2>
      <a:lt2>
        <a:srgbClr val="A9B3FF"/>
      </a:lt2>
      <a:accent1>
        <a:srgbClr val="383D84"/>
      </a:accent1>
      <a:accent2>
        <a:srgbClr val="D35D57"/>
      </a:accent2>
      <a:accent3>
        <a:srgbClr val="B73A37"/>
      </a:accent3>
      <a:accent4>
        <a:srgbClr val="33896E"/>
      </a:accent4>
      <a:accent5>
        <a:srgbClr val="F78721"/>
      </a:accent5>
      <a:accent6>
        <a:srgbClr val="FFFFFF"/>
      </a:accent6>
      <a:hlink>
        <a:srgbClr val="162A4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{2F79761C-C55F-9D4E-BDE1-C3D7C67EE8EC}tf10001120</Template>
  <TotalTime>166</TotalTime>
  <Words>541</Words>
  <Application>Microsoft Macintosh PowerPoint</Application>
  <PresentationFormat>On-screen Show (16:9)</PresentationFormat>
  <Paragraphs>91</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Times New Roman</vt:lpstr>
      <vt:lpstr>Calibri</vt:lpstr>
      <vt:lpstr>Passion One</vt:lpstr>
      <vt:lpstr>Asap</vt:lpstr>
      <vt:lpstr>Anaheim</vt:lpstr>
      <vt:lpstr> Substance Abuse Prevention and Awareness - Health - 11th Grade by Slidesgo</vt:lpstr>
      <vt:lpstr>SUICIDE  PREVENTION &amp; SUPPORT</vt:lpstr>
      <vt:lpstr>INTRODUCTION </vt:lpstr>
      <vt:lpstr>What is suicide?</vt:lpstr>
      <vt:lpstr>RISK FACTORS </vt:lpstr>
      <vt:lpstr>IMPACTS ON MENTAL HEALTH </vt:lpstr>
      <vt:lpstr>The Role of Education</vt:lpstr>
      <vt:lpstr>SEEKING HELP </vt:lpstr>
      <vt:lpstr>PowerPoint Presentation</vt:lpstr>
      <vt:lpstr>PowerPoint Presentation</vt:lpstr>
      <vt:lpstr>MYTH vs FACTS</vt:lpstr>
      <vt:lpstr>SUICIDE PREVENTION STRATEGIES </vt:lpstr>
      <vt:lpstr>Supporting Loved One</vt:lpstr>
      <vt:lpstr>PowerPoint Presentation</vt:lpstr>
      <vt:lpstr>Community Involvement</vt:lpstr>
      <vt:lpstr>Postvention</vt:lpstr>
      <vt:lpstr>CONCLUSION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SUICIDE  PREVENTION &amp; SUPPORT</dc:title>
  <cp:lastModifiedBy>Microsoft Office User</cp:lastModifiedBy>
  <cp:revision>5</cp:revision>
  <dcterms:modified xsi:type="dcterms:W3CDTF">2023-10-29T07:26:58Z</dcterms:modified>
</cp:coreProperties>
</file>